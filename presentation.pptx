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5143500" cx="9144000"/>
  <p:notesSz cx="6858000" cy="9144000"/>
  <p:embeddedFontLst>
    <p:embeddedFont>
      <p:font typeface="Oswald"/>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Oswald-regular.fntdata"/><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schemas.openxmlformats.org/officeDocument/2006/relationships/font" Target="fonts/Oswald-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5f391192_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5f391192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1a341b81e12_1_7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1a341b81e12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1a205e90863_1_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1a205e90863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As students, the pressure to achieve, particularly for grades, is immense. In fact, over 75% of high school students in a survey reported they always or often worry about not getting good grades. That stress often follows students into pursuits of higher education, especially when worrying about GPA and possible job prospects. The usual advice received is to study hard and to pay attention. However, studies have shown that those at historical disadvantages, whether in terms of race, class or gender, struggle with achieving at higher grades from simply their circumstances. With this conflicting information, our team aims to evaluate, based on a sample representative of college students reporting on a variety of personal, educational, and familial factors, which factors bear an influence on our grades with machine learning and visualization tools. </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1a341b81e12_1_11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1a341b81e12_1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5ed75ccf_03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5ed75ccf_0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600"/>
              </a:spcBef>
              <a:spcAft>
                <a:spcPts val="0"/>
              </a:spcAft>
              <a:buClr>
                <a:schemeClr val="dk1"/>
              </a:buClr>
              <a:buSzPts val="1200"/>
              <a:buFont typeface="Consolas"/>
              <a:buChar char="-"/>
            </a:pPr>
            <a:r>
              <a:rPr lang="en"/>
              <a:t>Explain that 1, 2,3 etc. correlate to a certain response i.e. in the gender column, 1 refers to male and 2 refers to female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1a341b81e12_1_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1a341b81e12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b="1" lang="en" sz="1700">
                <a:solidFill>
                  <a:schemeClr val="dk1"/>
                </a:solidFill>
                <a:highlight>
                  <a:schemeClr val="lt1"/>
                </a:highlight>
                <a:latin typeface="Consolas"/>
                <a:ea typeface="Consolas"/>
                <a:cs typeface="Consolas"/>
                <a:sym typeface="Consolas"/>
              </a:rPr>
              <a:t>3 Categories</a:t>
            </a:r>
            <a:endParaRPr b="1" sz="1700">
              <a:solidFill>
                <a:schemeClr val="dk1"/>
              </a:solidFill>
              <a:highlight>
                <a:schemeClr val="lt1"/>
              </a:highlight>
              <a:latin typeface="Consolas"/>
              <a:ea typeface="Consolas"/>
              <a:cs typeface="Consolas"/>
              <a:sym typeface="Consolas"/>
            </a:endParaRPr>
          </a:p>
          <a:p>
            <a:pPr indent="-317500" lvl="0" marL="457200" rtl="0" algn="l">
              <a:spcBef>
                <a:spcPts val="600"/>
              </a:spcBef>
              <a:spcAft>
                <a:spcPts val="0"/>
              </a:spcAft>
              <a:buClr>
                <a:schemeClr val="dk1"/>
              </a:buClr>
              <a:buSzPts val="1400"/>
              <a:buFont typeface="Consolas"/>
              <a:buAutoNum type="arabicPeriod"/>
            </a:pPr>
            <a:r>
              <a:rPr b="1" lang="en" sz="1400">
                <a:solidFill>
                  <a:schemeClr val="dk1"/>
                </a:solidFill>
                <a:highlight>
                  <a:schemeClr val="lt1"/>
                </a:highlight>
                <a:latin typeface="Consolas"/>
                <a:ea typeface="Consolas"/>
                <a:cs typeface="Consolas"/>
                <a:sym typeface="Consolas"/>
              </a:rPr>
              <a:t>EDUCATIONAL</a:t>
            </a:r>
            <a:endParaRPr b="1" sz="1400">
              <a:solidFill>
                <a:schemeClr val="dk1"/>
              </a:solidFill>
              <a:highlight>
                <a:schemeClr val="lt1"/>
              </a:highlight>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sz="1200">
                <a:solidFill>
                  <a:schemeClr val="dk1"/>
                </a:solidFill>
                <a:highlight>
                  <a:schemeClr val="lt1"/>
                </a:highlight>
                <a:latin typeface="Consolas"/>
                <a:ea typeface="Consolas"/>
                <a:cs typeface="Consolas"/>
                <a:sym typeface="Consolas"/>
              </a:rPr>
              <a:t>High school type, preparation study, preparation exam, takes notes, listens, likes to discuss,   likes flipped classroom, cumulative gpa, expected gpa, weekly study hours, reading frequency, attendance to seminars, attendance to classes, preparation to midterm exams</a:t>
            </a:r>
            <a:endParaRPr sz="1200">
              <a:solidFill>
                <a:schemeClr val="dk1"/>
              </a:solidFill>
              <a:highlight>
                <a:schemeClr val="lt1"/>
              </a:highlight>
              <a:latin typeface="Consolas"/>
              <a:ea typeface="Consolas"/>
              <a:cs typeface="Consolas"/>
              <a:sym typeface="Consolas"/>
            </a:endParaRPr>
          </a:p>
          <a:p>
            <a:pPr indent="-317500" lvl="0" marL="457200" rtl="0" algn="l">
              <a:spcBef>
                <a:spcPts val="600"/>
              </a:spcBef>
              <a:spcAft>
                <a:spcPts val="0"/>
              </a:spcAft>
              <a:buClr>
                <a:schemeClr val="dk1"/>
              </a:buClr>
              <a:buSzPts val="1400"/>
              <a:buFont typeface="Consolas"/>
              <a:buAutoNum type="arabicPeriod"/>
            </a:pPr>
            <a:r>
              <a:rPr b="1" lang="en" sz="1400">
                <a:solidFill>
                  <a:schemeClr val="dk1"/>
                </a:solidFill>
                <a:highlight>
                  <a:schemeClr val="lt1"/>
                </a:highlight>
                <a:latin typeface="Consolas"/>
                <a:ea typeface="Consolas"/>
                <a:cs typeface="Consolas"/>
                <a:sym typeface="Consolas"/>
              </a:rPr>
              <a:t>PERSONAL</a:t>
            </a:r>
            <a:endParaRPr b="1" sz="1400">
              <a:solidFill>
                <a:schemeClr val="dk1"/>
              </a:solidFill>
              <a:highlight>
                <a:schemeClr val="lt1"/>
              </a:highlight>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sz="1200">
                <a:solidFill>
                  <a:schemeClr val="dk1"/>
                </a:solidFill>
                <a:highlight>
                  <a:schemeClr val="lt1"/>
                </a:highlight>
                <a:latin typeface="Consolas"/>
                <a:ea typeface="Consolas"/>
                <a:cs typeface="Consolas"/>
                <a:sym typeface="Consolas"/>
              </a:rPr>
              <a:t>Age, gender, scholarship, work, activity, partner, salary, transport, living, sex, regular artistic/sports activity, total salary, transportation to university, accommodation type</a:t>
            </a:r>
            <a:endParaRPr sz="1200">
              <a:solidFill>
                <a:schemeClr val="dk1"/>
              </a:solidFill>
              <a:highlight>
                <a:schemeClr val="lt1"/>
              </a:highlight>
              <a:latin typeface="Consolas"/>
              <a:ea typeface="Consolas"/>
              <a:cs typeface="Consolas"/>
              <a:sym typeface="Consolas"/>
            </a:endParaRPr>
          </a:p>
          <a:p>
            <a:pPr indent="-317500" lvl="0" marL="457200" rtl="0" algn="l">
              <a:spcBef>
                <a:spcPts val="600"/>
              </a:spcBef>
              <a:spcAft>
                <a:spcPts val="0"/>
              </a:spcAft>
              <a:buClr>
                <a:schemeClr val="dk1"/>
              </a:buClr>
              <a:buSzPts val="1400"/>
              <a:buFont typeface="Consolas"/>
              <a:buAutoNum type="arabicPeriod"/>
            </a:pPr>
            <a:r>
              <a:rPr b="1" lang="en" sz="1400">
                <a:solidFill>
                  <a:schemeClr val="dk1"/>
                </a:solidFill>
                <a:highlight>
                  <a:schemeClr val="lt1"/>
                </a:highlight>
                <a:latin typeface="Consolas"/>
                <a:ea typeface="Consolas"/>
                <a:cs typeface="Consolas"/>
                <a:sym typeface="Consolas"/>
              </a:rPr>
              <a:t>FAMILIAL</a:t>
            </a:r>
            <a:endParaRPr b="1" sz="1400">
              <a:solidFill>
                <a:schemeClr val="dk1"/>
              </a:solidFill>
              <a:highlight>
                <a:schemeClr val="lt1"/>
              </a:highlight>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sz="1200">
                <a:solidFill>
                  <a:schemeClr val="dk1"/>
                </a:solidFill>
                <a:highlight>
                  <a:schemeClr val="lt1"/>
                </a:highlight>
                <a:latin typeface="Consolas"/>
                <a:ea typeface="Consolas"/>
                <a:cs typeface="Consolas"/>
                <a:sym typeface="Consolas"/>
              </a:rPr>
              <a:t>Mother’s education ,father’s education, number of brothers/sisters, parental status (married/divorced), mother’s occupation, father’s occupation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1a341b81e12_1_8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1a341b81e12_1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1a1f9622562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1a1f962256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
            </a:r>
            <a:r>
              <a:rPr lang="en"/>
              <a:t>on’ t hate me but could we potentially use like blank white slides or a more simple theme</a:t>
            </a:r>
            <a:endParaRPr/>
          </a:p>
          <a:p>
            <a:pPr indent="0" lvl="0" marL="0" rtl="0" algn="l">
              <a:spcBef>
                <a:spcPts val="0"/>
              </a:spcBef>
              <a:spcAft>
                <a:spcPts val="0"/>
              </a:spcAft>
              <a:buNone/>
            </a:pPr>
            <a:r>
              <a:rPr lang="en"/>
              <a:t>Ill make  a new presentation and copy </a:t>
            </a:r>
            <a:r>
              <a:rPr lang="en"/>
              <a:t>everything</a:t>
            </a:r>
            <a:r>
              <a:rPr lang="en"/>
              <a:t> is that fine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1a205e90863_0_2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1a205e9086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Based on the subplot above, in this sample, male students were the only ones to achieve high grades and also shared most of the distibution for the worst grades. Solely from a data perspective, being male could have played in a role in whether the student had the ability to get a higher grade.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1a341b81e12_1_8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1a341b81e12_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1a341b81e12_1_6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1a341b81e12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1a205e90863_1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1a205e9086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best suited ML option for the ordinal and non-continuous data at our disposal we determined was the k-NN classifier. Particularly, we were interested in a method that would be supervised so there would be output predictions based on the patterns discerned from data, which is the basis of our project goal. The k-NN classifier will be split up into three different segmentations of the data, and then with one overall classifier with all input functions. The three segmentations will be based on the category of questions the data focuses on: familial, personal, or educational matters which we had mentioned before.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Pitfalls: a classifier when calculating accuracy and interpreting the effectiveness of the predictions does not take into account the difference in grades. For instance, the classifier would consider mistakenly classifying a student who was in the highest rank of grades (7) as someone who received the next rank of grades (6) the same gravity of mistake as classifying that same person as someone who received the lowest rank of grades (1). This will make the accuracy of the classifier appear better than something like a regressor. </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1a3155c4a4e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1a3155c4a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best suited ML option for the ordinal and non-continuous data at our disposal we determined was the k-NN classifier. Particularly, we were interested in a method that would be supervised so there would be output predictions based on the patterns discerned from data, which is the basis of our project goal. The k-NN classifier will be split up into three different segmentations of the data, and then with one overall classifier with all input functions. The three segmentations will be based on the category of questions the data focuses on: familial, personal, or educational matters which we had mentioned before.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Pitfalls: a classifier when calculating accuracy and interpreting the effectiveness of the predictions does not take into account the difference in grades. For instance, the classifier would consider mistakenly classifying a student who was in the highest rank of grades (7) as someone who received the next rank of grades (6) the same gravity of mistake as classifying that same person as someone who received the lowest rank of grades (1). This will make the accuracy of the classifier appear better than something like a regressor. </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1a205e90863_0_3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1a205e90863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1a341b81e12_1_1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1a341b81e12_1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1a205e90863_1_1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1a205e90863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1a341b81e12_1_4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1a341b81e12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1a205e90863_2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1a205e90863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33" name="Shape 33"/>
        <p:cNvGrpSpPr/>
        <p:nvPr/>
      </p:nvGrpSpPr>
      <p:grpSpPr>
        <a:xfrm>
          <a:off x="0" y="0"/>
          <a:ext cx="0" cy="0"/>
          <a:chOff x="0" y="0"/>
          <a:chExt cx="0" cy="0"/>
        </a:xfrm>
      </p:grpSpPr>
      <p:sp>
        <p:nvSpPr>
          <p:cNvPr id="34" name="Google Shape;34;p2"/>
          <p:cNvSpPr/>
          <p:nvPr/>
        </p:nvSpPr>
        <p:spPr>
          <a:xfrm>
            <a:off x="-26775" y="2008375"/>
            <a:ext cx="9210650" cy="3172625"/>
          </a:xfrm>
          <a:custGeom>
            <a:rect b="b" l="l" r="r" t="t"/>
            <a:pathLst>
              <a:path extrusionOk="0" h="126905" w="368426">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chemeClr val="accent5"/>
          </a:solidFill>
          <a:ln>
            <a:noFill/>
          </a:ln>
        </p:spPr>
      </p:sp>
      <p:sp>
        <p:nvSpPr>
          <p:cNvPr id="35" name="Google Shape;35;p2"/>
          <p:cNvSpPr/>
          <p:nvPr/>
        </p:nvSpPr>
        <p:spPr>
          <a:xfrm>
            <a:off x="-26775" y="2139700"/>
            <a:ext cx="9210650" cy="3041300"/>
          </a:xfrm>
          <a:custGeom>
            <a:rect b="b" l="l" r="r" t="t"/>
            <a:pathLst>
              <a:path extrusionOk="0" h="121652" w="368426">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00CEF6">
              <a:alpha val="73460"/>
            </a:srgbClr>
          </a:solidFill>
          <a:ln>
            <a:noFill/>
          </a:ln>
        </p:spPr>
      </p:sp>
      <p:sp>
        <p:nvSpPr>
          <p:cNvPr id="36" name="Google Shape;36;p2"/>
          <p:cNvSpPr/>
          <p:nvPr/>
        </p:nvSpPr>
        <p:spPr>
          <a:xfrm rot="8100000">
            <a:off x="1847981" y="1814569"/>
            <a:ext cx="122612" cy="122612"/>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rot="8100000">
            <a:off x="6038981" y="2098419"/>
            <a:ext cx="122612" cy="122612"/>
          </a:xfrm>
          <a:prstGeom prst="teardrop">
            <a:avLst>
              <a:gd fmla="val 100000"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rot="8100000">
            <a:off x="7181981" y="2131769"/>
            <a:ext cx="122612" cy="122612"/>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2"/>
          <p:cNvGrpSpPr/>
          <p:nvPr/>
        </p:nvGrpSpPr>
        <p:grpSpPr>
          <a:xfrm>
            <a:off x="-9525" y="2024075"/>
            <a:ext cx="9167825" cy="595300"/>
            <a:chOff x="-9525" y="4462475"/>
            <a:chExt cx="9167825" cy="595300"/>
          </a:xfrm>
        </p:grpSpPr>
        <p:sp>
          <p:nvSpPr>
            <p:cNvPr id="40" name="Google Shape;40;p2"/>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chemeClr val="accent2"/>
              </a:solidFill>
              <a:prstDash val="solid"/>
              <a:round/>
              <a:headEnd len="med" w="med" type="none"/>
              <a:tailEnd len="med" w="med" type="none"/>
            </a:ln>
          </p:spPr>
        </p:sp>
        <p:sp>
          <p:nvSpPr>
            <p:cNvPr id="41" name="Google Shape;41;p2"/>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chemeClr val="accent2"/>
              </a:solidFill>
              <a:prstDash val="solid"/>
              <a:round/>
              <a:headEnd len="med" w="med" type="none"/>
              <a:tailEnd len="med" w="med" type="none"/>
            </a:ln>
          </p:spPr>
        </p:sp>
        <p:sp>
          <p:nvSpPr>
            <p:cNvPr id="42" name="Google Shape;42;p2"/>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chemeClr val="accent2"/>
              </a:solidFill>
              <a:prstDash val="solid"/>
              <a:round/>
              <a:headEnd len="med" w="med" type="none"/>
              <a:tailEnd len="med" w="med" type="none"/>
            </a:ln>
          </p:spPr>
        </p:sp>
      </p:grpSp>
      <p:grpSp>
        <p:nvGrpSpPr>
          <p:cNvPr id="43" name="Google Shape;43;p2"/>
          <p:cNvGrpSpPr/>
          <p:nvPr/>
        </p:nvGrpSpPr>
        <p:grpSpPr>
          <a:xfrm>
            <a:off x="-42837" y="2005088"/>
            <a:ext cx="9229575" cy="642787"/>
            <a:chOff x="-42837" y="4443488"/>
            <a:chExt cx="9229575" cy="642787"/>
          </a:xfrm>
        </p:grpSpPr>
        <p:sp>
          <p:nvSpPr>
            <p:cNvPr id="44" name="Google Shape;44;p2"/>
            <p:cNvSpPr/>
            <p:nvPr/>
          </p:nvSpPr>
          <p:spPr>
            <a:xfrm>
              <a:off x="1114450" y="49006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1495450" y="502927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733450" y="49721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352450" y="49626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42837" y="46054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1876450" y="48340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2257450" y="48292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2638450" y="454826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3019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3400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3781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4162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4543450" y="46673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4924450" y="45435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5305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5686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6067450" y="48483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6448450" y="47292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6829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7210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7591450" y="44434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7972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8353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8734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9129738" y="48673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 name="Google Shape;69;p2"/>
          <p:cNvSpPr/>
          <p:nvPr/>
        </p:nvSpPr>
        <p:spPr>
          <a:xfrm>
            <a:off x="2990700" y="214780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1085700" y="243355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4895700" y="2077632"/>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rot="8100000">
            <a:off x="8699949" y="1890769"/>
            <a:ext cx="122612" cy="122612"/>
          </a:xfrm>
          <a:prstGeom prst="teardrop">
            <a:avLst>
              <a:gd fmla="val 100000"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txBox="1"/>
          <p:nvPr>
            <p:ph type="ctrTitle"/>
          </p:nvPr>
        </p:nvSpPr>
        <p:spPr>
          <a:xfrm>
            <a:off x="2847975" y="3363425"/>
            <a:ext cx="5610300" cy="1159800"/>
          </a:xfrm>
          <a:prstGeom prst="rect">
            <a:avLst/>
          </a:prstGeom>
        </p:spPr>
        <p:txBody>
          <a:bodyPr anchorCtr="0" anchor="ctr" bIns="91425" lIns="91425" spcFirstLastPara="1" rIns="91425" wrap="square" tIns="91425">
            <a:noAutofit/>
          </a:bodyPr>
          <a:lstStyle>
            <a:lvl1pPr lvl="0" algn="r">
              <a:spcBef>
                <a:spcPts val="0"/>
              </a:spcBef>
              <a:spcAft>
                <a:spcPts val="0"/>
              </a:spcAft>
              <a:buClr>
                <a:srgbClr val="FFFFFF"/>
              </a:buClr>
              <a:buSzPts val="4800"/>
              <a:buNone/>
              <a:defRPr sz="4800">
                <a:solidFill>
                  <a:srgbClr val="FFFFFF"/>
                </a:solidFill>
              </a:defRPr>
            </a:lvl1pPr>
            <a:lvl2pPr lvl="1" algn="r">
              <a:spcBef>
                <a:spcPts val="0"/>
              </a:spcBef>
              <a:spcAft>
                <a:spcPts val="0"/>
              </a:spcAft>
              <a:buClr>
                <a:srgbClr val="FFFFFF"/>
              </a:buClr>
              <a:buSzPts val="4800"/>
              <a:buNone/>
              <a:defRPr sz="4800">
                <a:solidFill>
                  <a:srgbClr val="FFFFFF"/>
                </a:solidFill>
              </a:defRPr>
            </a:lvl2pPr>
            <a:lvl3pPr lvl="2" algn="r">
              <a:spcBef>
                <a:spcPts val="0"/>
              </a:spcBef>
              <a:spcAft>
                <a:spcPts val="0"/>
              </a:spcAft>
              <a:buClr>
                <a:srgbClr val="FFFFFF"/>
              </a:buClr>
              <a:buSzPts val="4800"/>
              <a:buNone/>
              <a:defRPr sz="4800">
                <a:solidFill>
                  <a:srgbClr val="FFFFFF"/>
                </a:solidFill>
              </a:defRPr>
            </a:lvl3pPr>
            <a:lvl4pPr lvl="3" algn="r">
              <a:spcBef>
                <a:spcPts val="0"/>
              </a:spcBef>
              <a:spcAft>
                <a:spcPts val="0"/>
              </a:spcAft>
              <a:buClr>
                <a:srgbClr val="FFFFFF"/>
              </a:buClr>
              <a:buSzPts val="4800"/>
              <a:buNone/>
              <a:defRPr sz="4800">
                <a:solidFill>
                  <a:srgbClr val="FFFFFF"/>
                </a:solidFill>
              </a:defRPr>
            </a:lvl4pPr>
            <a:lvl5pPr lvl="4" algn="r">
              <a:spcBef>
                <a:spcPts val="0"/>
              </a:spcBef>
              <a:spcAft>
                <a:spcPts val="0"/>
              </a:spcAft>
              <a:buClr>
                <a:srgbClr val="FFFFFF"/>
              </a:buClr>
              <a:buSzPts val="4800"/>
              <a:buNone/>
              <a:defRPr sz="4800">
                <a:solidFill>
                  <a:srgbClr val="FFFFFF"/>
                </a:solidFill>
              </a:defRPr>
            </a:lvl5pPr>
            <a:lvl6pPr lvl="5" algn="r">
              <a:spcBef>
                <a:spcPts val="0"/>
              </a:spcBef>
              <a:spcAft>
                <a:spcPts val="0"/>
              </a:spcAft>
              <a:buClr>
                <a:srgbClr val="FFFFFF"/>
              </a:buClr>
              <a:buSzPts val="4800"/>
              <a:buNone/>
              <a:defRPr sz="4800">
                <a:solidFill>
                  <a:srgbClr val="FFFFFF"/>
                </a:solidFill>
              </a:defRPr>
            </a:lvl6pPr>
            <a:lvl7pPr lvl="6" algn="r">
              <a:spcBef>
                <a:spcPts val="0"/>
              </a:spcBef>
              <a:spcAft>
                <a:spcPts val="0"/>
              </a:spcAft>
              <a:buClr>
                <a:srgbClr val="FFFFFF"/>
              </a:buClr>
              <a:buSzPts val="4800"/>
              <a:buNone/>
              <a:defRPr sz="4800">
                <a:solidFill>
                  <a:srgbClr val="FFFFFF"/>
                </a:solidFill>
              </a:defRPr>
            </a:lvl7pPr>
            <a:lvl8pPr lvl="7" algn="r">
              <a:spcBef>
                <a:spcPts val="0"/>
              </a:spcBef>
              <a:spcAft>
                <a:spcPts val="0"/>
              </a:spcAft>
              <a:buClr>
                <a:srgbClr val="FFFFFF"/>
              </a:buClr>
              <a:buSzPts val="4800"/>
              <a:buNone/>
              <a:defRPr sz="4800">
                <a:solidFill>
                  <a:srgbClr val="FFFFFF"/>
                </a:solidFill>
              </a:defRPr>
            </a:lvl8pPr>
            <a:lvl9pPr lvl="8" algn="r">
              <a:spcBef>
                <a:spcPts val="0"/>
              </a:spcBef>
              <a:spcAft>
                <a:spcPts val="0"/>
              </a:spcAft>
              <a:buClr>
                <a:srgbClr val="FFFFFF"/>
              </a:buClr>
              <a:buSzPts val="4800"/>
              <a:buNone/>
              <a:defRPr sz="4800">
                <a:solidFill>
                  <a:srgbClr val="FFFFFF"/>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74" name="Shape 74"/>
        <p:cNvGrpSpPr/>
        <p:nvPr/>
      </p:nvGrpSpPr>
      <p:grpSpPr>
        <a:xfrm>
          <a:off x="0" y="0"/>
          <a:ext cx="0" cy="0"/>
          <a:chOff x="0" y="0"/>
          <a:chExt cx="0" cy="0"/>
        </a:xfrm>
      </p:grpSpPr>
      <p:sp>
        <p:nvSpPr>
          <p:cNvPr id="75" name="Google Shape;75;p3"/>
          <p:cNvSpPr/>
          <p:nvPr/>
        </p:nvSpPr>
        <p:spPr>
          <a:xfrm>
            <a:off x="-26775" y="2008375"/>
            <a:ext cx="9210650" cy="3172625"/>
          </a:xfrm>
          <a:custGeom>
            <a:rect b="b" l="l" r="r" t="t"/>
            <a:pathLst>
              <a:path extrusionOk="0" h="126905" w="368426">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chemeClr val="accent5"/>
          </a:solidFill>
          <a:ln>
            <a:noFill/>
          </a:ln>
        </p:spPr>
      </p:sp>
      <p:sp>
        <p:nvSpPr>
          <p:cNvPr id="76" name="Google Shape;76;p3"/>
          <p:cNvSpPr/>
          <p:nvPr/>
        </p:nvSpPr>
        <p:spPr>
          <a:xfrm>
            <a:off x="-26775" y="2139700"/>
            <a:ext cx="9210650" cy="3041300"/>
          </a:xfrm>
          <a:custGeom>
            <a:rect b="b" l="l" r="r" t="t"/>
            <a:pathLst>
              <a:path extrusionOk="0" h="121652" w="368426">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00CEF6">
              <a:alpha val="73460"/>
            </a:srgbClr>
          </a:solidFill>
          <a:ln>
            <a:noFill/>
          </a:ln>
        </p:spPr>
      </p:sp>
      <p:sp>
        <p:nvSpPr>
          <p:cNvPr id="77" name="Google Shape;77;p3"/>
          <p:cNvSpPr/>
          <p:nvPr/>
        </p:nvSpPr>
        <p:spPr>
          <a:xfrm rot="8100000">
            <a:off x="1847981" y="1814569"/>
            <a:ext cx="122612" cy="122612"/>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rot="8100000">
            <a:off x="6038981" y="2098419"/>
            <a:ext cx="122612" cy="122612"/>
          </a:xfrm>
          <a:prstGeom prst="teardrop">
            <a:avLst>
              <a:gd fmla="val 100000"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rot="8100000">
            <a:off x="7181981" y="2131769"/>
            <a:ext cx="122612" cy="122612"/>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3"/>
          <p:cNvGrpSpPr/>
          <p:nvPr/>
        </p:nvGrpSpPr>
        <p:grpSpPr>
          <a:xfrm>
            <a:off x="-9525" y="2024075"/>
            <a:ext cx="9167825" cy="595300"/>
            <a:chOff x="-9525" y="4462475"/>
            <a:chExt cx="9167825" cy="595300"/>
          </a:xfrm>
        </p:grpSpPr>
        <p:sp>
          <p:nvSpPr>
            <p:cNvPr id="81" name="Google Shape;81;p3"/>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rgbClr val="3C78D8"/>
              </a:solidFill>
              <a:prstDash val="solid"/>
              <a:round/>
              <a:headEnd len="med" w="med" type="none"/>
              <a:tailEnd len="med" w="med" type="none"/>
            </a:ln>
          </p:spPr>
        </p:sp>
        <p:sp>
          <p:nvSpPr>
            <p:cNvPr id="82" name="Google Shape;82;p3"/>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rgbClr val="3C78D8"/>
              </a:solidFill>
              <a:prstDash val="solid"/>
              <a:round/>
              <a:headEnd len="med" w="med" type="none"/>
              <a:tailEnd len="med" w="med" type="none"/>
            </a:ln>
          </p:spPr>
        </p:sp>
        <p:sp>
          <p:nvSpPr>
            <p:cNvPr id="83" name="Google Shape;83;p3"/>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rgbClr val="3C78D8"/>
              </a:solidFill>
              <a:prstDash val="solid"/>
              <a:round/>
              <a:headEnd len="med" w="med" type="none"/>
              <a:tailEnd len="med" w="med" type="none"/>
            </a:ln>
          </p:spPr>
        </p:sp>
      </p:grpSp>
      <p:grpSp>
        <p:nvGrpSpPr>
          <p:cNvPr id="84" name="Google Shape;84;p3"/>
          <p:cNvGrpSpPr/>
          <p:nvPr/>
        </p:nvGrpSpPr>
        <p:grpSpPr>
          <a:xfrm>
            <a:off x="-42837" y="2005088"/>
            <a:ext cx="9229575" cy="642787"/>
            <a:chOff x="-42837" y="4443488"/>
            <a:chExt cx="9229575" cy="642787"/>
          </a:xfrm>
        </p:grpSpPr>
        <p:sp>
          <p:nvSpPr>
            <p:cNvPr id="85" name="Google Shape;85;p3"/>
            <p:cNvSpPr/>
            <p:nvPr/>
          </p:nvSpPr>
          <p:spPr>
            <a:xfrm>
              <a:off x="1114450" y="49006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1495450" y="502927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733450" y="49721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p:nvPr/>
          </p:nvSpPr>
          <p:spPr>
            <a:xfrm>
              <a:off x="352450" y="49626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42837" y="46054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1876450" y="48340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a:off x="2257450" y="48292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2638450" y="454826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3019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3400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a:off x="3781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p:nvPr/>
          </p:nvSpPr>
          <p:spPr>
            <a:xfrm>
              <a:off x="4162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a:off x="4543450" y="46673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4924450" y="45435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p:nvPr/>
          </p:nvSpPr>
          <p:spPr>
            <a:xfrm>
              <a:off x="5305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
            <p:cNvSpPr/>
            <p:nvPr/>
          </p:nvSpPr>
          <p:spPr>
            <a:xfrm>
              <a:off x="5686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p:nvPr/>
          </p:nvSpPr>
          <p:spPr>
            <a:xfrm>
              <a:off x="6067450" y="48483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6448450" y="47292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p:nvPr/>
          </p:nvSpPr>
          <p:spPr>
            <a:xfrm>
              <a:off x="6829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7210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7591450" y="44434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a:off x="7972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8353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8734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9129738" y="48673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 name="Google Shape;110;p3"/>
          <p:cNvSpPr/>
          <p:nvPr/>
        </p:nvSpPr>
        <p:spPr>
          <a:xfrm>
            <a:off x="2990700" y="214780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1085700" y="243355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a:off x="4895700" y="2077632"/>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rot="8100000">
            <a:off x="8699949" y="1890769"/>
            <a:ext cx="122612" cy="122612"/>
          </a:xfrm>
          <a:prstGeom prst="teardrop">
            <a:avLst>
              <a:gd fmla="val 100000"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txBox="1"/>
          <p:nvPr>
            <p:ph type="ctrTitle"/>
          </p:nvPr>
        </p:nvSpPr>
        <p:spPr>
          <a:xfrm>
            <a:off x="2309350" y="3031150"/>
            <a:ext cx="5214600" cy="11598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FFFFFF"/>
              </a:buClr>
              <a:buSzPts val="3600"/>
              <a:buNone/>
              <a:defRPr sz="3600">
                <a:solidFill>
                  <a:srgbClr val="FFFFFF"/>
                </a:solidFill>
              </a:defRPr>
            </a:lvl1pPr>
            <a:lvl2pPr lvl="1" rtl="0" algn="r">
              <a:spcBef>
                <a:spcPts val="0"/>
              </a:spcBef>
              <a:spcAft>
                <a:spcPts val="0"/>
              </a:spcAft>
              <a:buClr>
                <a:srgbClr val="FFFFFF"/>
              </a:buClr>
              <a:buSzPts val="3600"/>
              <a:buNone/>
              <a:defRPr sz="3600">
                <a:solidFill>
                  <a:srgbClr val="FFFFFF"/>
                </a:solidFill>
              </a:defRPr>
            </a:lvl2pPr>
            <a:lvl3pPr lvl="2" rtl="0" algn="r">
              <a:spcBef>
                <a:spcPts val="0"/>
              </a:spcBef>
              <a:spcAft>
                <a:spcPts val="0"/>
              </a:spcAft>
              <a:buClr>
                <a:srgbClr val="FFFFFF"/>
              </a:buClr>
              <a:buSzPts val="3600"/>
              <a:buNone/>
              <a:defRPr sz="3600">
                <a:solidFill>
                  <a:srgbClr val="FFFFFF"/>
                </a:solidFill>
              </a:defRPr>
            </a:lvl3pPr>
            <a:lvl4pPr lvl="3" rtl="0" algn="r">
              <a:spcBef>
                <a:spcPts val="0"/>
              </a:spcBef>
              <a:spcAft>
                <a:spcPts val="0"/>
              </a:spcAft>
              <a:buClr>
                <a:srgbClr val="FFFFFF"/>
              </a:buClr>
              <a:buSzPts val="3600"/>
              <a:buNone/>
              <a:defRPr sz="3600">
                <a:solidFill>
                  <a:srgbClr val="FFFFFF"/>
                </a:solidFill>
              </a:defRPr>
            </a:lvl4pPr>
            <a:lvl5pPr lvl="4" rtl="0" algn="r">
              <a:spcBef>
                <a:spcPts val="0"/>
              </a:spcBef>
              <a:spcAft>
                <a:spcPts val="0"/>
              </a:spcAft>
              <a:buClr>
                <a:srgbClr val="FFFFFF"/>
              </a:buClr>
              <a:buSzPts val="3600"/>
              <a:buNone/>
              <a:defRPr sz="3600">
                <a:solidFill>
                  <a:srgbClr val="FFFFFF"/>
                </a:solidFill>
              </a:defRPr>
            </a:lvl5pPr>
            <a:lvl6pPr lvl="5" rtl="0" algn="r">
              <a:spcBef>
                <a:spcPts val="0"/>
              </a:spcBef>
              <a:spcAft>
                <a:spcPts val="0"/>
              </a:spcAft>
              <a:buClr>
                <a:srgbClr val="FFFFFF"/>
              </a:buClr>
              <a:buSzPts val="3600"/>
              <a:buNone/>
              <a:defRPr sz="3600">
                <a:solidFill>
                  <a:srgbClr val="FFFFFF"/>
                </a:solidFill>
              </a:defRPr>
            </a:lvl6pPr>
            <a:lvl7pPr lvl="6" rtl="0" algn="r">
              <a:spcBef>
                <a:spcPts val="0"/>
              </a:spcBef>
              <a:spcAft>
                <a:spcPts val="0"/>
              </a:spcAft>
              <a:buClr>
                <a:srgbClr val="FFFFFF"/>
              </a:buClr>
              <a:buSzPts val="3600"/>
              <a:buNone/>
              <a:defRPr sz="3600">
                <a:solidFill>
                  <a:srgbClr val="FFFFFF"/>
                </a:solidFill>
              </a:defRPr>
            </a:lvl7pPr>
            <a:lvl8pPr lvl="7" rtl="0" algn="r">
              <a:spcBef>
                <a:spcPts val="0"/>
              </a:spcBef>
              <a:spcAft>
                <a:spcPts val="0"/>
              </a:spcAft>
              <a:buClr>
                <a:srgbClr val="FFFFFF"/>
              </a:buClr>
              <a:buSzPts val="3600"/>
              <a:buNone/>
              <a:defRPr sz="3600">
                <a:solidFill>
                  <a:srgbClr val="FFFFFF"/>
                </a:solidFill>
              </a:defRPr>
            </a:lvl8pPr>
            <a:lvl9pPr lvl="8" rtl="0" algn="r">
              <a:spcBef>
                <a:spcPts val="0"/>
              </a:spcBef>
              <a:spcAft>
                <a:spcPts val="0"/>
              </a:spcAft>
              <a:buClr>
                <a:srgbClr val="FFFFFF"/>
              </a:buClr>
              <a:buSzPts val="3600"/>
              <a:buNone/>
              <a:defRPr sz="3600">
                <a:solidFill>
                  <a:srgbClr val="FFFFFF"/>
                </a:solidFill>
              </a:defRPr>
            </a:lvl9pPr>
          </a:lstStyle>
          <a:p/>
        </p:txBody>
      </p:sp>
      <p:sp>
        <p:nvSpPr>
          <p:cNvPr id="115" name="Google Shape;115;p3"/>
          <p:cNvSpPr txBox="1"/>
          <p:nvPr>
            <p:ph idx="1" type="subTitle"/>
          </p:nvPr>
        </p:nvSpPr>
        <p:spPr>
          <a:xfrm>
            <a:off x="2309441" y="4059250"/>
            <a:ext cx="5214600" cy="784800"/>
          </a:xfrm>
          <a:prstGeom prst="rect">
            <a:avLst/>
          </a:prstGeom>
        </p:spPr>
        <p:txBody>
          <a:bodyPr anchorCtr="0" anchor="t" bIns="91425" lIns="91425" spcFirstLastPara="1" rIns="91425" wrap="square" tIns="91425">
            <a:noAutofit/>
          </a:bodyPr>
          <a:lstStyle>
            <a:lvl1pPr lvl="0" rtl="0" algn="r">
              <a:spcBef>
                <a:spcPts val="0"/>
              </a:spcBef>
              <a:spcAft>
                <a:spcPts val="0"/>
              </a:spcAft>
              <a:buClr>
                <a:srgbClr val="FFFFFF"/>
              </a:buClr>
              <a:buSzPts val="2000"/>
              <a:buNone/>
              <a:defRPr>
                <a:solidFill>
                  <a:srgbClr val="FFFFFF"/>
                </a:solidFill>
              </a:defRPr>
            </a:lvl1pPr>
            <a:lvl2pPr lvl="1" rtl="0" algn="r">
              <a:spcBef>
                <a:spcPts val="0"/>
              </a:spcBef>
              <a:spcAft>
                <a:spcPts val="0"/>
              </a:spcAft>
              <a:buClr>
                <a:srgbClr val="FFFFFF"/>
              </a:buClr>
              <a:buSzPts val="3000"/>
              <a:buNone/>
              <a:defRPr sz="3000">
                <a:solidFill>
                  <a:srgbClr val="FFFFFF"/>
                </a:solidFill>
              </a:defRPr>
            </a:lvl2pPr>
            <a:lvl3pPr lvl="2" rtl="0" algn="r">
              <a:spcBef>
                <a:spcPts val="0"/>
              </a:spcBef>
              <a:spcAft>
                <a:spcPts val="0"/>
              </a:spcAft>
              <a:buClr>
                <a:srgbClr val="FFFFFF"/>
              </a:buClr>
              <a:buSzPts val="3000"/>
              <a:buNone/>
              <a:defRPr sz="3000">
                <a:solidFill>
                  <a:srgbClr val="FFFFFF"/>
                </a:solidFill>
              </a:defRPr>
            </a:lvl3pPr>
            <a:lvl4pPr lvl="3" rtl="0" algn="r">
              <a:spcBef>
                <a:spcPts val="0"/>
              </a:spcBef>
              <a:spcAft>
                <a:spcPts val="0"/>
              </a:spcAft>
              <a:buClr>
                <a:srgbClr val="FFFFFF"/>
              </a:buClr>
              <a:buSzPts val="3000"/>
              <a:buNone/>
              <a:defRPr sz="3000">
                <a:solidFill>
                  <a:srgbClr val="FFFFFF"/>
                </a:solidFill>
              </a:defRPr>
            </a:lvl4pPr>
            <a:lvl5pPr lvl="4" rtl="0" algn="r">
              <a:spcBef>
                <a:spcPts val="0"/>
              </a:spcBef>
              <a:spcAft>
                <a:spcPts val="0"/>
              </a:spcAft>
              <a:buClr>
                <a:srgbClr val="FFFFFF"/>
              </a:buClr>
              <a:buSzPts val="3000"/>
              <a:buNone/>
              <a:defRPr sz="3000">
                <a:solidFill>
                  <a:srgbClr val="FFFFFF"/>
                </a:solidFill>
              </a:defRPr>
            </a:lvl5pPr>
            <a:lvl6pPr lvl="5" rtl="0" algn="r">
              <a:spcBef>
                <a:spcPts val="0"/>
              </a:spcBef>
              <a:spcAft>
                <a:spcPts val="0"/>
              </a:spcAft>
              <a:buClr>
                <a:srgbClr val="FFFFFF"/>
              </a:buClr>
              <a:buSzPts val="3000"/>
              <a:buNone/>
              <a:defRPr sz="3000">
                <a:solidFill>
                  <a:srgbClr val="FFFFFF"/>
                </a:solidFill>
              </a:defRPr>
            </a:lvl6pPr>
            <a:lvl7pPr lvl="6" rtl="0" algn="r">
              <a:spcBef>
                <a:spcPts val="0"/>
              </a:spcBef>
              <a:spcAft>
                <a:spcPts val="0"/>
              </a:spcAft>
              <a:buClr>
                <a:srgbClr val="FFFFFF"/>
              </a:buClr>
              <a:buSzPts val="3000"/>
              <a:buNone/>
              <a:defRPr sz="3000">
                <a:solidFill>
                  <a:srgbClr val="FFFFFF"/>
                </a:solidFill>
              </a:defRPr>
            </a:lvl7pPr>
            <a:lvl8pPr lvl="7" rtl="0" algn="r">
              <a:spcBef>
                <a:spcPts val="0"/>
              </a:spcBef>
              <a:spcAft>
                <a:spcPts val="0"/>
              </a:spcAft>
              <a:buClr>
                <a:srgbClr val="FFFFFF"/>
              </a:buClr>
              <a:buSzPts val="3000"/>
              <a:buNone/>
              <a:defRPr sz="3000">
                <a:solidFill>
                  <a:srgbClr val="FFFFFF"/>
                </a:solidFill>
              </a:defRPr>
            </a:lvl8pPr>
            <a:lvl9pPr lvl="8" rtl="0" algn="r">
              <a:spcBef>
                <a:spcPts val="0"/>
              </a:spcBef>
              <a:spcAft>
                <a:spcPts val="0"/>
              </a:spcAft>
              <a:buClr>
                <a:srgbClr val="FFFFFF"/>
              </a:buClr>
              <a:buSzPts val="3000"/>
              <a:buNone/>
              <a:defRPr sz="3000">
                <a:solidFill>
                  <a:srgbClr val="FFFFFF"/>
                </a:solidFill>
              </a:defRPr>
            </a:lvl9pPr>
          </a:lstStyle>
          <a:p/>
        </p:txBody>
      </p:sp>
      <p:sp>
        <p:nvSpPr>
          <p:cNvPr id="116" name="Google Shape;116;p3"/>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117" name="Shape 117"/>
        <p:cNvGrpSpPr/>
        <p:nvPr/>
      </p:nvGrpSpPr>
      <p:grpSpPr>
        <a:xfrm>
          <a:off x="0" y="0"/>
          <a:ext cx="0" cy="0"/>
          <a:chOff x="0" y="0"/>
          <a:chExt cx="0" cy="0"/>
        </a:xfrm>
      </p:grpSpPr>
      <p:sp>
        <p:nvSpPr>
          <p:cNvPr id="118" name="Google Shape;118;p4"/>
          <p:cNvSpPr txBox="1"/>
          <p:nvPr>
            <p:ph idx="1" type="body"/>
          </p:nvPr>
        </p:nvSpPr>
        <p:spPr>
          <a:xfrm>
            <a:off x="1519975" y="2161800"/>
            <a:ext cx="6104100" cy="819900"/>
          </a:xfrm>
          <a:prstGeom prst="rect">
            <a:avLst/>
          </a:prstGeom>
        </p:spPr>
        <p:txBody>
          <a:bodyPr anchorCtr="0" anchor="ctr" bIns="91425" lIns="91425" spcFirstLastPara="1" rIns="91425" wrap="square" tIns="91425">
            <a:noAutofit/>
          </a:bodyPr>
          <a:lstStyle>
            <a:lvl1pPr indent="-419100" lvl="0" marL="457200" rtl="0" algn="ctr">
              <a:spcBef>
                <a:spcPts val="600"/>
              </a:spcBef>
              <a:spcAft>
                <a:spcPts val="0"/>
              </a:spcAft>
              <a:buSzPts val="3000"/>
              <a:buChar char="◉"/>
              <a:defRPr i="1" sz="3000"/>
            </a:lvl1pPr>
            <a:lvl2pPr indent="-419100" lvl="1" marL="914400" rtl="0" algn="ctr">
              <a:spcBef>
                <a:spcPts val="0"/>
              </a:spcBef>
              <a:spcAft>
                <a:spcPts val="0"/>
              </a:spcAft>
              <a:buSzPts val="3000"/>
              <a:buChar char="◉"/>
              <a:defRPr i="1" sz="3000"/>
            </a:lvl2pPr>
            <a:lvl3pPr indent="-419100" lvl="2" marL="1371600" rtl="0" algn="ctr">
              <a:spcBef>
                <a:spcPts val="0"/>
              </a:spcBef>
              <a:spcAft>
                <a:spcPts val="0"/>
              </a:spcAft>
              <a:buSzPts val="3000"/>
              <a:buChar char="■"/>
              <a:defRPr i="1" sz="3000"/>
            </a:lvl3pPr>
            <a:lvl4pPr indent="-419100" lvl="3" marL="1828800" rtl="0" algn="ctr">
              <a:spcBef>
                <a:spcPts val="0"/>
              </a:spcBef>
              <a:spcAft>
                <a:spcPts val="0"/>
              </a:spcAft>
              <a:buSzPts val="3000"/>
              <a:buChar char="●"/>
              <a:defRPr i="1" sz="3000"/>
            </a:lvl4pPr>
            <a:lvl5pPr indent="-419100" lvl="4" marL="2286000" rtl="0" algn="ctr">
              <a:spcBef>
                <a:spcPts val="0"/>
              </a:spcBef>
              <a:spcAft>
                <a:spcPts val="0"/>
              </a:spcAft>
              <a:buSzPts val="3000"/>
              <a:buChar char="○"/>
              <a:defRPr i="1" sz="3000"/>
            </a:lvl5pPr>
            <a:lvl6pPr indent="-419100" lvl="5" marL="2743200" rtl="0" algn="ctr">
              <a:spcBef>
                <a:spcPts val="0"/>
              </a:spcBef>
              <a:spcAft>
                <a:spcPts val="0"/>
              </a:spcAft>
              <a:buSzPts val="3000"/>
              <a:buChar char="■"/>
              <a:defRPr i="1" sz="3000"/>
            </a:lvl6pPr>
            <a:lvl7pPr indent="-419100" lvl="6" marL="3200400" rtl="0" algn="ctr">
              <a:spcBef>
                <a:spcPts val="0"/>
              </a:spcBef>
              <a:spcAft>
                <a:spcPts val="0"/>
              </a:spcAft>
              <a:buSzPts val="3000"/>
              <a:buChar char="●"/>
              <a:defRPr i="1" sz="3000"/>
            </a:lvl7pPr>
            <a:lvl8pPr indent="-419100" lvl="7" marL="3657600" rtl="0" algn="ctr">
              <a:spcBef>
                <a:spcPts val="0"/>
              </a:spcBef>
              <a:spcAft>
                <a:spcPts val="0"/>
              </a:spcAft>
              <a:buSzPts val="3000"/>
              <a:buChar char="○"/>
              <a:defRPr i="1" sz="3000"/>
            </a:lvl8pPr>
            <a:lvl9pPr indent="-419100" lvl="8" marL="4114800" algn="ctr">
              <a:spcBef>
                <a:spcPts val="0"/>
              </a:spcBef>
              <a:spcAft>
                <a:spcPts val="0"/>
              </a:spcAft>
              <a:buSzPts val="3000"/>
              <a:buChar char="■"/>
              <a:defRPr i="1" sz="3000"/>
            </a:lvl9pPr>
          </a:lstStyle>
          <a:p/>
        </p:txBody>
      </p:sp>
      <p:sp>
        <p:nvSpPr>
          <p:cNvPr id="119" name="Google Shape;119;p4"/>
          <p:cNvSpPr txBox="1"/>
          <p:nvPr/>
        </p:nvSpPr>
        <p:spPr>
          <a:xfrm>
            <a:off x="3593400" y="552769"/>
            <a:ext cx="19572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solidFill>
                  <a:schemeClr val="accent1"/>
                </a:solidFill>
              </a:rPr>
              <a:t>“</a:t>
            </a:r>
            <a:endParaRPr sz="9600">
              <a:solidFill>
                <a:schemeClr val="accent1"/>
              </a:solidFill>
            </a:endParaRPr>
          </a:p>
        </p:txBody>
      </p:sp>
      <p:sp>
        <p:nvSpPr>
          <p:cNvPr id="120" name="Google Shape;120;p4"/>
          <p:cNvSpPr/>
          <p:nvPr/>
        </p:nvSpPr>
        <p:spPr>
          <a:xfrm>
            <a:off x="-28575" y="4446775"/>
            <a:ext cx="9191625" cy="712478"/>
          </a:xfrm>
          <a:custGeom>
            <a:rect b="b" l="l" r="r" t="t"/>
            <a:pathLst>
              <a:path extrusionOk="0" h="41339" w="367665">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chemeClr val="accent5"/>
          </a:solidFill>
          <a:ln>
            <a:noFill/>
          </a:ln>
        </p:spPr>
      </p:sp>
      <p:sp>
        <p:nvSpPr>
          <p:cNvPr id="121" name="Google Shape;121;p4"/>
          <p:cNvSpPr/>
          <p:nvPr/>
        </p:nvSpPr>
        <p:spPr>
          <a:xfrm>
            <a:off x="-28575" y="4578111"/>
            <a:ext cx="9191625" cy="584439"/>
          </a:xfrm>
          <a:custGeom>
            <a:rect b="b" l="l" r="r" t="t"/>
            <a:pathLst>
              <a:path extrusionOk="0" h="33910" w="367665">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00CEF6">
              <a:alpha val="73460"/>
            </a:srgbClr>
          </a:solidFill>
          <a:ln>
            <a:noFill/>
          </a:ln>
        </p:spPr>
      </p:sp>
      <p:sp>
        <p:nvSpPr>
          <p:cNvPr id="122" name="Google Shape;122;p4"/>
          <p:cNvSpPr/>
          <p:nvPr/>
        </p:nvSpPr>
        <p:spPr>
          <a:xfrm rot="8100000">
            <a:off x="1847981" y="4252969"/>
            <a:ext cx="122612" cy="122612"/>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rot="8100000">
            <a:off x="6038981" y="4536819"/>
            <a:ext cx="122612" cy="122612"/>
          </a:xfrm>
          <a:prstGeom prst="teardrop">
            <a:avLst>
              <a:gd fmla="val 100000"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rot="8100000">
            <a:off x="7181981" y="4570169"/>
            <a:ext cx="122612" cy="122612"/>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 name="Google Shape;125;p4"/>
          <p:cNvGrpSpPr/>
          <p:nvPr/>
        </p:nvGrpSpPr>
        <p:grpSpPr>
          <a:xfrm>
            <a:off x="-9525" y="4462475"/>
            <a:ext cx="9167825" cy="595300"/>
            <a:chOff x="-9525" y="4462475"/>
            <a:chExt cx="9167825" cy="595300"/>
          </a:xfrm>
        </p:grpSpPr>
        <p:sp>
          <p:nvSpPr>
            <p:cNvPr id="126" name="Google Shape;126;p4"/>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chemeClr val="accent2"/>
              </a:solidFill>
              <a:prstDash val="solid"/>
              <a:round/>
              <a:headEnd len="med" w="med" type="none"/>
              <a:tailEnd len="med" w="med" type="none"/>
            </a:ln>
          </p:spPr>
        </p:sp>
        <p:sp>
          <p:nvSpPr>
            <p:cNvPr id="127" name="Google Shape;127;p4"/>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chemeClr val="accent2"/>
              </a:solidFill>
              <a:prstDash val="solid"/>
              <a:round/>
              <a:headEnd len="med" w="med" type="none"/>
              <a:tailEnd len="med" w="med" type="none"/>
            </a:ln>
          </p:spPr>
        </p:sp>
        <p:sp>
          <p:nvSpPr>
            <p:cNvPr id="128" name="Google Shape;128;p4"/>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chemeClr val="accent2"/>
              </a:solidFill>
              <a:prstDash val="solid"/>
              <a:round/>
              <a:headEnd len="med" w="med" type="none"/>
              <a:tailEnd len="med" w="med" type="none"/>
            </a:ln>
          </p:spPr>
        </p:sp>
      </p:grpSp>
      <p:grpSp>
        <p:nvGrpSpPr>
          <p:cNvPr id="129" name="Google Shape;129;p4"/>
          <p:cNvGrpSpPr/>
          <p:nvPr/>
        </p:nvGrpSpPr>
        <p:grpSpPr>
          <a:xfrm>
            <a:off x="-42837" y="4443488"/>
            <a:ext cx="9229575" cy="642787"/>
            <a:chOff x="-42837" y="4443488"/>
            <a:chExt cx="9229575" cy="642787"/>
          </a:xfrm>
        </p:grpSpPr>
        <p:sp>
          <p:nvSpPr>
            <p:cNvPr id="130" name="Google Shape;130;p4"/>
            <p:cNvSpPr/>
            <p:nvPr/>
          </p:nvSpPr>
          <p:spPr>
            <a:xfrm>
              <a:off x="1114450" y="49006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
            <p:cNvSpPr/>
            <p:nvPr/>
          </p:nvSpPr>
          <p:spPr>
            <a:xfrm>
              <a:off x="1495450" y="502927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733450" y="49721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352450" y="49626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42837" y="46054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p:nvPr/>
          </p:nvSpPr>
          <p:spPr>
            <a:xfrm>
              <a:off x="1876450" y="48340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2257450" y="48292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2638450" y="454826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3019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a:off x="3400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p:nvPr/>
          </p:nvSpPr>
          <p:spPr>
            <a:xfrm>
              <a:off x="3781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4162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4543450" y="46673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4924450" y="45435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5305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p:nvPr/>
          </p:nvSpPr>
          <p:spPr>
            <a:xfrm>
              <a:off x="5686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
            <p:cNvSpPr/>
            <p:nvPr/>
          </p:nvSpPr>
          <p:spPr>
            <a:xfrm>
              <a:off x="6067450" y="48483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a:off x="6448450" y="47292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4"/>
            <p:cNvSpPr/>
            <p:nvPr/>
          </p:nvSpPr>
          <p:spPr>
            <a:xfrm>
              <a:off x="6829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
            <p:cNvSpPr/>
            <p:nvPr/>
          </p:nvSpPr>
          <p:spPr>
            <a:xfrm>
              <a:off x="7210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4"/>
            <p:cNvSpPr/>
            <p:nvPr/>
          </p:nvSpPr>
          <p:spPr>
            <a:xfrm>
              <a:off x="7591450" y="44434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4"/>
            <p:cNvSpPr/>
            <p:nvPr/>
          </p:nvSpPr>
          <p:spPr>
            <a:xfrm>
              <a:off x="7972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
            <p:cNvSpPr/>
            <p:nvPr/>
          </p:nvSpPr>
          <p:spPr>
            <a:xfrm>
              <a:off x="8353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
            <p:cNvSpPr/>
            <p:nvPr/>
          </p:nvSpPr>
          <p:spPr>
            <a:xfrm>
              <a:off x="8734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4"/>
            <p:cNvSpPr/>
            <p:nvPr/>
          </p:nvSpPr>
          <p:spPr>
            <a:xfrm>
              <a:off x="9129738" y="48673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5" name="Google Shape;155;p4"/>
          <p:cNvSpPr/>
          <p:nvPr/>
        </p:nvSpPr>
        <p:spPr>
          <a:xfrm>
            <a:off x="2990700" y="458620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p:nvPr/>
        </p:nvSpPr>
        <p:spPr>
          <a:xfrm>
            <a:off x="1085700" y="487195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4"/>
          <p:cNvSpPr/>
          <p:nvPr/>
        </p:nvSpPr>
        <p:spPr>
          <a:xfrm>
            <a:off x="4895700" y="4516032"/>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4"/>
          <p:cNvSpPr/>
          <p:nvPr/>
        </p:nvSpPr>
        <p:spPr>
          <a:xfrm rot="8100000">
            <a:off x="8699949" y="4329169"/>
            <a:ext cx="122612" cy="122612"/>
          </a:xfrm>
          <a:prstGeom prst="teardrop">
            <a:avLst>
              <a:gd fmla="val 100000"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160" name="Shape 160"/>
        <p:cNvGrpSpPr/>
        <p:nvPr/>
      </p:nvGrpSpPr>
      <p:grpSpPr>
        <a:xfrm>
          <a:off x="0" y="0"/>
          <a:ext cx="0" cy="0"/>
          <a:chOff x="0" y="0"/>
          <a:chExt cx="0" cy="0"/>
        </a:xfrm>
      </p:grpSpPr>
      <p:sp>
        <p:nvSpPr>
          <p:cNvPr id="161" name="Google Shape;161;p5"/>
          <p:cNvSpPr/>
          <p:nvPr/>
        </p:nvSpPr>
        <p:spPr>
          <a:xfrm>
            <a:off x="-28575" y="4446775"/>
            <a:ext cx="9191625" cy="712478"/>
          </a:xfrm>
          <a:custGeom>
            <a:rect b="b" l="l" r="r" t="t"/>
            <a:pathLst>
              <a:path extrusionOk="0" h="41339" w="367665">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chemeClr val="accent5"/>
          </a:solidFill>
          <a:ln>
            <a:noFill/>
          </a:ln>
        </p:spPr>
      </p:sp>
      <p:sp>
        <p:nvSpPr>
          <p:cNvPr id="162" name="Google Shape;162;p5"/>
          <p:cNvSpPr/>
          <p:nvPr/>
        </p:nvSpPr>
        <p:spPr>
          <a:xfrm>
            <a:off x="-28575" y="4578111"/>
            <a:ext cx="9191625" cy="584439"/>
          </a:xfrm>
          <a:custGeom>
            <a:rect b="b" l="l" r="r" t="t"/>
            <a:pathLst>
              <a:path extrusionOk="0" h="33910" w="367665">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00CEF6">
              <a:alpha val="73460"/>
            </a:srgbClr>
          </a:solidFill>
          <a:ln>
            <a:noFill/>
          </a:ln>
        </p:spPr>
      </p:sp>
      <p:sp>
        <p:nvSpPr>
          <p:cNvPr id="163" name="Google Shape;163;p5"/>
          <p:cNvSpPr/>
          <p:nvPr/>
        </p:nvSpPr>
        <p:spPr>
          <a:xfrm rot="8100000">
            <a:off x="1847981" y="4252969"/>
            <a:ext cx="122612" cy="122612"/>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rot="8100000">
            <a:off x="6038981" y="4536819"/>
            <a:ext cx="122612" cy="122612"/>
          </a:xfrm>
          <a:prstGeom prst="teardrop">
            <a:avLst>
              <a:gd fmla="val 100000"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p:nvPr/>
        </p:nvSpPr>
        <p:spPr>
          <a:xfrm rot="8100000">
            <a:off x="7181981" y="4570169"/>
            <a:ext cx="122612" cy="122612"/>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 name="Google Shape;166;p5"/>
          <p:cNvGrpSpPr/>
          <p:nvPr/>
        </p:nvGrpSpPr>
        <p:grpSpPr>
          <a:xfrm>
            <a:off x="-9525" y="4462475"/>
            <a:ext cx="9167825" cy="595300"/>
            <a:chOff x="-9525" y="4462475"/>
            <a:chExt cx="9167825" cy="595300"/>
          </a:xfrm>
        </p:grpSpPr>
        <p:sp>
          <p:nvSpPr>
            <p:cNvPr id="167" name="Google Shape;167;p5"/>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chemeClr val="accent2"/>
              </a:solidFill>
              <a:prstDash val="solid"/>
              <a:round/>
              <a:headEnd len="med" w="med" type="none"/>
              <a:tailEnd len="med" w="med" type="none"/>
            </a:ln>
          </p:spPr>
        </p:sp>
        <p:sp>
          <p:nvSpPr>
            <p:cNvPr id="168" name="Google Shape;168;p5"/>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chemeClr val="accent2"/>
              </a:solidFill>
              <a:prstDash val="solid"/>
              <a:round/>
              <a:headEnd len="med" w="med" type="none"/>
              <a:tailEnd len="med" w="med" type="none"/>
            </a:ln>
          </p:spPr>
        </p:sp>
        <p:sp>
          <p:nvSpPr>
            <p:cNvPr id="169" name="Google Shape;169;p5"/>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chemeClr val="accent2"/>
              </a:solidFill>
              <a:prstDash val="solid"/>
              <a:round/>
              <a:headEnd len="med" w="med" type="none"/>
              <a:tailEnd len="med" w="med" type="none"/>
            </a:ln>
          </p:spPr>
        </p:sp>
      </p:grpSp>
      <p:grpSp>
        <p:nvGrpSpPr>
          <p:cNvPr id="170" name="Google Shape;170;p5"/>
          <p:cNvGrpSpPr/>
          <p:nvPr/>
        </p:nvGrpSpPr>
        <p:grpSpPr>
          <a:xfrm>
            <a:off x="-42837" y="4443488"/>
            <a:ext cx="9229575" cy="642788"/>
            <a:chOff x="-42837" y="4443488"/>
            <a:chExt cx="9229575" cy="642788"/>
          </a:xfrm>
        </p:grpSpPr>
        <p:sp>
          <p:nvSpPr>
            <p:cNvPr id="171" name="Google Shape;171;p5"/>
            <p:cNvSpPr/>
            <p:nvPr/>
          </p:nvSpPr>
          <p:spPr>
            <a:xfrm>
              <a:off x="1114450" y="49006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
            <p:cNvSpPr/>
            <p:nvPr/>
          </p:nvSpPr>
          <p:spPr>
            <a:xfrm>
              <a:off x="1495450" y="502927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
            <p:cNvSpPr/>
            <p:nvPr/>
          </p:nvSpPr>
          <p:spPr>
            <a:xfrm>
              <a:off x="733450" y="49721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
            <p:cNvSpPr/>
            <p:nvPr/>
          </p:nvSpPr>
          <p:spPr>
            <a:xfrm>
              <a:off x="352450" y="49626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5"/>
            <p:cNvSpPr/>
            <p:nvPr/>
          </p:nvSpPr>
          <p:spPr>
            <a:xfrm>
              <a:off x="-42837" y="46054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5"/>
            <p:cNvSpPr/>
            <p:nvPr/>
          </p:nvSpPr>
          <p:spPr>
            <a:xfrm>
              <a:off x="1876450" y="48340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5"/>
            <p:cNvSpPr/>
            <p:nvPr/>
          </p:nvSpPr>
          <p:spPr>
            <a:xfrm>
              <a:off x="2257450" y="48292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5"/>
            <p:cNvSpPr/>
            <p:nvPr/>
          </p:nvSpPr>
          <p:spPr>
            <a:xfrm>
              <a:off x="2638450" y="454826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5"/>
            <p:cNvSpPr/>
            <p:nvPr/>
          </p:nvSpPr>
          <p:spPr>
            <a:xfrm>
              <a:off x="3019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5"/>
            <p:cNvSpPr/>
            <p:nvPr/>
          </p:nvSpPr>
          <p:spPr>
            <a:xfrm>
              <a:off x="3400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5"/>
            <p:cNvSpPr/>
            <p:nvPr/>
          </p:nvSpPr>
          <p:spPr>
            <a:xfrm>
              <a:off x="3781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5"/>
            <p:cNvSpPr/>
            <p:nvPr/>
          </p:nvSpPr>
          <p:spPr>
            <a:xfrm>
              <a:off x="4162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5"/>
            <p:cNvSpPr/>
            <p:nvPr/>
          </p:nvSpPr>
          <p:spPr>
            <a:xfrm>
              <a:off x="4543450" y="46673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5"/>
            <p:cNvSpPr/>
            <p:nvPr/>
          </p:nvSpPr>
          <p:spPr>
            <a:xfrm>
              <a:off x="4924450" y="45435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5"/>
            <p:cNvSpPr/>
            <p:nvPr/>
          </p:nvSpPr>
          <p:spPr>
            <a:xfrm>
              <a:off x="5305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5"/>
            <p:cNvSpPr/>
            <p:nvPr/>
          </p:nvSpPr>
          <p:spPr>
            <a:xfrm>
              <a:off x="5686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
            <p:cNvSpPr/>
            <p:nvPr/>
          </p:nvSpPr>
          <p:spPr>
            <a:xfrm>
              <a:off x="6067450" y="48483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5"/>
            <p:cNvSpPr/>
            <p:nvPr/>
          </p:nvSpPr>
          <p:spPr>
            <a:xfrm>
              <a:off x="6448450" y="47292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5"/>
            <p:cNvSpPr/>
            <p:nvPr/>
          </p:nvSpPr>
          <p:spPr>
            <a:xfrm>
              <a:off x="6829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
            <p:cNvSpPr/>
            <p:nvPr/>
          </p:nvSpPr>
          <p:spPr>
            <a:xfrm>
              <a:off x="7210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p:nvPr/>
          </p:nvSpPr>
          <p:spPr>
            <a:xfrm>
              <a:off x="7591450" y="44434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5"/>
            <p:cNvSpPr/>
            <p:nvPr/>
          </p:nvSpPr>
          <p:spPr>
            <a:xfrm>
              <a:off x="7972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5"/>
            <p:cNvSpPr/>
            <p:nvPr/>
          </p:nvSpPr>
          <p:spPr>
            <a:xfrm>
              <a:off x="8353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5"/>
            <p:cNvSpPr/>
            <p:nvPr/>
          </p:nvSpPr>
          <p:spPr>
            <a:xfrm>
              <a:off x="8734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p:nvPr/>
          </p:nvSpPr>
          <p:spPr>
            <a:xfrm>
              <a:off x="9129738" y="48673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6" name="Google Shape;196;p5"/>
          <p:cNvSpPr/>
          <p:nvPr/>
        </p:nvSpPr>
        <p:spPr>
          <a:xfrm>
            <a:off x="2990700" y="458620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5"/>
          <p:cNvSpPr/>
          <p:nvPr/>
        </p:nvSpPr>
        <p:spPr>
          <a:xfrm>
            <a:off x="1085700" y="487195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5"/>
          <p:cNvSpPr/>
          <p:nvPr/>
        </p:nvSpPr>
        <p:spPr>
          <a:xfrm>
            <a:off x="4895700" y="4516032"/>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5"/>
          <p:cNvSpPr/>
          <p:nvPr/>
        </p:nvSpPr>
        <p:spPr>
          <a:xfrm rot="8100000">
            <a:off x="8699949" y="4329169"/>
            <a:ext cx="122612" cy="122612"/>
          </a:xfrm>
          <a:prstGeom prst="teardrop">
            <a:avLst>
              <a:gd fmla="val 100000"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5"/>
          <p:cNvSpPr txBox="1"/>
          <p:nvPr>
            <p:ph type="title"/>
          </p:nvPr>
        </p:nvSpPr>
        <p:spPr>
          <a:xfrm>
            <a:off x="1047750" y="634125"/>
            <a:ext cx="6996600" cy="715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01" name="Google Shape;201;p5"/>
          <p:cNvSpPr txBox="1"/>
          <p:nvPr>
            <p:ph idx="1" type="body"/>
          </p:nvPr>
        </p:nvSpPr>
        <p:spPr>
          <a:xfrm>
            <a:off x="1075850" y="1540175"/>
            <a:ext cx="6996600" cy="1922100"/>
          </a:xfrm>
          <a:prstGeom prst="rect">
            <a:avLst/>
          </a:prstGeom>
        </p:spPr>
        <p:txBody>
          <a:bodyPr anchorCtr="0" anchor="t" bIns="91425" lIns="91425" spcFirstLastPara="1" rIns="91425" wrap="square" tIns="91425">
            <a:noAutofit/>
          </a:bodyPr>
          <a:lstStyle>
            <a:lvl1pPr indent="-355600" lvl="0" marL="457200">
              <a:spcBef>
                <a:spcPts val="600"/>
              </a:spcBef>
              <a:spcAft>
                <a:spcPts val="0"/>
              </a:spcAft>
              <a:buSzPts val="20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02" name="Google Shape;202;p5"/>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203" name="Shape 203"/>
        <p:cNvGrpSpPr/>
        <p:nvPr/>
      </p:nvGrpSpPr>
      <p:grpSpPr>
        <a:xfrm>
          <a:off x="0" y="0"/>
          <a:ext cx="0" cy="0"/>
          <a:chOff x="0" y="0"/>
          <a:chExt cx="0" cy="0"/>
        </a:xfrm>
      </p:grpSpPr>
      <p:sp>
        <p:nvSpPr>
          <p:cNvPr id="204" name="Google Shape;204;p6"/>
          <p:cNvSpPr/>
          <p:nvPr/>
        </p:nvSpPr>
        <p:spPr>
          <a:xfrm>
            <a:off x="-28575" y="4446775"/>
            <a:ext cx="9191625" cy="712478"/>
          </a:xfrm>
          <a:custGeom>
            <a:rect b="b" l="l" r="r" t="t"/>
            <a:pathLst>
              <a:path extrusionOk="0" h="41339" w="367665">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chemeClr val="accent5"/>
          </a:solidFill>
          <a:ln>
            <a:noFill/>
          </a:ln>
        </p:spPr>
      </p:sp>
      <p:sp>
        <p:nvSpPr>
          <p:cNvPr id="205" name="Google Shape;205;p6"/>
          <p:cNvSpPr/>
          <p:nvPr/>
        </p:nvSpPr>
        <p:spPr>
          <a:xfrm>
            <a:off x="-28575" y="4578111"/>
            <a:ext cx="9191625" cy="584439"/>
          </a:xfrm>
          <a:custGeom>
            <a:rect b="b" l="l" r="r" t="t"/>
            <a:pathLst>
              <a:path extrusionOk="0" h="33910" w="367665">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00CEF6">
              <a:alpha val="73460"/>
            </a:srgbClr>
          </a:solidFill>
          <a:ln>
            <a:noFill/>
          </a:ln>
        </p:spPr>
      </p:sp>
      <p:sp>
        <p:nvSpPr>
          <p:cNvPr id="206" name="Google Shape;206;p6"/>
          <p:cNvSpPr/>
          <p:nvPr/>
        </p:nvSpPr>
        <p:spPr>
          <a:xfrm rot="8100000">
            <a:off x="1847981" y="4252969"/>
            <a:ext cx="122612" cy="122612"/>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6"/>
          <p:cNvSpPr/>
          <p:nvPr/>
        </p:nvSpPr>
        <p:spPr>
          <a:xfrm rot="8100000">
            <a:off x="6038981" y="4536819"/>
            <a:ext cx="122612" cy="122612"/>
          </a:xfrm>
          <a:prstGeom prst="teardrop">
            <a:avLst>
              <a:gd fmla="val 100000"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6"/>
          <p:cNvSpPr/>
          <p:nvPr/>
        </p:nvSpPr>
        <p:spPr>
          <a:xfrm rot="8100000">
            <a:off x="7181981" y="4570169"/>
            <a:ext cx="122612" cy="122612"/>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9" name="Google Shape;209;p6"/>
          <p:cNvGrpSpPr/>
          <p:nvPr/>
        </p:nvGrpSpPr>
        <p:grpSpPr>
          <a:xfrm>
            <a:off x="-9525" y="4462475"/>
            <a:ext cx="9167825" cy="595300"/>
            <a:chOff x="-9525" y="4462475"/>
            <a:chExt cx="9167825" cy="595300"/>
          </a:xfrm>
        </p:grpSpPr>
        <p:sp>
          <p:nvSpPr>
            <p:cNvPr id="210" name="Google Shape;210;p6"/>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chemeClr val="accent2"/>
              </a:solidFill>
              <a:prstDash val="solid"/>
              <a:round/>
              <a:headEnd len="med" w="med" type="none"/>
              <a:tailEnd len="med" w="med" type="none"/>
            </a:ln>
          </p:spPr>
        </p:sp>
        <p:sp>
          <p:nvSpPr>
            <p:cNvPr id="211" name="Google Shape;211;p6"/>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chemeClr val="accent2"/>
              </a:solidFill>
              <a:prstDash val="solid"/>
              <a:round/>
              <a:headEnd len="med" w="med" type="none"/>
              <a:tailEnd len="med" w="med" type="none"/>
            </a:ln>
          </p:spPr>
        </p:sp>
        <p:sp>
          <p:nvSpPr>
            <p:cNvPr id="212" name="Google Shape;212;p6"/>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chemeClr val="accent2"/>
              </a:solidFill>
              <a:prstDash val="solid"/>
              <a:round/>
              <a:headEnd len="med" w="med" type="none"/>
              <a:tailEnd len="med" w="med" type="none"/>
            </a:ln>
          </p:spPr>
        </p:sp>
      </p:grpSp>
      <p:grpSp>
        <p:nvGrpSpPr>
          <p:cNvPr id="213" name="Google Shape;213;p6"/>
          <p:cNvGrpSpPr/>
          <p:nvPr/>
        </p:nvGrpSpPr>
        <p:grpSpPr>
          <a:xfrm>
            <a:off x="-42837" y="4443488"/>
            <a:ext cx="9229575" cy="642788"/>
            <a:chOff x="-42837" y="4443488"/>
            <a:chExt cx="9229575" cy="642788"/>
          </a:xfrm>
        </p:grpSpPr>
        <p:sp>
          <p:nvSpPr>
            <p:cNvPr id="214" name="Google Shape;214;p6"/>
            <p:cNvSpPr/>
            <p:nvPr/>
          </p:nvSpPr>
          <p:spPr>
            <a:xfrm>
              <a:off x="1114450" y="49006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6"/>
            <p:cNvSpPr/>
            <p:nvPr/>
          </p:nvSpPr>
          <p:spPr>
            <a:xfrm>
              <a:off x="1495450" y="502927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6"/>
            <p:cNvSpPr/>
            <p:nvPr/>
          </p:nvSpPr>
          <p:spPr>
            <a:xfrm>
              <a:off x="733450" y="49721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6"/>
            <p:cNvSpPr/>
            <p:nvPr/>
          </p:nvSpPr>
          <p:spPr>
            <a:xfrm>
              <a:off x="352450" y="49626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6"/>
            <p:cNvSpPr/>
            <p:nvPr/>
          </p:nvSpPr>
          <p:spPr>
            <a:xfrm>
              <a:off x="-42837" y="46054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6"/>
            <p:cNvSpPr/>
            <p:nvPr/>
          </p:nvSpPr>
          <p:spPr>
            <a:xfrm>
              <a:off x="1876450" y="48340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6"/>
            <p:cNvSpPr/>
            <p:nvPr/>
          </p:nvSpPr>
          <p:spPr>
            <a:xfrm>
              <a:off x="2257450" y="48292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6"/>
            <p:cNvSpPr/>
            <p:nvPr/>
          </p:nvSpPr>
          <p:spPr>
            <a:xfrm>
              <a:off x="2638450" y="454826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6"/>
            <p:cNvSpPr/>
            <p:nvPr/>
          </p:nvSpPr>
          <p:spPr>
            <a:xfrm>
              <a:off x="3019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6"/>
            <p:cNvSpPr/>
            <p:nvPr/>
          </p:nvSpPr>
          <p:spPr>
            <a:xfrm>
              <a:off x="3400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6"/>
            <p:cNvSpPr/>
            <p:nvPr/>
          </p:nvSpPr>
          <p:spPr>
            <a:xfrm>
              <a:off x="3781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6"/>
            <p:cNvSpPr/>
            <p:nvPr/>
          </p:nvSpPr>
          <p:spPr>
            <a:xfrm>
              <a:off x="4162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6"/>
            <p:cNvSpPr/>
            <p:nvPr/>
          </p:nvSpPr>
          <p:spPr>
            <a:xfrm>
              <a:off x="4543450" y="46673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6"/>
            <p:cNvSpPr/>
            <p:nvPr/>
          </p:nvSpPr>
          <p:spPr>
            <a:xfrm>
              <a:off x="4924450" y="45435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6"/>
            <p:cNvSpPr/>
            <p:nvPr/>
          </p:nvSpPr>
          <p:spPr>
            <a:xfrm>
              <a:off x="5305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6"/>
            <p:cNvSpPr/>
            <p:nvPr/>
          </p:nvSpPr>
          <p:spPr>
            <a:xfrm>
              <a:off x="5686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6"/>
            <p:cNvSpPr/>
            <p:nvPr/>
          </p:nvSpPr>
          <p:spPr>
            <a:xfrm>
              <a:off x="6067450" y="48483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6"/>
            <p:cNvSpPr/>
            <p:nvPr/>
          </p:nvSpPr>
          <p:spPr>
            <a:xfrm>
              <a:off x="6448450" y="47292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6"/>
            <p:cNvSpPr/>
            <p:nvPr/>
          </p:nvSpPr>
          <p:spPr>
            <a:xfrm>
              <a:off x="6829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6"/>
            <p:cNvSpPr/>
            <p:nvPr/>
          </p:nvSpPr>
          <p:spPr>
            <a:xfrm>
              <a:off x="7210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6"/>
            <p:cNvSpPr/>
            <p:nvPr/>
          </p:nvSpPr>
          <p:spPr>
            <a:xfrm>
              <a:off x="7591450" y="44434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6"/>
            <p:cNvSpPr/>
            <p:nvPr/>
          </p:nvSpPr>
          <p:spPr>
            <a:xfrm>
              <a:off x="7972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6"/>
            <p:cNvSpPr/>
            <p:nvPr/>
          </p:nvSpPr>
          <p:spPr>
            <a:xfrm>
              <a:off x="8353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6"/>
            <p:cNvSpPr/>
            <p:nvPr/>
          </p:nvSpPr>
          <p:spPr>
            <a:xfrm>
              <a:off x="8734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6"/>
            <p:cNvSpPr/>
            <p:nvPr/>
          </p:nvSpPr>
          <p:spPr>
            <a:xfrm>
              <a:off x="9129738" y="48673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9" name="Google Shape;239;p6"/>
          <p:cNvSpPr/>
          <p:nvPr/>
        </p:nvSpPr>
        <p:spPr>
          <a:xfrm>
            <a:off x="2990700" y="458620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6"/>
          <p:cNvSpPr/>
          <p:nvPr/>
        </p:nvSpPr>
        <p:spPr>
          <a:xfrm>
            <a:off x="1085700" y="487195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6"/>
          <p:cNvSpPr/>
          <p:nvPr/>
        </p:nvSpPr>
        <p:spPr>
          <a:xfrm>
            <a:off x="4895700" y="4516032"/>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6"/>
          <p:cNvSpPr/>
          <p:nvPr/>
        </p:nvSpPr>
        <p:spPr>
          <a:xfrm rot="8100000">
            <a:off x="8699949" y="4329169"/>
            <a:ext cx="122612" cy="122612"/>
          </a:xfrm>
          <a:prstGeom prst="teardrop">
            <a:avLst>
              <a:gd fmla="val 100000"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6"/>
          <p:cNvSpPr txBox="1"/>
          <p:nvPr>
            <p:ph type="title"/>
          </p:nvPr>
        </p:nvSpPr>
        <p:spPr>
          <a:xfrm>
            <a:off x="1047750" y="634125"/>
            <a:ext cx="6996600" cy="715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44" name="Google Shape;244;p6"/>
          <p:cNvSpPr txBox="1"/>
          <p:nvPr>
            <p:ph idx="1" type="body"/>
          </p:nvPr>
        </p:nvSpPr>
        <p:spPr>
          <a:xfrm>
            <a:off x="1131500" y="1552950"/>
            <a:ext cx="3339900" cy="2665800"/>
          </a:xfrm>
          <a:prstGeom prst="rect">
            <a:avLst/>
          </a:prstGeom>
        </p:spPr>
        <p:txBody>
          <a:bodyPr anchorCtr="0" anchor="t" bIns="91425" lIns="91425" spcFirstLastPara="1" rIns="91425" wrap="square" tIns="91425">
            <a:noAutofit/>
          </a:bodyPr>
          <a:lstStyle>
            <a:lvl1pPr indent="-342900" lvl="0" marL="457200">
              <a:spcBef>
                <a:spcPts val="600"/>
              </a:spcBef>
              <a:spcAft>
                <a:spcPts val="0"/>
              </a:spcAft>
              <a:buSzPts val="1800"/>
              <a:buChar char="◉"/>
              <a:defRPr sz="18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45" name="Google Shape;245;p6"/>
          <p:cNvSpPr txBox="1"/>
          <p:nvPr>
            <p:ph idx="2" type="body"/>
          </p:nvPr>
        </p:nvSpPr>
        <p:spPr>
          <a:xfrm>
            <a:off x="4672563" y="1552950"/>
            <a:ext cx="3339900" cy="2665800"/>
          </a:xfrm>
          <a:prstGeom prst="rect">
            <a:avLst/>
          </a:prstGeom>
        </p:spPr>
        <p:txBody>
          <a:bodyPr anchorCtr="0" anchor="t" bIns="91425" lIns="91425" spcFirstLastPara="1" rIns="91425" wrap="square" tIns="91425">
            <a:noAutofit/>
          </a:bodyPr>
          <a:lstStyle>
            <a:lvl1pPr indent="-342900" lvl="0" marL="457200">
              <a:spcBef>
                <a:spcPts val="600"/>
              </a:spcBef>
              <a:spcAft>
                <a:spcPts val="0"/>
              </a:spcAft>
              <a:buSzPts val="1800"/>
              <a:buChar char="◉"/>
              <a:defRPr sz="18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46" name="Google Shape;246;p6"/>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247" name="Shape 247"/>
        <p:cNvGrpSpPr/>
        <p:nvPr/>
      </p:nvGrpSpPr>
      <p:grpSpPr>
        <a:xfrm>
          <a:off x="0" y="0"/>
          <a:ext cx="0" cy="0"/>
          <a:chOff x="0" y="0"/>
          <a:chExt cx="0" cy="0"/>
        </a:xfrm>
      </p:grpSpPr>
      <p:sp>
        <p:nvSpPr>
          <p:cNvPr id="248" name="Google Shape;248;p7"/>
          <p:cNvSpPr/>
          <p:nvPr/>
        </p:nvSpPr>
        <p:spPr>
          <a:xfrm>
            <a:off x="-28575" y="4446775"/>
            <a:ext cx="9191625" cy="712478"/>
          </a:xfrm>
          <a:custGeom>
            <a:rect b="b" l="l" r="r" t="t"/>
            <a:pathLst>
              <a:path extrusionOk="0" h="41339" w="367665">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chemeClr val="accent5"/>
          </a:solidFill>
          <a:ln>
            <a:noFill/>
          </a:ln>
        </p:spPr>
      </p:sp>
      <p:sp>
        <p:nvSpPr>
          <p:cNvPr id="249" name="Google Shape;249;p7"/>
          <p:cNvSpPr/>
          <p:nvPr/>
        </p:nvSpPr>
        <p:spPr>
          <a:xfrm>
            <a:off x="-28575" y="4578111"/>
            <a:ext cx="9191625" cy="584439"/>
          </a:xfrm>
          <a:custGeom>
            <a:rect b="b" l="l" r="r" t="t"/>
            <a:pathLst>
              <a:path extrusionOk="0" h="33910" w="367665">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00CEF6">
              <a:alpha val="73460"/>
            </a:srgbClr>
          </a:solidFill>
          <a:ln>
            <a:noFill/>
          </a:ln>
        </p:spPr>
      </p:sp>
      <p:sp>
        <p:nvSpPr>
          <p:cNvPr id="250" name="Google Shape;250;p7"/>
          <p:cNvSpPr/>
          <p:nvPr/>
        </p:nvSpPr>
        <p:spPr>
          <a:xfrm rot="8100000">
            <a:off x="1847981" y="4252969"/>
            <a:ext cx="122612" cy="122612"/>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7"/>
          <p:cNvSpPr/>
          <p:nvPr/>
        </p:nvSpPr>
        <p:spPr>
          <a:xfrm rot="8100000">
            <a:off x="6038981" y="4536819"/>
            <a:ext cx="122612" cy="122612"/>
          </a:xfrm>
          <a:prstGeom prst="teardrop">
            <a:avLst>
              <a:gd fmla="val 100000"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7"/>
          <p:cNvSpPr/>
          <p:nvPr/>
        </p:nvSpPr>
        <p:spPr>
          <a:xfrm rot="8100000">
            <a:off x="7181981" y="4570169"/>
            <a:ext cx="122612" cy="122612"/>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3" name="Google Shape;253;p7"/>
          <p:cNvGrpSpPr/>
          <p:nvPr/>
        </p:nvGrpSpPr>
        <p:grpSpPr>
          <a:xfrm>
            <a:off x="-9525" y="4462475"/>
            <a:ext cx="9167825" cy="595300"/>
            <a:chOff x="-9525" y="4462475"/>
            <a:chExt cx="9167825" cy="595300"/>
          </a:xfrm>
        </p:grpSpPr>
        <p:sp>
          <p:nvSpPr>
            <p:cNvPr id="254" name="Google Shape;254;p7"/>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chemeClr val="accent2"/>
              </a:solidFill>
              <a:prstDash val="solid"/>
              <a:round/>
              <a:headEnd len="med" w="med" type="none"/>
              <a:tailEnd len="med" w="med" type="none"/>
            </a:ln>
          </p:spPr>
        </p:sp>
        <p:sp>
          <p:nvSpPr>
            <p:cNvPr id="255" name="Google Shape;255;p7"/>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chemeClr val="accent2"/>
              </a:solidFill>
              <a:prstDash val="solid"/>
              <a:round/>
              <a:headEnd len="med" w="med" type="none"/>
              <a:tailEnd len="med" w="med" type="none"/>
            </a:ln>
          </p:spPr>
        </p:sp>
        <p:sp>
          <p:nvSpPr>
            <p:cNvPr id="256" name="Google Shape;256;p7"/>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chemeClr val="accent2"/>
              </a:solidFill>
              <a:prstDash val="solid"/>
              <a:round/>
              <a:headEnd len="med" w="med" type="none"/>
              <a:tailEnd len="med" w="med" type="none"/>
            </a:ln>
          </p:spPr>
        </p:sp>
      </p:grpSp>
      <p:grpSp>
        <p:nvGrpSpPr>
          <p:cNvPr id="257" name="Google Shape;257;p7"/>
          <p:cNvGrpSpPr/>
          <p:nvPr/>
        </p:nvGrpSpPr>
        <p:grpSpPr>
          <a:xfrm>
            <a:off x="-42837" y="4443488"/>
            <a:ext cx="9229575" cy="642788"/>
            <a:chOff x="-42837" y="4443488"/>
            <a:chExt cx="9229575" cy="642788"/>
          </a:xfrm>
        </p:grpSpPr>
        <p:sp>
          <p:nvSpPr>
            <p:cNvPr id="258" name="Google Shape;258;p7"/>
            <p:cNvSpPr/>
            <p:nvPr/>
          </p:nvSpPr>
          <p:spPr>
            <a:xfrm>
              <a:off x="1114450" y="49006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7"/>
            <p:cNvSpPr/>
            <p:nvPr/>
          </p:nvSpPr>
          <p:spPr>
            <a:xfrm>
              <a:off x="1495450" y="502927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7"/>
            <p:cNvSpPr/>
            <p:nvPr/>
          </p:nvSpPr>
          <p:spPr>
            <a:xfrm>
              <a:off x="733450" y="49721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7"/>
            <p:cNvSpPr/>
            <p:nvPr/>
          </p:nvSpPr>
          <p:spPr>
            <a:xfrm>
              <a:off x="352450" y="49626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7"/>
            <p:cNvSpPr/>
            <p:nvPr/>
          </p:nvSpPr>
          <p:spPr>
            <a:xfrm>
              <a:off x="-42837" y="46054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7"/>
            <p:cNvSpPr/>
            <p:nvPr/>
          </p:nvSpPr>
          <p:spPr>
            <a:xfrm>
              <a:off x="1876450" y="48340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7"/>
            <p:cNvSpPr/>
            <p:nvPr/>
          </p:nvSpPr>
          <p:spPr>
            <a:xfrm>
              <a:off x="2257450" y="48292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7"/>
            <p:cNvSpPr/>
            <p:nvPr/>
          </p:nvSpPr>
          <p:spPr>
            <a:xfrm>
              <a:off x="2638450" y="454826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
            <p:cNvSpPr/>
            <p:nvPr/>
          </p:nvSpPr>
          <p:spPr>
            <a:xfrm>
              <a:off x="3019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7"/>
            <p:cNvSpPr/>
            <p:nvPr/>
          </p:nvSpPr>
          <p:spPr>
            <a:xfrm>
              <a:off x="3400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
            <p:cNvSpPr/>
            <p:nvPr/>
          </p:nvSpPr>
          <p:spPr>
            <a:xfrm>
              <a:off x="3781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7"/>
            <p:cNvSpPr/>
            <p:nvPr/>
          </p:nvSpPr>
          <p:spPr>
            <a:xfrm>
              <a:off x="4162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7"/>
            <p:cNvSpPr/>
            <p:nvPr/>
          </p:nvSpPr>
          <p:spPr>
            <a:xfrm>
              <a:off x="4543450" y="46673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7"/>
            <p:cNvSpPr/>
            <p:nvPr/>
          </p:nvSpPr>
          <p:spPr>
            <a:xfrm>
              <a:off x="4924450" y="45435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7"/>
            <p:cNvSpPr/>
            <p:nvPr/>
          </p:nvSpPr>
          <p:spPr>
            <a:xfrm>
              <a:off x="5305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7"/>
            <p:cNvSpPr/>
            <p:nvPr/>
          </p:nvSpPr>
          <p:spPr>
            <a:xfrm>
              <a:off x="5686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7"/>
            <p:cNvSpPr/>
            <p:nvPr/>
          </p:nvSpPr>
          <p:spPr>
            <a:xfrm>
              <a:off x="6067450" y="48483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7"/>
            <p:cNvSpPr/>
            <p:nvPr/>
          </p:nvSpPr>
          <p:spPr>
            <a:xfrm>
              <a:off x="6448450" y="47292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7"/>
            <p:cNvSpPr/>
            <p:nvPr/>
          </p:nvSpPr>
          <p:spPr>
            <a:xfrm>
              <a:off x="6829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7"/>
            <p:cNvSpPr/>
            <p:nvPr/>
          </p:nvSpPr>
          <p:spPr>
            <a:xfrm>
              <a:off x="7210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7"/>
            <p:cNvSpPr/>
            <p:nvPr/>
          </p:nvSpPr>
          <p:spPr>
            <a:xfrm>
              <a:off x="7591450" y="44434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7"/>
            <p:cNvSpPr/>
            <p:nvPr/>
          </p:nvSpPr>
          <p:spPr>
            <a:xfrm>
              <a:off x="7972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7"/>
            <p:cNvSpPr/>
            <p:nvPr/>
          </p:nvSpPr>
          <p:spPr>
            <a:xfrm>
              <a:off x="8353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7"/>
            <p:cNvSpPr/>
            <p:nvPr/>
          </p:nvSpPr>
          <p:spPr>
            <a:xfrm>
              <a:off x="8734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7"/>
            <p:cNvSpPr/>
            <p:nvPr/>
          </p:nvSpPr>
          <p:spPr>
            <a:xfrm>
              <a:off x="9129738" y="48673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3" name="Google Shape;283;p7"/>
          <p:cNvSpPr/>
          <p:nvPr/>
        </p:nvSpPr>
        <p:spPr>
          <a:xfrm>
            <a:off x="2990700" y="458620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7"/>
          <p:cNvSpPr/>
          <p:nvPr/>
        </p:nvSpPr>
        <p:spPr>
          <a:xfrm>
            <a:off x="1085700" y="487195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7"/>
          <p:cNvSpPr/>
          <p:nvPr/>
        </p:nvSpPr>
        <p:spPr>
          <a:xfrm>
            <a:off x="4895700" y="4516032"/>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7"/>
          <p:cNvSpPr/>
          <p:nvPr/>
        </p:nvSpPr>
        <p:spPr>
          <a:xfrm rot="8100000">
            <a:off x="8699949" y="4329169"/>
            <a:ext cx="122612" cy="122612"/>
          </a:xfrm>
          <a:prstGeom prst="teardrop">
            <a:avLst>
              <a:gd fmla="val 100000"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7"/>
          <p:cNvSpPr txBox="1"/>
          <p:nvPr>
            <p:ph type="title"/>
          </p:nvPr>
        </p:nvSpPr>
        <p:spPr>
          <a:xfrm>
            <a:off x="1047750" y="634125"/>
            <a:ext cx="6996600" cy="7158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288" name="Google Shape;288;p7"/>
          <p:cNvSpPr txBox="1"/>
          <p:nvPr>
            <p:ph idx="1" type="body"/>
          </p:nvPr>
        </p:nvSpPr>
        <p:spPr>
          <a:xfrm>
            <a:off x="705900" y="1626600"/>
            <a:ext cx="2471700" cy="27027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289" name="Google Shape;289;p7"/>
          <p:cNvSpPr txBox="1"/>
          <p:nvPr>
            <p:ph idx="2" type="body"/>
          </p:nvPr>
        </p:nvSpPr>
        <p:spPr>
          <a:xfrm>
            <a:off x="3304125" y="1626600"/>
            <a:ext cx="2471700" cy="27027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290" name="Google Shape;290;p7"/>
          <p:cNvSpPr txBox="1"/>
          <p:nvPr>
            <p:ph idx="3" type="body"/>
          </p:nvPr>
        </p:nvSpPr>
        <p:spPr>
          <a:xfrm>
            <a:off x="5902350" y="1626600"/>
            <a:ext cx="2471700" cy="27027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291" name="Google Shape;291;p7"/>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2" name="Shape 292"/>
        <p:cNvGrpSpPr/>
        <p:nvPr/>
      </p:nvGrpSpPr>
      <p:grpSpPr>
        <a:xfrm>
          <a:off x="0" y="0"/>
          <a:ext cx="0" cy="0"/>
          <a:chOff x="0" y="0"/>
          <a:chExt cx="0" cy="0"/>
        </a:xfrm>
      </p:grpSpPr>
      <p:sp>
        <p:nvSpPr>
          <p:cNvPr id="293" name="Google Shape;293;p8"/>
          <p:cNvSpPr/>
          <p:nvPr/>
        </p:nvSpPr>
        <p:spPr>
          <a:xfrm>
            <a:off x="-28575" y="4446775"/>
            <a:ext cx="9191625" cy="712478"/>
          </a:xfrm>
          <a:custGeom>
            <a:rect b="b" l="l" r="r" t="t"/>
            <a:pathLst>
              <a:path extrusionOk="0" h="41339" w="367665">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chemeClr val="accent5"/>
          </a:solidFill>
          <a:ln>
            <a:noFill/>
          </a:ln>
        </p:spPr>
      </p:sp>
      <p:sp>
        <p:nvSpPr>
          <p:cNvPr id="294" name="Google Shape;294;p8"/>
          <p:cNvSpPr/>
          <p:nvPr/>
        </p:nvSpPr>
        <p:spPr>
          <a:xfrm>
            <a:off x="-28575" y="4578111"/>
            <a:ext cx="9191625" cy="584439"/>
          </a:xfrm>
          <a:custGeom>
            <a:rect b="b" l="l" r="r" t="t"/>
            <a:pathLst>
              <a:path extrusionOk="0" h="33910" w="367665">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00CEF6">
              <a:alpha val="73460"/>
            </a:srgbClr>
          </a:solidFill>
          <a:ln>
            <a:noFill/>
          </a:ln>
        </p:spPr>
      </p:sp>
      <p:sp>
        <p:nvSpPr>
          <p:cNvPr id="295" name="Google Shape;295;p8"/>
          <p:cNvSpPr/>
          <p:nvPr/>
        </p:nvSpPr>
        <p:spPr>
          <a:xfrm rot="8100000">
            <a:off x="1847981" y="4252969"/>
            <a:ext cx="122612" cy="122612"/>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8"/>
          <p:cNvSpPr/>
          <p:nvPr/>
        </p:nvSpPr>
        <p:spPr>
          <a:xfrm rot="8100000">
            <a:off x="6038981" y="4536819"/>
            <a:ext cx="122612" cy="122612"/>
          </a:xfrm>
          <a:prstGeom prst="teardrop">
            <a:avLst>
              <a:gd fmla="val 100000"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8"/>
          <p:cNvSpPr/>
          <p:nvPr/>
        </p:nvSpPr>
        <p:spPr>
          <a:xfrm rot="8100000">
            <a:off x="7181981" y="4570169"/>
            <a:ext cx="122612" cy="122612"/>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8" name="Google Shape;298;p8"/>
          <p:cNvGrpSpPr/>
          <p:nvPr/>
        </p:nvGrpSpPr>
        <p:grpSpPr>
          <a:xfrm>
            <a:off x="-9525" y="4462475"/>
            <a:ext cx="9167825" cy="595300"/>
            <a:chOff x="-9525" y="4462475"/>
            <a:chExt cx="9167825" cy="595300"/>
          </a:xfrm>
        </p:grpSpPr>
        <p:sp>
          <p:nvSpPr>
            <p:cNvPr id="299" name="Google Shape;299;p8"/>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chemeClr val="accent2"/>
              </a:solidFill>
              <a:prstDash val="solid"/>
              <a:round/>
              <a:headEnd len="med" w="med" type="none"/>
              <a:tailEnd len="med" w="med" type="none"/>
            </a:ln>
          </p:spPr>
        </p:sp>
        <p:sp>
          <p:nvSpPr>
            <p:cNvPr id="300" name="Google Shape;300;p8"/>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chemeClr val="accent2"/>
              </a:solidFill>
              <a:prstDash val="solid"/>
              <a:round/>
              <a:headEnd len="med" w="med" type="none"/>
              <a:tailEnd len="med" w="med" type="none"/>
            </a:ln>
          </p:spPr>
        </p:sp>
        <p:sp>
          <p:nvSpPr>
            <p:cNvPr id="301" name="Google Shape;301;p8"/>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chemeClr val="accent2"/>
              </a:solidFill>
              <a:prstDash val="solid"/>
              <a:round/>
              <a:headEnd len="med" w="med" type="none"/>
              <a:tailEnd len="med" w="med" type="none"/>
            </a:ln>
          </p:spPr>
        </p:sp>
      </p:grpSp>
      <p:grpSp>
        <p:nvGrpSpPr>
          <p:cNvPr id="302" name="Google Shape;302;p8"/>
          <p:cNvGrpSpPr/>
          <p:nvPr/>
        </p:nvGrpSpPr>
        <p:grpSpPr>
          <a:xfrm>
            <a:off x="-42837" y="4443488"/>
            <a:ext cx="9229575" cy="642788"/>
            <a:chOff x="-42837" y="4443488"/>
            <a:chExt cx="9229575" cy="642788"/>
          </a:xfrm>
        </p:grpSpPr>
        <p:sp>
          <p:nvSpPr>
            <p:cNvPr id="303" name="Google Shape;303;p8"/>
            <p:cNvSpPr/>
            <p:nvPr/>
          </p:nvSpPr>
          <p:spPr>
            <a:xfrm>
              <a:off x="1114450" y="49006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8"/>
            <p:cNvSpPr/>
            <p:nvPr/>
          </p:nvSpPr>
          <p:spPr>
            <a:xfrm>
              <a:off x="1495450" y="502927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8"/>
            <p:cNvSpPr/>
            <p:nvPr/>
          </p:nvSpPr>
          <p:spPr>
            <a:xfrm>
              <a:off x="733450" y="49721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8"/>
            <p:cNvSpPr/>
            <p:nvPr/>
          </p:nvSpPr>
          <p:spPr>
            <a:xfrm>
              <a:off x="352450" y="49626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8"/>
            <p:cNvSpPr/>
            <p:nvPr/>
          </p:nvSpPr>
          <p:spPr>
            <a:xfrm>
              <a:off x="-42837" y="46054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8"/>
            <p:cNvSpPr/>
            <p:nvPr/>
          </p:nvSpPr>
          <p:spPr>
            <a:xfrm>
              <a:off x="1876450" y="48340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8"/>
            <p:cNvSpPr/>
            <p:nvPr/>
          </p:nvSpPr>
          <p:spPr>
            <a:xfrm>
              <a:off x="2257450" y="48292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8"/>
            <p:cNvSpPr/>
            <p:nvPr/>
          </p:nvSpPr>
          <p:spPr>
            <a:xfrm>
              <a:off x="2638450" y="454826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8"/>
            <p:cNvSpPr/>
            <p:nvPr/>
          </p:nvSpPr>
          <p:spPr>
            <a:xfrm>
              <a:off x="3019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8"/>
            <p:cNvSpPr/>
            <p:nvPr/>
          </p:nvSpPr>
          <p:spPr>
            <a:xfrm>
              <a:off x="3400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8"/>
            <p:cNvSpPr/>
            <p:nvPr/>
          </p:nvSpPr>
          <p:spPr>
            <a:xfrm>
              <a:off x="3781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8"/>
            <p:cNvSpPr/>
            <p:nvPr/>
          </p:nvSpPr>
          <p:spPr>
            <a:xfrm>
              <a:off x="4162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8"/>
            <p:cNvSpPr/>
            <p:nvPr/>
          </p:nvSpPr>
          <p:spPr>
            <a:xfrm>
              <a:off x="4543450" y="46673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8"/>
            <p:cNvSpPr/>
            <p:nvPr/>
          </p:nvSpPr>
          <p:spPr>
            <a:xfrm>
              <a:off x="4924450" y="45435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8"/>
            <p:cNvSpPr/>
            <p:nvPr/>
          </p:nvSpPr>
          <p:spPr>
            <a:xfrm>
              <a:off x="5305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8"/>
            <p:cNvSpPr/>
            <p:nvPr/>
          </p:nvSpPr>
          <p:spPr>
            <a:xfrm>
              <a:off x="5686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8"/>
            <p:cNvSpPr/>
            <p:nvPr/>
          </p:nvSpPr>
          <p:spPr>
            <a:xfrm>
              <a:off x="6067450" y="48483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8"/>
            <p:cNvSpPr/>
            <p:nvPr/>
          </p:nvSpPr>
          <p:spPr>
            <a:xfrm>
              <a:off x="6448450" y="47292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8"/>
            <p:cNvSpPr/>
            <p:nvPr/>
          </p:nvSpPr>
          <p:spPr>
            <a:xfrm>
              <a:off x="6829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8"/>
            <p:cNvSpPr/>
            <p:nvPr/>
          </p:nvSpPr>
          <p:spPr>
            <a:xfrm>
              <a:off x="7210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8"/>
            <p:cNvSpPr/>
            <p:nvPr/>
          </p:nvSpPr>
          <p:spPr>
            <a:xfrm>
              <a:off x="7591450" y="44434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8"/>
            <p:cNvSpPr/>
            <p:nvPr/>
          </p:nvSpPr>
          <p:spPr>
            <a:xfrm>
              <a:off x="7972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8"/>
            <p:cNvSpPr/>
            <p:nvPr/>
          </p:nvSpPr>
          <p:spPr>
            <a:xfrm>
              <a:off x="8353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8"/>
            <p:cNvSpPr/>
            <p:nvPr/>
          </p:nvSpPr>
          <p:spPr>
            <a:xfrm>
              <a:off x="8734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8"/>
            <p:cNvSpPr/>
            <p:nvPr/>
          </p:nvSpPr>
          <p:spPr>
            <a:xfrm>
              <a:off x="9129738" y="48673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8" name="Google Shape;328;p8"/>
          <p:cNvSpPr/>
          <p:nvPr/>
        </p:nvSpPr>
        <p:spPr>
          <a:xfrm>
            <a:off x="2990700" y="458620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8"/>
          <p:cNvSpPr/>
          <p:nvPr/>
        </p:nvSpPr>
        <p:spPr>
          <a:xfrm>
            <a:off x="1085700" y="487195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8"/>
          <p:cNvSpPr/>
          <p:nvPr/>
        </p:nvSpPr>
        <p:spPr>
          <a:xfrm>
            <a:off x="4895700" y="4516032"/>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8"/>
          <p:cNvSpPr/>
          <p:nvPr/>
        </p:nvSpPr>
        <p:spPr>
          <a:xfrm rot="8100000">
            <a:off x="8699949" y="4329169"/>
            <a:ext cx="122612" cy="122612"/>
          </a:xfrm>
          <a:prstGeom prst="teardrop">
            <a:avLst>
              <a:gd fmla="val 100000"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8"/>
          <p:cNvSpPr txBox="1"/>
          <p:nvPr>
            <p:ph type="title"/>
          </p:nvPr>
        </p:nvSpPr>
        <p:spPr>
          <a:xfrm>
            <a:off x="1047750" y="634125"/>
            <a:ext cx="6996600" cy="715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333" name="Google Shape;333;p8"/>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34" name="Shape 334"/>
        <p:cNvGrpSpPr/>
        <p:nvPr/>
      </p:nvGrpSpPr>
      <p:grpSpPr>
        <a:xfrm>
          <a:off x="0" y="0"/>
          <a:ext cx="0" cy="0"/>
          <a:chOff x="0" y="0"/>
          <a:chExt cx="0" cy="0"/>
        </a:xfrm>
      </p:grpSpPr>
      <p:sp>
        <p:nvSpPr>
          <p:cNvPr id="335" name="Google Shape;335;p9"/>
          <p:cNvSpPr/>
          <p:nvPr/>
        </p:nvSpPr>
        <p:spPr>
          <a:xfrm>
            <a:off x="-28575" y="4446775"/>
            <a:ext cx="9191625" cy="712478"/>
          </a:xfrm>
          <a:custGeom>
            <a:rect b="b" l="l" r="r" t="t"/>
            <a:pathLst>
              <a:path extrusionOk="0" h="41339" w="367665">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chemeClr val="accent5"/>
          </a:solidFill>
          <a:ln>
            <a:noFill/>
          </a:ln>
        </p:spPr>
      </p:sp>
      <p:sp>
        <p:nvSpPr>
          <p:cNvPr id="336" name="Google Shape;336;p9"/>
          <p:cNvSpPr/>
          <p:nvPr/>
        </p:nvSpPr>
        <p:spPr>
          <a:xfrm>
            <a:off x="-28575" y="4578111"/>
            <a:ext cx="9191625" cy="584439"/>
          </a:xfrm>
          <a:custGeom>
            <a:rect b="b" l="l" r="r" t="t"/>
            <a:pathLst>
              <a:path extrusionOk="0" h="33910" w="367665">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00CEF6">
              <a:alpha val="73460"/>
            </a:srgbClr>
          </a:solidFill>
          <a:ln>
            <a:noFill/>
          </a:ln>
        </p:spPr>
      </p:sp>
      <p:sp>
        <p:nvSpPr>
          <p:cNvPr id="337" name="Google Shape;337;p9"/>
          <p:cNvSpPr/>
          <p:nvPr/>
        </p:nvSpPr>
        <p:spPr>
          <a:xfrm rot="8100000">
            <a:off x="1847981" y="4252969"/>
            <a:ext cx="122612" cy="122612"/>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9"/>
          <p:cNvSpPr/>
          <p:nvPr/>
        </p:nvSpPr>
        <p:spPr>
          <a:xfrm rot="8100000">
            <a:off x="6038981" y="4536819"/>
            <a:ext cx="122612" cy="122612"/>
          </a:xfrm>
          <a:prstGeom prst="teardrop">
            <a:avLst>
              <a:gd fmla="val 100000"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9"/>
          <p:cNvSpPr/>
          <p:nvPr/>
        </p:nvSpPr>
        <p:spPr>
          <a:xfrm rot="8100000">
            <a:off x="7181981" y="4570169"/>
            <a:ext cx="122612" cy="122612"/>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0" name="Google Shape;340;p9"/>
          <p:cNvGrpSpPr/>
          <p:nvPr/>
        </p:nvGrpSpPr>
        <p:grpSpPr>
          <a:xfrm>
            <a:off x="-9525" y="4462475"/>
            <a:ext cx="9167825" cy="595300"/>
            <a:chOff x="-9525" y="4462475"/>
            <a:chExt cx="9167825" cy="595300"/>
          </a:xfrm>
        </p:grpSpPr>
        <p:sp>
          <p:nvSpPr>
            <p:cNvPr id="341" name="Google Shape;341;p9"/>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chemeClr val="accent2"/>
              </a:solidFill>
              <a:prstDash val="solid"/>
              <a:round/>
              <a:headEnd len="med" w="med" type="none"/>
              <a:tailEnd len="med" w="med" type="none"/>
            </a:ln>
          </p:spPr>
        </p:sp>
        <p:sp>
          <p:nvSpPr>
            <p:cNvPr id="342" name="Google Shape;342;p9"/>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chemeClr val="accent2"/>
              </a:solidFill>
              <a:prstDash val="solid"/>
              <a:round/>
              <a:headEnd len="med" w="med" type="none"/>
              <a:tailEnd len="med" w="med" type="none"/>
            </a:ln>
          </p:spPr>
        </p:sp>
        <p:sp>
          <p:nvSpPr>
            <p:cNvPr id="343" name="Google Shape;343;p9"/>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chemeClr val="accent2"/>
              </a:solidFill>
              <a:prstDash val="solid"/>
              <a:round/>
              <a:headEnd len="med" w="med" type="none"/>
              <a:tailEnd len="med" w="med" type="none"/>
            </a:ln>
          </p:spPr>
        </p:sp>
      </p:grpSp>
      <p:grpSp>
        <p:nvGrpSpPr>
          <p:cNvPr id="344" name="Google Shape;344;p9"/>
          <p:cNvGrpSpPr/>
          <p:nvPr/>
        </p:nvGrpSpPr>
        <p:grpSpPr>
          <a:xfrm>
            <a:off x="-42837" y="4443488"/>
            <a:ext cx="9229575" cy="642788"/>
            <a:chOff x="-42837" y="4443488"/>
            <a:chExt cx="9229575" cy="642788"/>
          </a:xfrm>
        </p:grpSpPr>
        <p:sp>
          <p:nvSpPr>
            <p:cNvPr id="345" name="Google Shape;345;p9"/>
            <p:cNvSpPr/>
            <p:nvPr/>
          </p:nvSpPr>
          <p:spPr>
            <a:xfrm>
              <a:off x="1114450" y="49006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9"/>
            <p:cNvSpPr/>
            <p:nvPr/>
          </p:nvSpPr>
          <p:spPr>
            <a:xfrm>
              <a:off x="1495450" y="502927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9"/>
            <p:cNvSpPr/>
            <p:nvPr/>
          </p:nvSpPr>
          <p:spPr>
            <a:xfrm>
              <a:off x="733450" y="49721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9"/>
            <p:cNvSpPr/>
            <p:nvPr/>
          </p:nvSpPr>
          <p:spPr>
            <a:xfrm>
              <a:off x="352450" y="49626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9"/>
            <p:cNvSpPr/>
            <p:nvPr/>
          </p:nvSpPr>
          <p:spPr>
            <a:xfrm>
              <a:off x="-42837" y="46054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9"/>
            <p:cNvSpPr/>
            <p:nvPr/>
          </p:nvSpPr>
          <p:spPr>
            <a:xfrm>
              <a:off x="1876450" y="48340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9"/>
            <p:cNvSpPr/>
            <p:nvPr/>
          </p:nvSpPr>
          <p:spPr>
            <a:xfrm>
              <a:off x="2257450" y="48292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9"/>
            <p:cNvSpPr/>
            <p:nvPr/>
          </p:nvSpPr>
          <p:spPr>
            <a:xfrm>
              <a:off x="2638450" y="454826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9"/>
            <p:cNvSpPr/>
            <p:nvPr/>
          </p:nvSpPr>
          <p:spPr>
            <a:xfrm>
              <a:off x="3019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9"/>
            <p:cNvSpPr/>
            <p:nvPr/>
          </p:nvSpPr>
          <p:spPr>
            <a:xfrm>
              <a:off x="3400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9"/>
            <p:cNvSpPr/>
            <p:nvPr/>
          </p:nvSpPr>
          <p:spPr>
            <a:xfrm>
              <a:off x="3781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9"/>
            <p:cNvSpPr/>
            <p:nvPr/>
          </p:nvSpPr>
          <p:spPr>
            <a:xfrm>
              <a:off x="4162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9"/>
            <p:cNvSpPr/>
            <p:nvPr/>
          </p:nvSpPr>
          <p:spPr>
            <a:xfrm>
              <a:off x="4543450" y="46673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9"/>
            <p:cNvSpPr/>
            <p:nvPr/>
          </p:nvSpPr>
          <p:spPr>
            <a:xfrm>
              <a:off x="4924450" y="45435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9"/>
            <p:cNvSpPr/>
            <p:nvPr/>
          </p:nvSpPr>
          <p:spPr>
            <a:xfrm>
              <a:off x="5305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9"/>
            <p:cNvSpPr/>
            <p:nvPr/>
          </p:nvSpPr>
          <p:spPr>
            <a:xfrm>
              <a:off x="5686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9"/>
            <p:cNvSpPr/>
            <p:nvPr/>
          </p:nvSpPr>
          <p:spPr>
            <a:xfrm>
              <a:off x="6067450" y="48483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9"/>
            <p:cNvSpPr/>
            <p:nvPr/>
          </p:nvSpPr>
          <p:spPr>
            <a:xfrm>
              <a:off x="6448450" y="47292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9"/>
            <p:cNvSpPr/>
            <p:nvPr/>
          </p:nvSpPr>
          <p:spPr>
            <a:xfrm>
              <a:off x="6829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9"/>
            <p:cNvSpPr/>
            <p:nvPr/>
          </p:nvSpPr>
          <p:spPr>
            <a:xfrm>
              <a:off x="7210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9"/>
            <p:cNvSpPr/>
            <p:nvPr/>
          </p:nvSpPr>
          <p:spPr>
            <a:xfrm>
              <a:off x="7591450" y="44434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9"/>
            <p:cNvSpPr/>
            <p:nvPr/>
          </p:nvSpPr>
          <p:spPr>
            <a:xfrm>
              <a:off x="7972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9"/>
            <p:cNvSpPr/>
            <p:nvPr/>
          </p:nvSpPr>
          <p:spPr>
            <a:xfrm>
              <a:off x="8353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9"/>
            <p:cNvSpPr/>
            <p:nvPr/>
          </p:nvSpPr>
          <p:spPr>
            <a:xfrm>
              <a:off x="8734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9"/>
            <p:cNvSpPr/>
            <p:nvPr/>
          </p:nvSpPr>
          <p:spPr>
            <a:xfrm>
              <a:off x="9129738" y="48673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0" name="Google Shape;370;p9"/>
          <p:cNvSpPr/>
          <p:nvPr/>
        </p:nvSpPr>
        <p:spPr>
          <a:xfrm>
            <a:off x="2990700" y="458620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9"/>
          <p:cNvSpPr/>
          <p:nvPr/>
        </p:nvSpPr>
        <p:spPr>
          <a:xfrm>
            <a:off x="1085700" y="487195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9"/>
          <p:cNvSpPr/>
          <p:nvPr/>
        </p:nvSpPr>
        <p:spPr>
          <a:xfrm>
            <a:off x="4895700" y="4516032"/>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9"/>
          <p:cNvSpPr/>
          <p:nvPr/>
        </p:nvSpPr>
        <p:spPr>
          <a:xfrm rot="8100000">
            <a:off x="8699949" y="4329169"/>
            <a:ext cx="122612" cy="122612"/>
          </a:xfrm>
          <a:prstGeom prst="teardrop">
            <a:avLst>
              <a:gd fmla="val 100000"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9"/>
          <p:cNvSpPr txBox="1"/>
          <p:nvPr>
            <p:ph idx="1" type="body"/>
          </p:nvPr>
        </p:nvSpPr>
        <p:spPr>
          <a:xfrm>
            <a:off x="457200" y="3852828"/>
            <a:ext cx="8229600" cy="519600"/>
          </a:xfrm>
          <a:prstGeom prst="rect">
            <a:avLst/>
          </a:prstGeom>
        </p:spPr>
        <p:txBody>
          <a:bodyPr anchorCtr="0" anchor="t" bIns="91425" lIns="91425" spcFirstLastPara="1" rIns="91425" wrap="square" tIns="91425">
            <a:noAutofit/>
          </a:bodyPr>
          <a:lstStyle>
            <a:lvl1pPr indent="-228600" lvl="0" marL="457200" algn="ctr">
              <a:spcBef>
                <a:spcPts val="360"/>
              </a:spcBef>
              <a:spcAft>
                <a:spcPts val="0"/>
              </a:spcAft>
              <a:buClr>
                <a:schemeClr val="accent1"/>
              </a:buClr>
              <a:buSzPts val="1400"/>
              <a:buNone/>
              <a:defRPr sz="1400">
                <a:solidFill>
                  <a:schemeClr val="accent1"/>
                </a:solidFill>
              </a:defRPr>
            </a:lvl1pPr>
          </a:lstStyle>
          <a:p/>
        </p:txBody>
      </p:sp>
      <p:sp>
        <p:nvSpPr>
          <p:cNvPr id="375" name="Google Shape;375;p9"/>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76" name="Shape 376"/>
        <p:cNvGrpSpPr/>
        <p:nvPr/>
      </p:nvGrpSpPr>
      <p:grpSpPr>
        <a:xfrm>
          <a:off x="0" y="0"/>
          <a:ext cx="0" cy="0"/>
          <a:chOff x="0" y="0"/>
          <a:chExt cx="0" cy="0"/>
        </a:xfrm>
      </p:grpSpPr>
      <p:sp>
        <p:nvSpPr>
          <p:cNvPr id="377" name="Google Shape;377;p10"/>
          <p:cNvSpPr/>
          <p:nvPr/>
        </p:nvSpPr>
        <p:spPr>
          <a:xfrm>
            <a:off x="-28575" y="4446775"/>
            <a:ext cx="9191625" cy="712478"/>
          </a:xfrm>
          <a:custGeom>
            <a:rect b="b" l="l" r="r" t="t"/>
            <a:pathLst>
              <a:path extrusionOk="0" h="41339" w="367665">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chemeClr val="accent5"/>
          </a:solidFill>
          <a:ln>
            <a:noFill/>
          </a:ln>
        </p:spPr>
      </p:sp>
      <p:sp>
        <p:nvSpPr>
          <p:cNvPr id="378" name="Google Shape;378;p10"/>
          <p:cNvSpPr/>
          <p:nvPr/>
        </p:nvSpPr>
        <p:spPr>
          <a:xfrm>
            <a:off x="-28575" y="4578111"/>
            <a:ext cx="9191625" cy="584439"/>
          </a:xfrm>
          <a:custGeom>
            <a:rect b="b" l="l" r="r" t="t"/>
            <a:pathLst>
              <a:path extrusionOk="0" h="33910" w="367665">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00CEF6">
              <a:alpha val="73460"/>
            </a:srgbClr>
          </a:solidFill>
          <a:ln>
            <a:noFill/>
          </a:ln>
        </p:spPr>
      </p:sp>
      <p:sp>
        <p:nvSpPr>
          <p:cNvPr id="379" name="Google Shape;379;p10"/>
          <p:cNvSpPr/>
          <p:nvPr/>
        </p:nvSpPr>
        <p:spPr>
          <a:xfrm rot="8100000">
            <a:off x="1847981" y="4252969"/>
            <a:ext cx="122612" cy="122612"/>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0"/>
          <p:cNvSpPr/>
          <p:nvPr/>
        </p:nvSpPr>
        <p:spPr>
          <a:xfrm rot="8100000">
            <a:off x="6038981" y="4536819"/>
            <a:ext cx="122612" cy="122612"/>
          </a:xfrm>
          <a:prstGeom prst="teardrop">
            <a:avLst>
              <a:gd fmla="val 100000"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0"/>
          <p:cNvSpPr/>
          <p:nvPr/>
        </p:nvSpPr>
        <p:spPr>
          <a:xfrm rot="8100000">
            <a:off x="7181981" y="4570169"/>
            <a:ext cx="122612" cy="122612"/>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2" name="Google Shape;382;p10"/>
          <p:cNvGrpSpPr/>
          <p:nvPr/>
        </p:nvGrpSpPr>
        <p:grpSpPr>
          <a:xfrm>
            <a:off x="-9525" y="4462475"/>
            <a:ext cx="9167825" cy="595300"/>
            <a:chOff x="-9525" y="4462475"/>
            <a:chExt cx="9167825" cy="595300"/>
          </a:xfrm>
        </p:grpSpPr>
        <p:sp>
          <p:nvSpPr>
            <p:cNvPr id="383" name="Google Shape;383;p10"/>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chemeClr val="accent2"/>
              </a:solidFill>
              <a:prstDash val="solid"/>
              <a:round/>
              <a:headEnd len="med" w="med" type="none"/>
              <a:tailEnd len="med" w="med" type="none"/>
            </a:ln>
          </p:spPr>
        </p:sp>
        <p:sp>
          <p:nvSpPr>
            <p:cNvPr id="384" name="Google Shape;384;p10"/>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chemeClr val="accent2"/>
              </a:solidFill>
              <a:prstDash val="solid"/>
              <a:round/>
              <a:headEnd len="med" w="med" type="none"/>
              <a:tailEnd len="med" w="med" type="none"/>
            </a:ln>
          </p:spPr>
        </p:sp>
        <p:sp>
          <p:nvSpPr>
            <p:cNvPr id="385" name="Google Shape;385;p10"/>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chemeClr val="accent2"/>
              </a:solidFill>
              <a:prstDash val="solid"/>
              <a:round/>
              <a:headEnd len="med" w="med" type="none"/>
              <a:tailEnd len="med" w="med" type="none"/>
            </a:ln>
          </p:spPr>
        </p:sp>
      </p:grpSp>
      <p:grpSp>
        <p:nvGrpSpPr>
          <p:cNvPr id="386" name="Google Shape;386;p10"/>
          <p:cNvGrpSpPr/>
          <p:nvPr/>
        </p:nvGrpSpPr>
        <p:grpSpPr>
          <a:xfrm>
            <a:off x="-42837" y="4443488"/>
            <a:ext cx="9229575" cy="642788"/>
            <a:chOff x="-42837" y="4443488"/>
            <a:chExt cx="9229575" cy="642788"/>
          </a:xfrm>
        </p:grpSpPr>
        <p:sp>
          <p:nvSpPr>
            <p:cNvPr id="387" name="Google Shape;387;p10"/>
            <p:cNvSpPr/>
            <p:nvPr/>
          </p:nvSpPr>
          <p:spPr>
            <a:xfrm>
              <a:off x="1114450" y="49006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0"/>
            <p:cNvSpPr/>
            <p:nvPr/>
          </p:nvSpPr>
          <p:spPr>
            <a:xfrm>
              <a:off x="1495450" y="502927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0"/>
            <p:cNvSpPr/>
            <p:nvPr/>
          </p:nvSpPr>
          <p:spPr>
            <a:xfrm>
              <a:off x="733450" y="49721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0"/>
            <p:cNvSpPr/>
            <p:nvPr/>
          </p:nvSpPr>
          <p:spPr>
            <a:xfrm>
              <a:off x="352450" y="49626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0"/>
            <p:cNvSpPr/>
            <p:nvPr/>
          </p:nvSpPr>
          <p:spPr>
            <a:xfrm>
              <a:off x="-42837" y="46054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0"/>
            <p:cNvSpPr/>
            <p:nvPr/>
          </p:nvSpPr>
          <p:spPr>
            <a:xfrm>
              <a:off x="1876450" y="48340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0"/>
            <p:cNvSpPr/>
            <p:nvPr/>
          </p:nvSpPr>
          <p:spPr>
            <a:xfrm>
              <a:off x="2257450" y="48292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0"/>
            <p:cNvSpPr/>
            <p:nvPr/>
          </p:nvSpPr>
          <p:spPr>
            <a:xfrm>
              <a:off x="2638450" y="454826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0"/>
            <p:cNvSpPr/>
            <p:nvPr/>
          </p:nvSpPr>
          <p:spPr>
            <a:xfrm>
              <a:off x="3019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0"/>
            <p:cNvSpPr/>
            <p:nvPr/>
          </p:nvSpPr>
          <p:spPr>
            <a:xfrm>
              <a:off x="3400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0"/>
            <p:cNvSpPr/>
            <p:nvPr/>
          </p:nvSpPr>
          <p:spPr>
            <a:xfrm>
              <a:off x="3781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0"/>
            <p:cNvSpPr/>
            <p:nvPr/>
          </p:nvSpPr>
          <p:spPr>
            <a:xfrm>
              <a:off x="4162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0"/>
            <p:cNvSpPr/>
            <p:nvPr/>
          </p:nvSpPr>
          <p:spPr>
            <a:xfrm>
              <a:off x="4543450" y="46673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0"/>
            <p:cNvSpPr/>
            <p:nvPr/>
          </p:nvSpPr>
          <p:spPr>
            <a:xfrm>
              <a:off x="4924450" y="45435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0"/>
            <p:cNvSpPr/>
            <p:nvPr/>
          </p:nvSpPr>
          <p:spPr>
            <a:xfrm>
              <a:off x="5305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0"/>
            <p:cNvSpPr/>
            <p:nvPr/>
          </p:nvSpPr>
          <p:spPr>
            <a:xfrm>
              <a:off x="5686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0"/>
            <p:cNvSpPr/>
            <p:nvPr/>
          </p:nvSpPr>
          <p:spPr>
            <a:xfrm>
              <a:off x="6067450" y="48483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0"/>
            <p:cNvSpPr/>
            <p:nvPr/>
          </p:nvSpPr>
          <p:spPr>
            <a:xfrm>
              <a:off x="6448450" y="47292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0"/>
            <p:cNvSpPr/>
            <p:nvPr/>
          </p:nvSpPr>
          <p:spPr>
            <a:xfrm>
              <a:off x="6829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0"/>
            <p:cNvSpPr/>
            <p:nvPr/>
          </p:nvSpPr>
          <p:spPr>
            <a:xfrm>
              <a:off x="7210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0"/>
            <p:cNvSpPr/>
            <p:nvPr/>
          </p:nvSpPr>
          <p:spPr>
            <a:xfrm>
              <a:off x="7591450" y="44434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0"/>
            <p:cNvSpPr/>
            <p:nvPr/>
          </p:nvSpPr>
          <p:spPr>
            <a:xfrm>
              <a:off x="7972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0"/>
            <p:cNvSpPr/>
            <p:nvPr/>
          </p:nvSpPr>
          <p:spPr>
            <a:xfrm>
              <a:off x="8353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0"/>
            <p:cNvSpPr/>
            <p:nvPr/>
          </p:nvSpPr>
          <p:spPr>
            <a:xfrm>
              <a:off x="8734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0"/>
            <p:cNvSpPr/>
            <p:nvPr/>
          </p:nvSpPr>
          <p:spPr>
            <a:xfrm>
              <a:off x="9129738" y="48673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2" name="Google Shape;412;p10"/>
          <p:cNvSpPr/>
          <p:nvPr/>
        </p:nvSpPr>
        <p:spPr>
          <a:xfrm>
            <a:off x="2990700" y="458620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0"/>
          <p:cNvSpPr/>
          <p:nvPr/>
        </p:nvSpPr>
        <p:spPr>
          <a:xfrm>
            <a:off x="1085700" y="487195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0"/>
          <p:cNvSpPr/>
          <p:nvPr/>
        </p:nvSpPr>
        <p:spPr>
          <a:xfrm>
            <a:off x="4895700" y="4516032"/>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0"/>
          <p:cNvSpPr/>
          <p:nvPr/>
        </p:nvSpPr>
        <p:spPr>
          <a:xfrm rot="8100000">
            <a:off x="8699949" y="4329169"/>
            <a:ext cx="122612" cy="122612"/>
          </a:xfrm>
          <a:prstGeom prst="teardrop">
            <a:avLst>
              <a:gd fmla="val 100000"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0"/>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l graph">
  <p:cSld name="BLANK_2">
    <p:spTree>
      <p:nvGrpSpPr>
        <p:cNvPr id="417" name="Shape 417"/>
        <p:cNvGrpSpPr/>
        <p:nvPr/>
      </p:nvGrpSpPr>
      <p:grpSpPr>
        <a:xfrm>
          <a:off x="0" y="0"/>
          <a:ext cx="0" cy="0"/>
          <a:chOff x="0" y="0"/>
          <a:chExt cx="0" cy="0"/>
        </a:xfrm>
      </p:grpSpPr>
      <p:sp>
        <p:nvSpPr>
          <p:cNvPr id="418" name="Google Shape;418;p11"/>
          <p:cNvSpPr/>
          <p:nvPr/>
        </p:nvSpPr>
        <p:spPr>
          <a:xfrm>
            <a:off x="-20075" y="636775"/>
            <a:ext cx="9203950" cy="4550900"/>
          </a:xfrm>
          <a:custGeom>
            <a:rect b="b" l="l" r="r" t="t"/>
            <a:pathLst>
              <a:path extrusionOk="0" h="182036" w="368158">
                <a:moveTo>
                  <a:pt x="41" y="263"/>
                </a:moveTo>
                <a:lnTo>
                  <a:pt x="16234" y="11294"/>
                </a:lnTo>
                <a:lnTo>
                  <a:pt x="31283" y="5122"/>
                </a:lnTo>
                <a:lnTo>
                  <a:pt x="62144" y="4991"/>
                </a:lnTo>
                <a:lnTo>
                  <a:pt x="77384" y="0"/>
                </a:lnTo>
                <a:lnTo>
                  <a:pt x="92624" y="13527"/>
                </a:lnTo>
                <a:lnTo>
                  <a:pt x="107674" y="21276"/>
                </a:lnTo>
                <a:lnTo>
                  <a:pt x="122723" y="21145"/>
                </a:lnTo>
                <a:lnTo>
                  <a:pt x="138725" y="10375"/>
                </a:lnTo>
                <a:lnTo>
                  <a:pt x="153775" y="7880"/>
                </a:lnTo>
                <a:lnTo>
                  <a:pt x="168443" y="2349"/>
                </a:lnTo>
                <a:lnTo>
                  <a:pt x="184064" y="14841"/>
                </a:lnTo>
                <a:lnTo>
                  <a:pt x="199304" y="15274"/>
                </a:lnTo>
                <a:lnTo>
                  <a:pt x="214354" y="25085"/>
                </a:lnTo>
                <a:lnTo>
                  <a:pt x="229784" y="25085"/>
                </a:lnTo>
                <a:lnTo>
                  <a:pt x="245786" y="20094"/>
                </a:lnTo>
                <a:lnTo>
                  <a:pt x="260836" y="20094"/>
                </a:lnTo>
                <a:lnTo>
                  <a:pt x="275123" y="11426"/>
                </a:lnTo>
                <a:lnTo>
                  <a:pt x="291316" y="16810"/>
                </a:lnTo>
                <a:lnTo>
                  <a:pt x="305603" y="8143"/>
                </a:lnTo>
                <a:lnTo>
                  <a:pt x="336464" y="8012"/>
                </a:lnTo>
                <a:lnTo>
                  <a:pt x="351514" y="11294"/>
                </a:lnTo>
                <a:lnTo>
                  <a:pt x="367325" y="2758"/>
                </a:lnTo>
                <a:lnTo>
                  <a:pt x="368158" y="181769"/>
                </a:lnTo>
                <a:lnTo>
                  <a:pt x="0" y="182036"/>
                </a:lnTo>
                <a:close/>
              </a:path>
            </a:pathLst>
          </a:custGeom>
          <a:solidFill>
            <a:schemeClr val="accent5"/>
          </a:solidFill>
          <a:ln>
            <a:noFill/>
          </a:ln>
        </p:spPr>
      </p:sp>
      <p:sp>
        <p:nvSpPr>
          <p:cNvPr id="419" name="Google Shape;419;p11"/>
          <p:cNvSpPr/>
          <p:nvPr/>
        </p:nvSpPr>
        <p:spPr>
          <a:xfrm>
            <a:off x="-33475" y="768100"/>
            <a:ext cx="9210650" cy="4406200"/>
          </a:xfrm>
          <a:custGeom>
            <a:rect b="b" l="l" r="r" t="t"/>
            <a:pathLst>
              <a:path extrusionOk="0" h="176248" w="368426">
                <a:moveTo>
                  <a:pt x="577" y="5516"/>
                </a:moveTo>
                <a:lnTo>
                  <a:pt x="16960" y="11214"/>
                </a:lnTo>
                <a:lnTo>
                  <a:pt x="47440" y="11214"/>
                </a:lnTo>
                <a:lnTo>
                  <a:pt x="62680" y="6843"/>
                </a:lnTo>
                <a:lnTo>
                  <a:pt x="77920" y="16156"/>
                </a:lnTo>
                <a:lnTo>
                  <a:pt x="93160" y="16156"/>
                </a:lnTo>
                <a:lnTo>
                  <a:pt x="107638" y="11214"/>
                </a:lnTo>
                <a:lnTo>
                  <a:pt x="122878" y="8173"/>
                </a:lnTo>
                <a:lnTo>
                  <a:pt x="138880" y="8173"/>
                </a:lnTo>
                <a:lnTo>
                  <a:pt x="154120" y="10834"/>
                </a:lnTo>
                <a:lnTo>
                  <a:pt x="168979" y="7603"/>
                </a:lnTo>
                <a:lnTo>
                  <a:pt x="184219" y="12734"/>
                </a:lnTo>
                <a:lnTo>
                  <a:pt x="199840" y="20527"/>
                </a:lnTo>
                <a:lnTo>
                  <a:pt x="214318" y="15205"/>
                </a:lnTo>
                <a:lnTo>
                  <a:pt x="229939" y="15205"/>
                </a:lnTo>
                <a:lnTo>
                  <a:pt x="245560" y="5892"/>
                </a:lnTo>
                <a:lnTo>
                  <a:pt x="260800" y="11214"/>
                </a:lnTo>
                <a:lnTo>
                  <a:pt x="276040" y="11214"/>
                </a:lnTo>
                <a:lnTo>
                  <a:pt x="291280" y="6843"/>
                </a:lnTo>
                <a:lnTo>
                  <a:pt x="321760" y="6843"/>
                </a:lnTo>
                <a:lnTo>
                  <a:pt x="337000" y="15966"/>
                </a:lnTo>
                <a:lnTo>
                  <a:pt x="351478" y="12734"/>
                </a:lnTo>
                <a:lnTo>
                  <a:pt x="367861" y="0"/>
                </a:lnTo>
                <a:lnTo>
                  <a:pt x="368426" y="176248"/>
                </a:lnTo>
                <a:lnTo>
                  <a:pt x="0" y="176248"/>
                </a:lnTo>
                <a:close/>
              </a:path>
            </a:pathLst>
          </a:custGeom>
          <a:solidFill>
            <a:srgbClr val="00CEF6">
              <a:alpha val="73460"/>
            </a:srgbClr>
          </a:solidFill>
          <a:ln>
            <a:noFill/>
          </a:ln>
        </p:spPr>
      </p:sp>
      <p:sp>
        <p:nvSpPr>
          <p:cNvPr id="420" name="Google Shape;420;p11"/>
          <p:cNvSpPr/>
          <p:nvPr/>
        </p:nvSpPr>
        <p:spPr>
          <a:xfrm rot="8100000">
            <a:off x="1847981" y="442969"/>
            <a:ext cx="122612" cy="122612"/>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1"/>
          <p:cNvSpPr/>
          <p:nvPr/>
        </p:nvSpPr>
        <p:spPr>
          <a:xfrm rot="8100000">
            <a:off x="6038981" y="726819"/>
            <a:ext cx="122612" cy="122612"/>
          </a:xfrm>
          <a:prstGeom prst="teardrop">
            <a:avLst>
              <a:gd fmla="val 100000"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1"/>
          <p:cNvSpPr/>
          <p:nvPr/>
        </p:nvSpPr>
        <p:spPr>
          <a:xfrm rot="8100000">
            <a:off x="7181981" y="760169"/>
            <a:ext cx="122612" cy="122612"/>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3" name="Google Shape;423;p11"/>
          <p:cNvGrpSpPr/>
          <p:nvPr/>
        </p:nvGrpSpPr>
        <p:grpSpPr>
          <a:xfrm>
            <a:off x="-9525" y="652475"/>
            <a:ext cx="9167825" cy="595300"/>
            <a:chOff x="-9525" y="4462475"/>
            <a:chExt cx="9167825" cy="595300"/>
          </a:xfrm>
        </p:grpSpPr>
        <p:sp>
          <p:nvSpPr>
            <p:cNvPr id="424" name="Google Shape;424;p11"/>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chemeClr val="accent2"/>
              </a:solidFill>
              <a:prstDash val="solid"/>
              <a:round/>
              <a:headEnd len="med" w="med" type="none"/>
              <a:tailEnd len="med" w="med" type="none"/>
            </a:ln>
          </p:spPr>
        </p:sp>
        <p:sp>
          <p:nvSpPr>
            <p:cNvPr id="425" name="Google Shape;425;p11"/>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chemeClr val="accent2"/>
              </a:solidFill>
              <a:prstDash val="solid"/>
              <a:round/>
              <a:headEnd len="med" w="med" type="none"/>
              <a:tailEnd len="med" w="med" type="none"/>
            </a:ln>
          </p:spPr>
        </p:sp>
        <p:sp>
          <p:nvSpPr>
            <p:cNvPr id="426" name="Google Shape;426;p11"/>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chemeClr val="accent2"/>
              </a:solidFill>
              <a:prstDash val="solid"/>
              <a:round/>
              <a:headEnd len="med" w="med" type="none"/>
              <a:tailEnd len="med" w="med" type="none"/>
            </a:ln>
          </p:spPr>
        </p:sp>
      </p:grpSp>
      <p:grpSp>
        <p:nvGrpSpPr>
          <p:cNvPr id="427" name="Google Shape;427;p11"/>
          <p:cNvGrpSpPr/>
          <p:nvPr/>
        </p:nvGrpSpPr>
        <p:grpSpPr>
          <a:xfrm>
            <a:off x="-42837" y="633488"/>
            <a:ext cx="9229575" cy="642787"/>
            <a:chOff x="-42837" y="4443488"/>
            <a:chExt cx="9229575" cy="642787"/>
          </a:xfrm>
        </p:grpSpPr>
        <p:sp>
          <p:nvSpPr>
            <p:cNvPr id="428" name="Google Shape;428;p11"/>
            <p:cNvSpPr/>
            <p:nvPr/>
          </p:nvSpPr>
          <p:spPr>
            <a:xfrm>
              <a:off x="1114450" y="49006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1"/>
            <p:cNvSpPr/>
            <p:nvPr/>
          </p:nvSpPr>
          <p:spPr>
            <a:xfrm>
              <a:off x="1495450" y="502927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1"/>
            <p:cNvSpPr/>
            <p:nvPr/>
          </p:nvSpPr>
          <p:spPr>
            <a:xfrm>
              <a:off x="733450" y="49721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1"/>
            <p:cNvSpPr/>
            <p:nvPr/>
          </p:nvSpPr>
          <p:spPr>
            <a:xfrm>
              <a:off x="352450" y="49626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1"/>
            <p:cNvSpPr/>
            <p:nvPr/>
          </p:nvSpPr>
          <p:spPr>
            <a:xfrm>
              <a:off x="-42837" y="46054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1"/>
            <p:cNvSpPr/>
            <p:nvPr/>
          </p:nvSpPr>
          <p:spPr>
            <a:xfrm>
              <a:off x="1876450" y="48340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1"/>
            <p:cNvSpPr/>
            <p:nvPr/>
          </p:nvSpPr>
          <p:spPr>
            <a:xfrm>
              <a:off x="2257450" y="48292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1"/>
            <p:cNvSpPr/>
            <p:nvPr/>
          </p:nvSpPr>
          <p:spPr>
            <a:xfrm>
              <a:off x="2638450" y="454826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1"/>
            <p:cNvSpPr/>
            <p:nvPr/>
          </p:nvSpPr>
          <p:spPr>
            <a:xfrm>
              <a:off x="3019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1"/>
            <p:cNvSpPr/>
            <p:nvPr/>
          </p:nvSpPr>
          <p:spPr>
            <a:xfrm>
              <a:off x="3400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1"/>
            <p:cNvSpPr/>
            <p:nvPr/>
          </p:nvSpPr>
          <p:spPr>
            <a:xfrm>
              <a:off x="3781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1"/>
            <p:cNvSpPr/>
            <p:nvPr/>
          </p:nvSpPr>
          <p:spPr>
            <a:xfrm>
              <a:off x="4162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1"/>
            <p:cNvSpPr/>
            <p:nvPr/>
          </p:nvSpPr>
          <p:spPr>
            <a:xfrm>
              <a:off x="4543450" y="46673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1"/>
            <p:cNvSpPr/>
            <p:nvPr/>
          </p:nvSpPr>
          <p:spPr>
            <a:xfrm>
              <a:off x="4924450" y="45435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1"/>
            <p:cNvSpPr/>
            <p:nvPr/>
          </p:nvSpPr>
          <p:spPr>
            <a:xfrm>
              <a:off x="5305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1"/>
            <p:cNvSpPr/>
            <p:nvPr/>
          </p:nvSpPr>
          <p:spPr>
            <a:xfrm>
              <a:off x="5686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1"/>
            <p:cNvSpPr/>
            <p:nvPr/>
          </p:nvSpPr>
          <p:spPr>
            <a:xfrm>
              <a:off x="6067450" y="48483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1"/>
            <p:cNvSpPr/>
            <p:nvPr/>
          </p:nvSpPr>
          <p:spPr>
            <a:xfrm>
              <a:off x="6448450" y="47292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1"/>
            <p:cNvSpPr/>
            <p:nvPr/>
          </p:nvSpPr>
          <p:spPr>
            <a:xfrm>
              <a:off x="6829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1"/>
            <p:cNvSpPr/>
            <p:nvPr/>
          </p:nvSpPr>
          <p:spPr>
            <a:xfrm>
              <a:off x="7210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1"/>
            <p:cNvSpPr/>
            <p:nvPr/>
          </p:nvSpPr>
          <p:spPr>
            <a:xfrm>
              <a:off x="7591450" y="44434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1"/>
            <p:cNvSpPr/>
            <p:nvPr/>
          </p:nvSpPr>
          <p:spPr>
            <a:xfrm>
              <a:off x="7972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1"/>
            <p:cNvSpPr/>
            <p:nvPr/>
          </p:nvSpPr>
          <p:spPr>
            <a:xfrm>
              <a:off x="8353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1"/>
            <p:cNvSpPr/>
            <p:nvPr/>
          </p:nvSpPr>
          <p:spPr>
            <a:xfrm>
              <a:off x="8734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1"/>
            <p:cNvSpPr/>
            <p:nvPr/>
          </p:nvSpPr>
          <p:spPr>
            <a:xfrm>
              <a:off x="9129738" y="48673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3" name="Google Shape;453;p11"/>
          <p:cNvSpPr/>
          <p:nvPr/>
        </p:nvSpPr>
        <p:spPr>
          <a:xfrm>
            <a:off x="2990700" y="77620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1"/>
          <p:cNvSpPr/>
          <p:nvPr/>
        </p:nvSpPr>
        <p:spPr>
          <a:xfrm>
            <a:off x="1085700" y="106195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1"/>
          <p:cNvSpPr/>
          <p:nvPr/>
        </p:nvSpPr>
        <p:spPr>
          <a:xfrm>
            <a:off x="4895700" y="706032"/>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1"/>
          <p:cNvSpPr/>
          <p:nvPr/>
        </p:nvSpPr>
        <p:spPr>
          <a:xfrm rot="8100000">
            <a:off x="8699949" y="519169"/>
            <a:ext cx="122612" cy="122612"/>
          </a:xfrm>
          <a:prstGeom prst="teardrop">
            <a:avLst>
              <a:gd fmla="val 100000"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1"/>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tely blank">
  <p:cSld name="BLANK_1">
    <p:spTree>
      <p:nvGrpSpPr>
        <p:cNvPr id="458" name="Shape 458"/>
        <p:cNvGrpSpPr/>
        <p:nvPr/>
      </p:nvGrpSpPr>
      <p:grpSpPr>
        <a:xfrm>
          <a:off x="0" y="0"/>
          <a:ext cx="0" cy="0"/>
          <a:chOff x="0" y="0"/>
          <a:chExt cx="0" cy="0"/>
        </a:xfrm>
      </p:grpSpPr>
      <p:sp>
        <p:nvSpPr>
          <p:cNvPr id="459" name="Google Shape;459;p12"/>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grpSp>
        <p:nvGrpSpPr>
          <p:cNvPr id="6" name="Google Shape;6;p1"/>
          <p:cNvGrpSpPr/>
          <p:nvPr/>
        </p:nvGrpSpPr>
        <p:grpSpPr>
          <a:xfrm>
            <a:off x="381000" y="7"/>
            <a:ext cx="8382000" cy="5162348"/>
            <a:chOff x="381000" y="-18750"/>
            <a:chExt cx="8382000" cy="5181000"/>
          </a:xfrm>
        </p:grpSpPr>
        <p:cxnSp>
          <p:nvCxnSpPr>
            <p:cNvPr id="7" name="Google Shape;7;p1"/>
            <p:cNvCxnSpPr/>
            <p:nvPr/>
          </p:nvCxnSpPr>
          <p:spPr>
            <a:xfrm>
              <a:off x="762000" y="-18750"/>
              <a:ext cx="0" cy="5181000"/>
            </a:xfrm>
            <a:prstGeom prst="straightConnector1">
              <a:avLst/>
            </a:prstGeom>
            <a:noFill/>
            <a:ln cap="flat" cmpd="sng" w="9525">
              <a:solidFill>
                <a:srgbClr val="F3F3F3"/>
              </a:solidFill>
              <a:prstDash val="solid"/>
              <a:round/>
              <a:headEnd len="med" w="med" type="none"/>
              <a:tailEnd len="med" w="med" type="none"/>
            </a:ln>
          </p:spPr>
        </p:cxnSp>
        <p:cxnSp>
          <p:nvCxnSpPr>
            <p:cNvPr id="8" name="Google Shape;8;p1"/>
            <p:cNvCxnSpPr/>
            <p:nvPr/>
          </p:nvCxnSpPr>
          <p:spPr>
            <a:xfrm>
              <a:off x="1524000" y="-18750"/>
              <a:ext cx="0" cy="5181000"/>
            </a:xfrm>
            <a:prstGeom prst="straightConnector1">
              <a:avLst/>
            </a:prstGeom>
            <a:noFill/>
            <a:ln cap="flat" cmpd="sng" w="9525">
              <a:solidFill>
                <a:srgbClr val="F3F3F3"/>
              </a:solidFill>
              <a:prstDash val="solid"/>
              <a:round/>
              <a:headEnd len="med" w="med" type="none"/>
              <a:tailEnd len="med" w="med" type="none"/>
            </a:ln>
          </p:spPr>
        </p:cxnSp>
        <p:cxnSp>
          <p:nvCxnSpPr>
            <p:cNvPr id="9" name="Google Shape;9;p1"/>
            <p:cNvCxnSpPr/>
            <p:nvPr/>
          </p:nvCxnSpPr>
          <p:spPr>
            <a:xfrm>
              <a:off x="2286000" y="-18750"/>
              <a:ext cx="0" cy="5181000"/>
            </a:xfrm>
            <a:prstGeom prst="straightConnector1">
              <a:avLst/>
            </a:prstGeom>
            <a:noFill/>
            <a:ln cap="flat" cmpd="sng" w="9525">
              <a:solidFill>
                <a:srgbClr val="F3F3F3"/>
              </a:solidFill>
              <a:prstDash val="solid"/>
              <a:round/>
              <a:headEnd len="med" w="med" type="none"/>
              <a:tailEnd len="med" w="med" type="none"/>
            </a:ln>
          </p:spPr>
        </p:cxnSp>
        <p:cxnSp>
          <p:nvCxnSpPr>
            <p:cNvPr id="10" name="Google Shape;10;p1"/>
            <p:cNvCxnSpPr/>
            <p:nvPr/>
          </p:nvCxnSpPr>
          <p:spPr>
            <a:xfrm>
              <a:off x="3048000" y="-18750"/>
              <a:ext cx="0" cy="5181000"/>
            </a:xfrm>
            <a:prstGeom prst="straightConnector1">
              <a:avLst/>
            </a:prstGeom>
            <a:noFill/>
            <a:ln cap="flat" cmpd="sng" w="9525">
              <a:solidFill>
                <a:srgbClr val="F3F3F3"/>
              </a:solidFill>
              <a:prstDash val="solid"/>
              <a:round/>
              <a:headEnd len="med" w="med" type="none"/>
              <a:tailEnd len="med" w="med" type="none"/>
            </a:ln>
          </p:spPr>
        </p:cxnSp>
        <p:cxnSp>
          <p:nvCxnSpPr>
            <p:cNvPr id="11" name="Google Shape;11;p1"/>
            <p:cNvCxnSpPr/>
            <p:nvPr/>
          </p:nvCxnSpPr>
          <p:spPr>
            <a:xfrm>
              <a:off x="3810000" y="-18750"/>
              <a:ext cx="0" cy="5181000"/>
            </a:xfrm>
            <a:prstGeom prst="straightConnector1">
              <a:avLst/>
            </a:prstGeom>
            <a:noFill/>
            <a:ln cap="flat" cmpd="sng" w="9525">
              <a:solidFill>
                <a:srgbClr val="F3F3F3"/>
              </a:solidFill>
              <a:prstDash val="solid"/>
              <a:round/>
              <a:headEnd len="med" w="med" type="none"/>
              <a:tailEnd len="med" w="med" type="none"/>
            </a:ln>
          </p:spPr>
        </p:cxnSp>
        <p:cxnSp>
          <p:nvCxnSpPr>
            <p:cNvPr id="12" name="Google Shape;12;p1"/>
            <p:cNvCxnSpPr/>
            <p:nvPr/>
          </p:nvCxnSpPr>
          <p:spPr>
            <a:xfrm>
              <a:off x="4572000" y="-18750"/>
              <a:ext cx="0" cy="5181000"/>
            </a:xfrm>
            <a:prstGeom prst="straightConnector1">
              <a:avLst/>
            </a:prstGeom>
            <a:noFill/>
            <a:ln cap="flat" cmpd="sng" w="9525">
              <a:solidFill>
                <a:srgbClr val="F3F3F3"/>
              </a:solidFill>
              <a:prstDash val="solid"/>
              <a:round/>
              <a:headEnd len="med" w="med" type="none"/>
              <a:tailEnd len="med" w="med" type="none"/>
            </a:ln>
          </p:spPr>
        </p:cxnSp>
        <p:cxnSp>
          <p:nvCxnSpPr>
            <p:cNvPr id="13" name="Google Shape;13;p1"/>
            <p:cNvCxnSpPr/>
            <p:nvPr/>
          </p:nvCxnSpPr>
          <p:spPr>
            <a:xfrm>
              <a:off x="5334000" y="-18750"/>
              <a:ext cx="0" cy="5181000"/>
            </a:xfrm>
            <a:prstGeom prst="straightConnector1">
              <a:avLst/>
            </a:prstGeom>
            <a:noFill/>
            <a:ln cap="flat" cmpd="sng" w="9525">
              <a:solidFill>
                <a:srgbClr val="F3F3F3"/>
              </a:solidFill>
              <a:prstDash val="solid"/>
              <a:round/>
              <a:headEnd len="med" w="med" type="none"/>
              <a:tailEnd len="med" w="med" type="none"/>
            </a:ln>
          </p:spPr>
        </p:cxnSp>
        <p:cxnSp>
          <p:nvCxnSpPr>
            <p:cNvPr id="14" name="Google Shape;14;p1"/>
            <p:cNvCxnSpPr/>
            <p:nvPr/>
          </p:nvCxnSpPr>
          <p:spPr>
            <a:xfrm>
              <a:off x="6096000" y="-18750"/>
              <a:ext cx="0" cy="5181000"/>
            </a:xfrm>
            <a:prstGeom prst="straightConnector1">
              <a:avLst/>
            </a:prstGeom>
            <a:noFill/>
            <a:ln cap="flat" cmpd="sng" w="9525">
              <a:solidFill>
                <a:srgbClr val="F3F3F3"/>
              </a:solidFill>
              <a:prstDash val="solid"/>
              <a:round/>
              <a:headEnd len="med" w="med" type="none"/>
              <a:tailEnd len="med" w="med" type="none"/>
            </a:ln>
          </p:spPr>
        </p:cxnSp>
        <p:cxnSp>
          <p:nvCxnSpPr>
            <p:cNvPr id="15" name="Google Shape;15;p1"/>
            <p:cNvCxnSpPr/>
            <p:nvPr/>
          </p:nvCxnSpPr>
          <p:spPr>
            <a:xfrm>
              <a:off x="6858000" y="-18750"/>
              <a:ext cx="0" cy="5181000"/>
            </a:xfrm>
            <a:prstGeom prst="straightConnector1">
              <a:avLst/>
            </a:prstGeom>
            <a:noFill/>
            <a:ln cap="flat" cmpd="sng" w="9525">
              <a:solidFill>
                <a:srgbClr val="F3F3F3"/>
              </a:solidFill>
              <a:prstDash val="solid"/>
              <a:round/>
              <a:headEnd len="med" w="med" type="none"/>
              <a:tailEnd len="med" w="med" type="none"/>
            </a:ln>
          </p:spPr>
        </p:cxnSp>
        <p:cxnSp>
          <p:nvCxnSpPr>
            <p:cNvPr id="16" name="Google Shape;16;p1"/>
            <p:cNvCxnSpPr/>
            <p:nvPr/>
          </p:nvCxnSpPr>
          <p:spPr>
            <a:xfrm>
              <a:off x="7620000" y="-18750"/>
              <a:ext cx="0" cy="5181000"/>
            </a:xfrm>
            <a:prstGeom prst="straightConnector1">
              <a:avLst/>
            </a:prstGeom>
            <a:noFill/>
            <a:ln cap="flat" cmpd="sng" w="9525">
              <a:solidFill>
                <a:srgbClr val="F3F3F3"/>
              </a:solidFill>
              <a:prstDash val="solid"/>
              <a:round/>
              <a:headEnd len="med" w="med" type="none"/>
              <a:tailEnd len="med" w="med" type="none"/>
            </a:ln>
          </p:spPr>
        </p:cxnSp>
        <p:cxnSp>
          <p:nvCxnSpPr>
            <p:cNvPr id="17" name="Google Shape;17;p1"/>
            <p:cNvCxnSpPr/>
            <p:nvPr/>
          </p:nvCxnSpPr>
          <p:spPr>
            <a:xfrm>
              <a:off x="8382000" y="-18750"/>
              <a:ext cx="0" cy="5181000"/>
            </a:xfrm>
            <a:prstGeom prst="straightConnector1">
              <a:avLst/>
            </a:prstGeom>
            <a:noFill/>
            <a:ln cap="flat" cmpd="sng" w="9525">
              <a:solidFill>
                <a:srgbClr val="F3F3F3"/>
              </a:solidFill>
              <a:prstDash val="solid"/>
              <a:round/>
              <a:headEnd len="med" w="med" type="none"/>
              <a:tailEnd len="med" w="med" type="none"/>
            </a:ln>
          </p:spPr>
        </p:cxnSp>
        <p:cxnSp>
          <p:nvCxnSpPr>
            <p:cNvPr id="18" name="Google Shape;18;p1"/>
            <p:cNvCxnSpPr/>
            <p:nvPr/>
          </p:nvCxnSpPr>
          <p:spPr>
            <a:xfrm>
              <a:off x="381000" y="-18750"/>
              <a:ext cx="0" cy="5181000"/>
            </a:xfrm>
            <a:prstGeom prst="straightConnector1">
              <a:avLst/>
            </a:prstGeom>
            <a:noFill/>
            <a:ln cap="flat" cmpd="sng" w="9525">
              <a:solidFill>
                <a:srgbClr val="F3F3F3"/>
              </a:solidFill>
              <a:prstDash val="dash"/>
              <a:round/>
              <a:headEnd len="med" w="med" type="none"/>
              <a:tailEnd len="med" w="med" type="none"/>
            </a:ln>
          </p:spPr>
        </p:cxnSp>
        <p:cxnSp>
          <p:nvCxnSpPr>
            <p:cNvPr id="19" name="Google Shape;19;p1"/>
            <p:cNvCxnSpPr/>
            <p:nvPr/>
          </p:nvCxnSpPr>
          <p:spPr>
            <a:xfrm>
              <a:off x="1143000" y="-18750"/>
              <a:ext cx="0" cy="5181000"/>
            </a:xfrm>
            <a:prstGeom prst="straightConnector1">
              <a:avLst/>
            </a:prstGeom>
            <a:noFill/>
            <a:ln cap="flat" cmpd="sng" w="9525">
              <a:solidFill>
                <a:srgbClr val="F3F3F3"/>
              </a:solidFill>
              <a:prstDash val="dash"/>
              <a:round/>
              <a:headEnd len="med" w="med" type="none"/>
              <a:tailEnd len="med" w="med" type="none"/>
            </a:ln>
          </p:spPr>
        </p:cxnSp>
        <p:cxnSp>
          <p:nvCxnSpPr>
            <p:cNvPr id="20" name="Google Shape;20;p1"/>
            <p:cNvCxnSpPr/>
            <p:nvPr/>
          </p:nvCxnSpPr>
          <p:spPr>
            <a:xfrm>
              <a:off x="1905000" y="-18750"/>
              <a:ext cx="0" cy="5181000"/>
            </a:xfrm>
            <a:prstGeom prst="straightConnector1">
              <a:avLst/>
            </a:prstGeom>
            <a:noFill/>
            <a:ln cap="flat" cmpd="sng" w="9525">
              <a:solidFill>
                <a:srgbClr val="F3F3F3"/>
              </a:solidFill>
              <a:prstDash val="dash"/>
              <a:round/>
              <a:headEnd len="med" w="med" type="none"/>
              <a:tailEnd len="med" w="med" type="none"/>
            </a:ln>
          </p:spPr>
        </p:cxnSp>
        <p:cxnSp>
          <p:nvCxnSpPr>
            <p:cNvPr id="21" name="Google Shape;21;p1"/>
            <p:cNvCxnSpPr/>
            <p:nvPr/>
          </p:nvCxnSpPr>
          <p:spPr>
            <a:xfrm>
              <a:off x="2667000" y="-18750"/>
              <a:ext cx="0" cy="5181000"/>
            </a:xfrm>
            <a:prstGeom prst="straightConnector1">
              <a:avLst/>
            </a:prstGeom>
            <a:noFill/>
            <a:ln cap="flat" cmpd="sng" w="9525">
              <a:solidFill>
                <a:srgbClr val="F3F3F3"/>
              </a:solidFill>
              <a:prstDash val="dash"/>
              <a:round/>
              <a:headEnd len="med" w="med" type="none"/>
              <a:tailEnd len="med" w="med" type="none"/>
            </a:ln>
          </p:spPr>
        </p:cxnSp>
        <p:cxnSp>
          <p:nvCxnSpPr>
            <p:cNvPr id="22" name="Google Shape;22;p1"/>
            <p:cNvCxnSpPr/>
            <p:nvPr/>
          </p:nvCxnSpPr>
          <p:spPr>
            <a:xfrm>
              <a:off x="3429000" y="-18750"/>
              <a:ext cx="0" cy="5181000"/>
            </a:xfrm>
            <a:prstGeom prst="straightConnector1">
              <a:avLst/>
            </a:prstGeom>
            <a:noFill/>
            <a:ln cap="flat" cmpd="sng" w="9525">
              <a:solidFill>
                <a:srgbClr val="F3F3F3"/>
              </a:solidFill>
              <a:prstDash val="dash"/>
              <a:round/>
              <a:headEnd len="med" w="med" type="none"/>
              <a:tailEnd len="med" w="med" type="none"/>
            </a:ln>
          </p:spPr>
        </p:cxnSp>
        <p:cxnSp>
          <p:nvCxnSpPr>
            <p:cNvPr id="23" name="Google Shape;23;p1"/>
            <p:cNvCxnSpPr/>
            <p:nvPr/>
          </p:nvCxnSpPr>
          <p:spPr>
            <a:xfrm>
              <a:off x="4191000" y="-18750"/>
              <a:ext cx="0" cy="5181000"/>
            </a:xfrm>
            <a:prstGeom prst="straightConnector1">
              <a:avLst/>
            </a:prstGeom>
            <a:noFill/>
            <a:ln cap="flat" cmpd="sng" w="9525">
              <a:solidFill>
                <a:srgbClr val="F3F3F3"/>
              </a:solidFill>
              <a:prstDash val="dash"/>
              <a:round/>
              <a:headEnd len="med" w="med" type="none"/>
              <a:tailEnd len="med" w="med" type="none"/>
            </a:ln>
          </p:spPr>
        </p:cxnSp>
        <p:cxnSp>
          <p:nvCxnSpPr>
            <p:cNvPr id="24" name="Google Shape;24;p1"/>
            <p:cNvCxnSpPr/>
            <p:nvPr/>
          </p:nvCxnSpPr>
          <p:spPr>
            <a:xfrm>
              <a:off x="4953000" y="-18750"/>
              <a:ext cx="0" cy="5181000"/>
            </a:xfrm>
            <a:prstGeom prst="straightConnector1">
              <a:avLst/>
            </a:prstGeom>
            <a:noFill/>
            <a:ln cap="flat" cmpd="sng" w="9525">
              <a:solidFill>
                <a:srgbClr val="F3F3F3"/>
              </a:solidFill>
              <a:prstDash val="dash"/>
              <a:round/>
              <a:headEnd len="med" w="med" type="none"/>
              <a:tailEnd len="med" w="med" type="none"/>
            </a:ln>
          </p:spPr>
        </p:cxnSp>
        <p:cxnSp>
          <p:nvCxnSpPr>
            <p:cNvPr id="25" name="Google Shape;25;p1"/>
            <p:cNvCxnSpPr/>
            <p:nvPr/>
          </p:nvCxnSpPr>
          <p:spPr>
            <a:xfrm>
              <a:off x="5715000" y="-18750"/>
              <a:ext cx="0" cy="5181000"/>
            </a:xfrm>
            <a:prstGeom prst="straightConnector1">
              <a:avLst/>
            </a:prstGeom>
            <a:noFill/>
            <a:ln cap="flat" cmpd="sng" w="9525">
              <a:solidFill>
                <a:srgbClr val="F3F3F3"/>
              </a:solidFill>
              <a:prstDash val="dash"/>
              <a:round/>
              <a:headEnd len="med" w="med" type="none"/>
              <a:tailEnd len="med" w="med" type="none"/>
            </a:ln>
          </p:spPr>
        </p:cxnSp>
        <p:cxnSp>
          <p:nvCxnSpPr>
            <p:cNvPr id="26" name="Google Shape;26;p1"/>
            <p:cNvCxnSpPr/>
            <p:nvPr/>
          </p:nvCxnSpPr>
          <p:spPr>
            <a:xfrm>
              <a:off x="6477000" y="-18750"/>
              <a:ext cx="0" cy="5181000"/>
            </a:xfrm>
            <a:prstGeom prst="straightConnector1">
              <a:avLst/>
            </a:prstGeom>
            <a:noFill/>
            <a:ln cap="flat" cmpd="sng" w="9525">
              <a:solidFill>
                <a:srgbClr val="F3F3F3"/>
              </a:solidFill>
              <a:prstDash val="dash"/>
              <a:round/>
              <a:headEnd len="med" w="med" type="none"/>
              <a:tailEnd len="med" w="med" type="none"/>
            </a:ln>
          </p:spPr>
        </p:cxnSp>
        <p:cxnSp>
          <p:nvCxnSpPr>
            <p:cNvPr id="27" name="Google Shape;27;p1"/>
            <p:cNvCxnSpPr/>
            <p:nvPr/>
          </p:nvCxnSpPr>
          <p:spPr>
            <a:xfrm>
              <a:off x="7239000" y="-18750"/>
              <a:ext cx="0" cy="5181000"/>
            </a:xfrm>
            <a:prstGeom prst="straightConnector1">
              <a:avLst/>
            </a:prstGeom>
            <a:noFill/>
            <a:ln cap="flat" cmpd="sng" w="9525">
              <a:solidFill>
                <a:srgbClr val="F3F3F3"/>
              </a:solidFill>
              <a:prstDash val="dash"/>
              <a:round/>
              <a:headEnd len="med" w="med" type="none"/>
              <a:tailEnd len="med" w="med" type="none"/>
            </a:ln>
          </p:spPr>
        </p:cxnSp>
        <p:cxnSp>
          <p:nvCxnSpPr>
            <p:cNvPr id="28" name="Google Shape;28;p1"/>
            <p:cNvCxnSpPr/>
            <p:nvPr/>
          </p:nvCxnSpPr>
          <p:spPr>
            <a:xfrm>
              <a:off x="8001000" y="-18750"/>
              <a:ext cx="0" cy="5181000"/>
            </a:xfrm>
            <a:prstGeom prst="straightConnector1">
              <a:avLst/>
            </a:prstGeom>
            <a:noFill/>
            <a:ln cap="flat" cmpd="sng" w="9525">
              <a:solidFill>
                <a:srgbClr val="F3F3F3"/>
              </a:solidFill>
              <a:prstDash val="dash"/>
              <a:round/>
              <a:headEnd len="med" w="med" type="none"/>
              <a:tailEnd len="med" w="med" type="none"/>
            </a:ln>
          </p:spPr>
        </p:cxnSp>
        <p:cxnSp>
          <p:nvCxnSpPr>
            <p:cNvPr id="29" name="Google Shape;29;p1"/>
            <p:cNvCxnSpPr/>
            <p:nvPr/>
          </p:nvCxnSpPr>
          <p:spPr>
            <a:xfrm>
              <a:off x="8763000" y="-18750"/>
              <a:ext cx="0" cy="5181000"/>
            </a:xfrm>
            <a:prstGeom prst="straightConnector1">
              <a:avLst/>
            </a:prstGeom>
            <a:noFill/>
            <a:ln cap="flat" cmpd="sng" w="9525">
              <a:solidFill>
                <a:srgbClr val="F3F3F3"/>
              </a:solidFill>
              <a:prstDash val="dash"/>
              <a:round/>
              <a:headEnd len="med" w="med" type="none"/>
              <a:tailEnd len="med" w="med" type="none"/>
            </a:ln>
          </p:spPr>
        </p:cxnSp>
      </p:grpSp>
      <p:sp>
        <p:nvSpPr>
          <p:cNvPr id="30" name="Google Shape;30;p1"/>
          <p:cNvSpPr txBox="1"/>
          <p:nvPr>
            <p:ph type="title"/>
          </p:nvPr>
        </p:nvSpPr>
        <p:spPr>
          <a:xfrm>
            <a:off x="1047750" y="634125"/>
            <a:ext cx="6996600" cy="715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Clr>
                <a:schemeClr val="accent1"/>
              </a:buClr>
              <a:buSzPts val="2000"/>
              <a:buFont typeface="Oswald"/>
              <a:buNone/>
              <a:defRPr b="1" sz="2000">
                <a:solidFill>
                  <a:schemeClr val="accent1"/>
                </a:solidFill>
                <a:latin typeface="Oswald"/>
                <a:ea typeface="Oswald"/>
                <a:cs typeface="Oswald"/>
                <a:sym typeface="Oswald"/>
              </a:defRPr>
            </a:lvl1pPr>
            <a:lvl2pPr lvl="1" algn="ctr">
              <a:spcBef>
                <a:spcPts val="0"/>
              </a:spcBef>
              <a:spcAft>
                <a:spcPts val="0"/>
              </a:spcAft>
              <a:buClr>
                <a:schemeClr val="accent1"/>
              </a:buClr>
              <a:buSzPts val="2000"/>
              <a:buFont typeface="Oswald"/>
              <a:buNone/>
              <a:defRPr b="1" sz="2000">
                <a:solidFill>
                  <a:schemeClr val="accent1"/>
                </a:solidFill>
                <a:latin typeface="Oswald"/>
                <a:ea typeface="Oswald"/>
                <a:cs typeface="Oswald"/>
                <a:sym typeface="Oswald"/>
              </a:defRPr>
            </a:lvl2pPr>
            <a:lvl3pPr lvl="2" algn="ctr">
              <a:spcBef>
                <a:spcPts val="0"/>
              </a:spcBef>
              <a:spcAft>
                <a:spcPts val="0"/>
              </a:spcAft>
              <a:buClr>
                <a:schemeClr val="accent1"/>
              </a:buClr>
              <a:buSzPts val="2000"/>
              <a:buFont typeface="Oswald"/>
              <a:buNone/>
              <a:defRPr b="1" sz="2000">
                <a:solidFill>
                  <a:schemeClr val="accent1"/>
                </a:solidFill>
                <a:latin typeface="Oswald"/>
                <a:ea typeface="Oswald"/>
                <a:cs typeface="Oswald"/>
                <a:sym typeface="Oswald"/>
              </a:defRPr>
            </a:lvl3pPr>
            <a:lvl4pPr lvl="3" algn="ctr">
              <a:spcBef>
                <a:spcPts val="0"/>
              </a:spcBef>
              <a:spcAft>
                <a:spcPts val="0"/>
              </a:spcAft>
              <a:buClr>
                <a:schemeClr val="accent1"/>
              </a:buClr>
              <a:buSzPts val="2000"/>
              <a:buFont typeface="Oswald"/>
              <a:buNone/>
              <a:defRPr b="1" sz="2000">
                <a:solidFill>
                  <a:schemeClr val="accent1"/>
                </a:solidFill>
                <a:latin typeface="Oswald"/>
                <a:ea typeface="Oswald"/>
                <a:cs typeface="Oswald"/>
                <a:sym typeface="Oswald"/>
              </a:defRPr>
            </a:lvl4pPr>
            <a:lvl5pPr lvl="4" algn="ctr">
              <a:spcBef>
                <a:spcPts val="0"/>
              </a:spcBef>
              <a:spcAft>
                <a:spcPts val="0"/>
              </a:spcAft>
              <a:buClr>
                <a:schemeClr val="accent1"/>
              </a:buClr>
              <a:buSzPts val="2000"/>
              <a:buFont typeface="Oswald"/>
              <a:buNone/>
              <a:defRPr b="1" sz="2000">
                <a:solidFill>
                  <a:schemeClr val="accent1"/>
                </a:solidFill>
                <a:latin typeface="Oswald"/>
                <a:ea typeface="Oswald"/>
                <a:cs typeface="Oswald"/>
                <a:sym typeface="Oswald"/>
              </a:defRPr>
            </a:lvl5pPr>
            <a:lvl6pPr lvl="5" algn="ctr">
              <a:spcBef>
                <a:spcPts val="0"/>
              </a:spcBef>
              <a:spcAft>
                <a:spcPts val="0"/>
              </a:spcAft>
              <a:buClr>
                <a:schemeClr val="accent1"/>
              </a:buClr>
              <a:buSzPts val="2000"/>
              <a:buFont typeface="Oswald"/>
              <a:buNone/>
              <a:defRPr b="1" sz="2000">
                <a:solidFill>
                  <a:schemeClr val="accent1"/>
                </a:solidFill>
                <a:latin typeface="Oswald"/>
                <a:ea typeface="Oswald"/>
                <a:cs typeface="Oswald"/>
                <a:sym typeface="Oswald"/>
              </a:defRPr>
            </a:lvl6pPr>
            <a:lvl7pPr lvl="6" algn="ctr">
              <a:spcBef>
                <a:spcPts val="0"/>
              </a:spcBef>
              <a:spcAft>
                <a:spcPts val="0"/>
              </a:spcAft>
              <a:buClr>
                <a:schemeClr val="accent1"/>
              </a:buClr>
              <a:buSzPts val="2000"/>
              <a:buFont typeface="Oswald"/>
              <a:buNone/>
              <a:defRPr b="1" sz="2000">
                <a:solidFill>
                  <a:schemeClr val="accent1"/>
                </a:solidFill>
                <a:latin typeface="Oswald"/>
                <a:ea typeface="Oswald"/>
                <a:cs typeface="Oswald"/>
                <a:sym typeface="Oswald"/>
              </a:defRPr>
            </a:lvl7pPr>
            <a:lvl8pPr lvl="7" algn="ctr">
              <a:spcBef>
                <a:spcPts val="0"/>
              </a:spcBef>
              <a:spcAft>
                <a:spcPts val="0"/>
              </a:spcAft>
              <a:buClr>
                <a:schemeClr val="accent1"/>
              </a:buClr>
              <a:buSzPts val="2000"/>
              <a:buFont typeface="Oswald"/>
              <a:buNone/>
              <a:defRPr b="1" sz="2000">
                <a:solidFill>
                  <a:schemeClr val="accent1"/>
                </a:solidFill>
                <a:latin typeface="Oswald"/>
                <a:ea typeface="Oswald"/>
                <a:cs typeface="Oswald"/>
                <a:sym typeface="Oswald"/>
              </a:defRPr>
            </a:lvl8pPr>
            <a:lvl9pPr lvl="8" algn="ctr">
              <a:spcBef>
                <a:spcPts val="0"/>
              </a:spcBef>
              <a:spcAft>
                <a:spcPts val="0"/>
              </a:spcAft>
              <a:buClr>
                <a:schemeClr val="accent1"/>
              </a:buClr>
              <a:buSzPts val="2000"/>
              <a:buFont typeface="Oswald"/>
              <a:buNone/>
              <a:defRPr b="1" sz="2000">
                <a:solidFill>
                  <a:schemeClr val="accent1"/>
                </a:solidFill>
                <a:latin typeface="Oswald"/>
                <a:ea typeface="Oswald"/>
                <a:cs typeface="Oswald"/>
                <a:sym typeface="Oswald"/>
              </a:defRPr>
            </a:lvl9pPr>
          </a:lstStyle>
          <a:p/>
        </p:txBody>
      </p:sp>
      <p:sp>
        <p:nvSpPr>
          <p:cNvPr id="31" name="Google Shape;31;p1"/>
          <p:cNvSpPr txBox="1"/>
          <p:nvPr>
            <p:ph idx="1" type="body"/>
          </p:nvPr>
        </p:nvSpPr>
        <p:spPr>
          <a:xfrm>
            <a:off x="1075850" y="1540175"/>
            <a:ext cx="6996600" cy="1922100"/>
          </a:xfrm>
          <a:prstGeom prst="rect">
            <a:avLst/>
          </a:prstGeom>
          <a:noFill/>
          <a:ln>
            <a:noFill/>
          </a:ln>
        </p:spPr>
        <p:txBody>
          <a:bodyPr anchorCtr="0" anchor="t" bIns="91425" lIns="91425" spcFirstLastPara="1" rIns="91425" wrap="square" tIns="91425">
            <a:noAutofit/>
          </a:bodyPr>
          <a:lstStyle>
            <a:lvl1pPr indent="-355600" lvl="0" marL="457200">
              <a:spcBef>
                <a:spcPts val="600"/>
              </a:spcBef>
              <a:spcAft>
                <a:spcPts val="0"/>
              </a:spcAft>
              <a:buClr>
                <a:schemeClr val="dk1"/>
              </a:buClr>
              <a:buSzPts val="2000"/>
              <a:buFont typeface="Source Sans Pro"/>
              <a:buChar char="◉"/>
              <a:defRPr sz="2000">
                <a:solidFill>
                  <a:schemeClr val="dk1"/>
                </a:solidFill>
                <a:latin typeface="Source Sans Pro"/>
                <a:ea typeface="Source Sans Pro"/>
                <a:cs typeface="Source Sans Pro"/>
                <a:sym typeface="Source Sans Pro"/>
              </a:defRPr>
            </a:lvl1pPr>
            <a:lvl2pPr indent="-342900" lvl="1" marL="9144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2pPr>
            <a:lvl3pPr indent="-342900" lvl="2" marL="13716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3pPr>
            <a:lvl4pPr indent="-342900" lvl="3" marL="18288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4pPr>
            <a:lvl5pPr indent="-342900" lvl="4" marL="22860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5pPr>
            <a:lvl6pPr indent="-342900" lvl="5" marL="27432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6pPr>
            <a:lvl7pPr indent="-342900" lvl="6" marL="32004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7pPr>
            <a:lvl8pPr indent="-342900" lvl="7" marL="36576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8pPr>
            <a:lvl9pPr indent="-342900" lvl="8" marL="41148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9pPr>
          </a:lstStyle>
          <a:p/>
        </p:txBody>
      </p:sp>
      <p:sp>
        <p:nvSpPr>
          <p:cNvPr id="32" name="Google Shape;32;p1"/>
          <p:cNvSpPr txBox="1"/>
          <p:nvPr>
            <p:ph idx="12" type="sldNum"/>
          </p:nvPr>
        </p:nvSpPr>
        <p:spPr>
          <a:xfrm>
            <a:off x="8556775" y="4826200"/>
            <a:ext cx="548700" cy="317400"/>
          </a:xfrm>
          <a:prstGeom prst="rect">
            <a:avLst/>
          </a:prstGeom>
          <a:noFill/>
          <a:ln>
            <a:noFill/>
          </a:ln>
        </p:spPr>
        <p:txBody>
          <a:bodyPr anchorCtr="0" anchor="t" bIns="91425" lIns="91425" spcFirstLastPara="1" rIns="91425" wrap="square" tIns="91425">
            <a:noAutofit/>
          </a:bodyPr>
          <a:lstStyle>
            <a:lvl1pPr lvl="0" algn="r">
              <a:buNone/>
              <a:defRPr sz="1000">
                <a:solidFill>
                  <a:srgbClr val="FFFFFF"/>
                </a:solidFill>
                <a:latin typeface="Oswald"/>
                <a:ea typeface="Oswald"/>
                <a:cs typeface="Oswald"/>
                <a:sym typeface="Oswald"/>
              </a:defRPr>
            </a:lvl1pPr>
            <a:lvl2pPr lvl="1" algn="r">
              <a:buNone/>
              <a:defRPr sz="1000">
                <a:solidFill>
                  <a:srgbClr val="FFFFFF"/>
                </a:solidFill>
                <a:latin typeface="Oswald"/>
                <a:ea typeface="Oswald"/>
                <a:cs typeface="Oswald"/>
                <a:sym typeface="Oswald"/>
              </a:defRPr>
            </a:lvl2pPr>
            <a:lvl3pPr lvl="2" algn="r">
              <a:buNone/>
              <a:defRPr sz="1000">
                <a:solidFill>
                  <a:srgbClr val="FFFFFF"/>
                </a:solidFill>
                <a:latin typeface="Oswald"/>
                <a:ea typeface="Oswald"/>
                <a:cs typeface="Oswald"/>
                <a:sym typeface="Oswald"/>
              </a:defRPr>
            </a:lvl3pPr>
            <a:lvl4pPr lvl="3" algn="r">
              <a:buNone/>
              <a:defRPr sz="1000">
                <a:solidFill>
                  <a:srgbClr val="FFFFFF"/>
                </a:solidFill>
                <a:latin typeface="Oswald"/>
                <a:ea typeface="Oswald"/>
                <a:cs typeface="Oswald"/>
                <a:sym typeface="Oswald"/>
              </a:defRPr>
            </a:lvl4pPr>
            <a:lvl5pPr lvl="4" algn="r">
              <a:buNone/>
              <a:defRPr sz="1000">
                <a:solidFill>
                  <a:srgbClr val="FFFFFF"/>
                </a:solidFill>
                <a:latin typeface="Oswald"/>
                <a:ea typeface="Oswald"/>
                <a:cs typeface="Oswald"/>
                <a:sym typeface="Oswald"/>
              </a:defRPr>
            </a:lvl5pPr>
            <a:lvl6pPr lvl="5" algn="r">
              <a:buNone/>
              <a:defRPr sz="1000">
                <a:solidFill>
                  <a:srgbClr val="FFFFFF"/>
                </a:solidFill>
                <a:latin typeface="Oswald"/>
                <a:ea typeface="Oswald"/>
                <a:cs typeface="Oswald"/>
                <a:sym typeface="Oswald"/>
              </a:defRPr>
            </a:lvl6pPr>
            <a:lvl7pPr lvl="6" algn="r">
              <a:buNone/>
              <a:defRPr sz="1000">
                <a:solidFill>
                  <a:srgbClr val="FFFFFF"/>
                </a:solidFill>
                <a:latin typeface="Oswald"/>
                <a:ea typeface="Oswald"/>
                <a:cs typeface="Oswald"/>
                <a:sym typeface="Oswald"/>
              </a:defRPr>
            </a:lvl7pPr>
            <a:lvl8pPr lvl="7" algn="r">
              <a:buNone/>
              <a:defRPr sz="1000">
                <a:solidFill>
                  <a:srgbClr val="FFFFFF"/>
                </a:solidFill>
                <a:latin typeface="Oswald"/>
                <a:ea typeface="Oswald"/>
                <a:cs typeface="Oswald"/>
                <a:sym typeface="Oswald"/>
              </a:defRPr>
            </a:lvl8pPr>
            <a:lvl9pPr lvl="8" algn="r">
              <a:buNone/>
              <a:defRPr sz="1000">
                <a:solidFill>
                  <a:srgbClr val="FFFFFF"/>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13"/>
          <p:cNvSpPr txBox="1"/>
          <p:nvPr>
            <p:ph type="ctrTitle"/>
          </p:nvPr>
        </p:nvSpPr>
        <p:spPr>
          <a:xfrm>
            <a:off x="644275" y="2740625"/>
            <a:ext cx="7717500" cy="1159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What factors contribute to educational success?</a:t>
            </a:r>
            <a:endParaRPr/>
          </a:p>
        </p:txBody>
      </p:sp>
      <p:sp>
        <p:nvSpPr>
          <p:cNvPr id="465" name="Google Shape;465;p13"/>
          <p:cNvSpPr txBox="1"/>
          <p:nvPr>
            <p:ph type="ctrTitle"/>
          </p:nvPr>
        </p:nvSpPr>
        <p:spPr>
          <a:xfrm>
            <a:off x="0" y="3762825"/>
            <a:ext cx="7717500" cy="1159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2000"/>
              <a:t>Group 56- Alyssa Benjamin, Monisha Kapadia, Anh Nguyen, Yi Chen Wu</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14"/>
          <p:cNvSpPr txBox="1"/>
          <p:nvPr>
            <p:ph type="ctrTitle"/>
          </p:nvPr>
        </p:nvSpPr>
        <p:spPr>
          <a:xfrm>
            <a:off x="2309350" y="3031150"/>
            <a:ext cx="5214600" cy="1159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INTRODUCTION</a:t>
            </a:r>
            <a:endParaRPr/>
          </a:p>
        </p:txBody>
      </p:sp>
      <p:sp>
        <p:nvSpPr>
          <p:cNvPr id="471" name="Google Shape;471;p14"/>
          <p:cNvSpPr txBox="1"/>
          <p:nvPr>
            <p:ph idx="1" type="subTitle"/>
          </p:nvPr>
        </p:nvSpPr>
        <p:spPr>
          <a:xfrm>
            <a:off x="2309441" y="4059250"/>
            <a:ext cx="5214600" cy="784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Summary of our Motivation &amp; Data</a:t>
            </a:r>
            <a:endParaRPr/>
          </a:p>
        </p:txBody>
      </p:sp>
      <p:sp>
        <p:nvSpPr>
          <p:cNvPr id="472" name="Google Shape;472;p14"/>
          <p:cNvSpPr txBox="1"/>
          <p:nvPr/>
        </p:nvSpPr>
        <p:spPr>
          <a:xfrm>
            <a:off x="7416725" y="3661925"/>
            <a:ext cx="1760400" cy="1204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2000">
                <a:solidFill>
                  <a:schemeClr val="accent2"/>
                </a:solidFill>
                <a:latin typeface="Oswald"/>
                <a:ea typeface="Oswald"/>
                <a:cs typeface="Oswald"/>
                <a:sym typeface="Oswald"/>
              </a:rPr>
              <a:t>1</a:t>
            </a:r>
            <a:endParaRPr sz="12000">
              <a:solidFill>
                <a:schemeClr val="accent2"/>
              </a:solidFill>
            </a:endParaRPr>
          </a:p>
        </p:txBody>
      </p:sp>
      <p:sp>
        <p:nvSpPr>
          <p:cNvPr id="473" name="Google Shape;473;p14"/>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5"/>
          <p:cNvSpPr txBox="1"/>
          <p:nvPr>
            <p:ph type="title"/>
          </p:nvPr>
        </p:nvSpPr>
        <p:spPr>
          <a:xfrm>
            <a:off x="1047750" y="634125"/>
            <a:ext cx="6996600" cy="71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800"/>
              <a:t>MOTIVATION</a:t>
            </a:r>
            <a:endParaRPr sz="4800">
              <a:solidFill>
                <a:schemeClr val="accent2"/>
              </a:solidFill>
            </a:endParaRPr>
          </a:p>
        </p:txBody>
      </p:sp>
      <p:sp>
        <p:nvSpPr>
          <p:cNvPr id="479" name="Google Shape;479;p15"/>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0" name="Google Shape;480;p15"/>
          <p:cNvSpPr txBox="1"/>
          <p:nvPr>
            <p:ph idx="1" type="body"/>
          </p:nvPr>
        </p:nvSpPr>
        <p:spPr>
          <a:xfrm>
            <a:off x="289925" y="1349925"/>
            <a:ext cx="8644200" cy="2741400"/>
          </a:xfrm>
          <a:prstGeom prst="rect">
            <a:avLst/>
          </a:prstGeom>
        </p:spPr>
        <p:txBody>
          <a:bodyPr anchorCtr="0" anchor="t" bIns="91425" lIns="91425" spcFirstLastPara="1" rIns="91425" wrap="square" tIns="91425">
            <a:noAutofit/>
          </a:bodyPr>
          <a:lstStyle/>
          <a:p>
            <a:pPr indent="-323850" lvl="0" marL="457200" rtl="0" algn="l">
              <a:spcBef>
                <a:spcPts val="600"/>
              </a:spcBef>
              <a:spcAft>
                <a:spcPts val="0"/>
              </a:spcAft>
              <a:buClr>
                <a:srgbClr val="000000"/>
              </a:buClr>
              <a:buSzPts val="1500"/>
              <a:buChar char="◉"/>
            </a:pPr>
            <a:r>
              <a:rPr lang="en" sz="1500">
                <a:solidFill>
                  <a:srgbClr val="000000"/>
                </a:solidFill>
                <a:highlight>
                  <a:srgbClr val="FFFFFF"/>
                </a:highlight>
              </a:rPr>
              <a:t>PROBLEM: </a:t>
            </a:r>
            <a:endParaRPr sz="1500">
              <a:solidFill>
                <a:srgbClr val="000000"/>
              </a:solidFill>
              <a:highlight>
                <a:srgbClr val="FFFFFF"/>
              </a:highlight>
            </a:endParaRPr>
          </a:p>
          <a:p>
            <a:pPr indent="-323850" lvl="0" marL="914400" rtl="0" algn="l">
              <a:spcBef>
                <a:spcPts val="0"/>
              </a:spcBef>
              <a:spcAft>
                <a:spcPts val="0"/>
              </a:spcAft>
              <a:buClr>
                <a:srgbClr val="000000"/>
              </a:buClr>
              <a:buSzPts val="1500"/>
              <a:buChar char="●"/>
            </a:pPr>
            <a:r>
              <a:rPr lang="en" sz="1500">
                <a:solidFill>
                  <a:srgbClr val="000000"/>
                </a:solidFill>
                <a:highlight>
                  <a:srgbClr val="FFFFFF"/>
                </a:highlight>
              </a:rPr>
              <a:t>As current students, we understand the determination to strive for the best GPA and grades. 75% of high school students report that they ALWAYS or OFTEN worry about not getting good grades.</a:t>
            </a:r>
            <a:endParaRPr sz="1500">
              <a:solidFill>
                <a:srgbClr val="000000"/>
              </a:solidFill>
              <a:highlight>
                <a:srgbClr val="FFFFFF"/>
              </a:highlight>
            </a:endParaRPr>
          </a:p>
          <a:p>
            <a:pPr indent="0" lvl="0" marL="457200" rtl="0" algn="l">
              <a:spcBef>
                <a:spcPts val="600"/>
              </a:spcBef>
              <a:spcAft>
                <a:spcPts val="0"/>
              </a:spcAft>
              <a:buNone/>
            </a:pPr>
            <a:r>
              <a:t/>
            </a:r>
            <a:endParaRPr sz="1500">
              <a:solidFill>
                <a:srgbClr val="000000"/>
              </a:solidFill>
              <a:highlight>
                <a:srgbClr val="FFFFFF"/>
              </a:highlight>
            </a:endParaRPr>
          </a:p>
          <a:p>
            <a:pPr indent="-323850" lvl="0" marL="457200" rtl="0" algn="l">
              <a:spcBef>
                <a:spcPts val="600"/>
              </a:spcBef>
              <a:spcAft>
                <a:spcPts val="0"/>
              </a:spcAft>
              <a:buClr>
                <a:srgbClr val="000000"/>
              </a:buClr>
              <a:buSzPts val="1500"/>
              <a:buChar char="◉"/>
            </a:pPr>
            <a:r>
              <a:rPr lang="en" sz="1500">
                <a:solidFill>
                  <a:srgbClr val="000000"/>
                </a:solidFill>
                <a:highlight>
                  <a:srgbClr val="FFFFFF"/>
                </a:highlight>
              </a:rPr>
              <a:t>WHAT WE THINK:</a:t>
            </a:r>
            <a:endParaRPr sz="1500">
              <a:solidFill>
                <a:srgbClr val="000000"/>
              </a:solidFill>
              <a:highlight>
                <a:srgbClr val="FFFFFF"/>
              </a:highlight>
            </a:endParaRPr>
          </a:p>
          <a:p>
            <a:pPr indent="-323850" lvl="0" marL="914400" rtl="0" algn="l">
              <a:spcBef>
                <a:spcPts val="0"/>
              </a:spcBef>
              <a:spcAft>
                <a:spcPts val="0"/>
              </a:spcAft>
              <a:buClr>
                <a:srgbClr val="000000"/>
              </a:buClr>
              <a:buSzPts val="1500"/>
              <a:buChar char="●"/>
            </a:pPr>
            <a:r>
              <a:rPr lang="en" sz="1500">
                <a:solidFill>
                  <a:srgbClr val="000000"/>
                </a:solidFill>
                <a:highlight>
                  <a:srgbClr val="FFFFFF"/>
                </a:highlight>
              </a:rPr>
              <a:t>However, there are numerous factors that can affect the end determination of our grades, some in our control and some out of it. </a:t>
            </a:r>
            <a:endParaRPr sz="1500">
              <a:solidFill>
                <a:srgbClr val="000000"/>
              </a:solidFill>
              <a:highlight>
                <a:srgbClr val="FFFFFF"/>
              </a:highlight>
            </a:endParaRPr>
          </a:p>
          <a:p>
            <a:pPr indent="-323850" lvl="0" marL="914400" rtl="0" algn="l">
              <a:spcBef>
                <a:spcPts val="0"/>
              </a:spcBef>
              <a:spcAft>
                <a:spcPts val="0"/>
              </a:spcAft>
              <a:buClr>
                <a:srgbClr val="000000"/>
              </a:buClr>
              <a:buSzPts val="1500"/>
              <a:buChar char="●"/>
            </a:pPr>
            <a:r>
              <a:rPr lang="en" sz="1500">
                <a:solidFill>
                  <a:srgbClr val="000000"/>
                </a:solidFill>
                <a:highlight>
                  <a:srgbClr val="FFFFFF"/>
                </a:highlight>
              </a:rPr>
              <a:t>In our project, we plan to explore this idea of whether we have full control over the grades we receive and how we can possibly predict our grades based on a series of factors.</a:t>
            </a:r>
            <a:endParaRPr sz="1500">
              <a:solidFill>
                <a:srgbClr val="000000"/>
              </a:solidFill>
              <a:highlight>
                <a:srgbClr val="FFFFFF"/>
              </a:highlight>
            </a:endParaRPr>
          </a:p>
          <a:p>
            <a:pPr indent="0" lvl="0" marL="0" rtl="0" algn="l">
              <a:spcBef>
                <a:spcPts val="600"/>
              </a:spcBef>
              <a:spcAft>
                <a:spcPts val="0"/>
              </a:spcAft>
              <a:buNone/>
            </a:pPr>
            <a:r>
              <a:t/>
            </a:r>
            <a:endParaRPr sz="1500">
              <a:solidFill>
                <a:srgbClr val="000000"/>
              </a:solidFill>
              <a:highlight>
                <a:srgbClr val="FFFFFF"/>
              </a:highlight>
            </a:endParaRPr>
          </a:p>
          <a:p>
            <a:pPr indent="0" lvl="0" marL="0" rtl="0" algn="l">
              <a:spcBef>
                <a:spcPts val="600"/>
              </a:spcBef>
              <a:spcAft>
                <a:spcPts val="0"/>
              </a:spcAft>
              <a:buNone/>
            </a:pPr>
            <a:r>
              <a:t/>
            </a:r>
            <a:endParaRPr sz="1500">
              <a:solidFill>
                <a:srgbClr val="000000"/>
              </a:solidFill>
              <a:highlight>
                <a:srgbClr val="FFFFFF"/>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16"/>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6" name="Google Shape;486;p16"/>
          <p:cNvSpPr txBox="1"/>
          <p:nvPr>
            <p:ph type="title"/>
          </p:nvPr>
        </p:nvSpPr>
        <p:spPr>
          <a:xfrm>
            <a:off x="1047750" y="329325"/>
            <a:ext cx="6996600" cy="715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t>DATASET DESCRIPTION</a:t>
            </a:r>
            <a:endParaRPr sz="3600"/>
          </a:p>
        </p:txBody>
      </p:sp>
      <p:sp>
        <p:nvSpPr>
          <p:cNvPr id="487" name="Google Shape;487;p16"/>
          <p:cNvSpPr txBox="1"/>
          <p:nvPr>
            <p:ph idx="1" type="body"/>
          </p:nvPr>
        </p:nvSpPr>
        <p:spPr>
          <a:xfrm>
            <a:off x="553325" y="1095275"/>
            <a:ext cx="8199300" cy="4161300"/>
          </a:xfrm>
          <a:prstGeom prst="rect">
            <a:avLst/>
          </a:prstGeom>
        </p:spPr>
        <p:txBody>
          <a:bodyPr anchorCtr="0" anchor="t" bIns="91425" lIns="91425" spcFirstLastPara="1" rIns="91425" wrap="square" tIns="91425">
            <a:noAutofit/>
          </a:bodyPr>
          <a:lstStyle/>
          <a:p>
            <a:pPr indent="-336550" lvl="0" marL="457200" rtl="0" algn="l">
              <a:spcBef>
                <a:spcPts val="600"/>
              </a:spcBef>
              <a:spcAft>
                <a:spcPts val="0"/>
              </a:spcAft>
              <a:buSzPts val="1700"/>
              <a:buChar char="◉"/>
            </a:pPr>
            <a:r>
              <a:rPr lang="en"/>
              <a:t>A</a:t>
            </a:r>
            <a:r>
              <a:rPr lang="en"/>
              <a:t> representative sample of </a:t>
            </a:r>
            <a:r>
              <a:rPr b="1" lang="en"/>
              <a:t>145 students</a:t>
            </a:r>
            <a:r>
              <a:rPr lang="en"/>
              <a:t> in 2019 in the Faculty of Engineering and Faculty of Educational Sciences at the Near East University in Cyprus. </a:t>
            </a:r>
            <a:endParaRPr/>
          </a:p>
          <a:p>
            <a:pPr indent="-336550" lvl="0" marL="457200" rtl="0" algn="l">
              <a:spcBef>
                <a:spcPts val="0"/>
              </a:spcBef>
              <a:spcAft>
                <a:spcPts val="0"/>
              </a:spcAft>
              <a:buSzPts val="1700"/>
              <a:buChar char="◉"/>
            </a:pPr>
            <a:r>
              <a:rPr lang="en"/>
              <a:t>Students were given a questionnaire that consists a total of 30 questions in 3 categories: </a:t>
            </a:r>
            <a:r>
              <a:rPr b="1" lang="en"/>
              <a:t>Personal Questions, Family Questions, and Educational Preferences.</a:t>
            </a:r>
            <a:endParaRPr b="1"/>
          </a:p>
          <a:p>
            <a:pPr indent="-336550" lvl="0" marL="457200" rtl="0" algn="l">
              <a:spcBef>
                <a:spcPts val="0"/>
              </a:spcBef>
              <a:spcAft>
                <a:spcPts val="0"/>
              </a:spcAft>
              <a:buSzPts val="1700"/>
              <a:buChar char="◉"/>
            </a:pPr>
            <a:r>
              <a:rPr lang="en"/>
              <a:t>Each student also has a </a:t>
            </a:r>
            <a:r>
              <a:rPr b="1" lang="en"/>
              <a:t>final grade from 0 - 7 (with 0 being an F, 7 being an A+)</a:t>
            </a:r>
            <a:endParaRPr b="1"/>
          </a:p>
          <a:p>
            <a:pPr indent="0" lvl="0" marL="0" rtl="0" algn="l">
              <a:spcBef>
                <a:spcPts val="6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17"/>
          <p:cNvSpPr txBox="1"/>
          <p:nvPr>
            <p:ph idx="4294967295" type="ctrTitle"/>
          </p:nvPr>
        </p:nvSpPr>
        <p:spPr>
          <a:xfrm>
            <a:off x="247875" y="1331025"/>
            <a:ext cx="7677000" cy="894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800">
                <a:solidFill>
                  <a:schemeClr val="lt1"/>
                </a:solidFill>
              </a:rPr>
              <a:t>DATASET</a:t>
            </a:r>
            <a:endParaRPr sz="4800">
              <a:solidFill>
                <a:schemeClr val="lt1"/>
              </a:solidFill>
            </a:endParaRPr>
          </a:p>
        </p:txBody>
      </p:sp>
      <p:sp>
        <p:nvSpPr>
          <p:cNvPr id="493" name="Google Shape;493;p17"/>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94" name="Google Shape;494;p17"/>
          <p:cNvPicPr preferRelativeResize="0"/>
          <p:nvPr/>
        </p:nvPicPr>
        <p:blipFill>
          <a:blip r:embed="rId3">
            <a:alphaModFix/>
          </a:blip>
          <a:stretch>
            <a:fillRect/>
          </a:stretch>
        </p:blipFill>
        <p:spPr>
          <a:xfrm>
            <a:off x="152400" y="2365962"/>
            <a:ext cx="8839204" cy="211053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18"/>
          <p:cNvSpPr txBox="1"/>
          <p:nvPr>
            <p:ph type="title"/>
          </p:nvPr>
        </p:nvSpPr>
        <p:spPr>
          <a:xfrm>
            <a:off x="76200" y="635075"/>
            <a:ext cx="9144000" cy="715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300"/>
              <a:t>DATA APPROACH</a:t>
            </a:r>
            <a:endParaRPr sz="1500"/>
          </a:p>
        </p:txBody>
      </p:sp>
      <p:sp>
        <p:nvSpPr>
          <p:cNvPr id="500" name="Google Shape;500;p18"/>
          <p:cNvSpPr/>
          <p:nvPr/>
        </p:nvSpPr>
        <p:spPr>
          <a:xfrm>
            <a:off x="348875" y="2061650"/>
            <a:ext cx="2868900" cy="1715100"/>
          </a:xfrm>
          <a:prstGeom prst="homePlate">
            <a:avLst>
              <a:gd fmla="val 30129" name="adj"/>
            </a:avLst>
          </a:prstGeom>
          <a:solidFill>
            <a:schemeClr val="accent5"/>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100">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rPr b="1" lang="en" sz="3000">
                <a:solidFill>
                  <a:srgbClr val="FFFFFF"/>
                </a:solidFill>
                <a:latin typeface="Source Sans Pro"/>
                <a:ea typeface="Source Sans Pro"/>
                <a:cs typeface="Source Sans Pro"/>
                <a:sym typeface="Source Sans Pro"/>
              </a:rPr>
              <a:t>EDUCATIONAL</a:t>
            </a:r>
            <a:endParaRPr b="1" sz="3000">
              <a:solidFill>
                <a:srgbClr val="FFFFFF"/>
              </a:solidFill>
              <a:latin typeface="Source Sans Pro"/>
              <a:ea typeface="Source Sans Pro"/>
              <a:cs typeface="Source Sans Pro"/>
              <a:sym typeface="Source Sans Pro"/>
            </a:endParaRPr>
          </a:p>
        </p:txBody>
      </p:sp>
      <p:sp>
        <p:nvSpPr>
          <p:cNvPr id="501" name="Google Shape;501;p18"/>
          <p:cNvSpPr/>
          <p:nvPr/>
        </p:nvSpPr>
        <p:spPr>
          <a:xfrm>
            <a:off x="2981000" y="2061650"/>
            <a:ext cx="3122700" cy="1715100"/>
          </a:xfrm>
          <a:prstGeom prst="chevron">
            <a:avLst>
              <a:gd fmla="val 29853" name="adj"/>
            </a:avLst>
          </a:prstGeom>
          <a:solidFill>
            <a:schemeClr val="accen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100">
              <a:solidFill>
                <a:srgbClr val="FFFFFF"/>
              </a:solidFill>
              <a:latin typeface="Source Sans Pro"/>
              <a:ea typeface="Source Sans Pro"/>
              <a:cs typeface="Source Sans Pro"/>
              <a:sym typeface="Source Sans Pro"/>
            </a:endParaRPr>
          </a:p>
          <a:p>
            <a:pPr indent="0" lvl="0" marL="0" rtl="0" algn="ctr">
              <a:spcBef>
                <a:spcPts val="0"/>
              </a:spcBef>
              <a:spcAft>
                <a:spcPts val="0"/>
              </a:spcAft>
              <a:buNone/>
            </a:pPr>
            <a:r>
              <a:rPr b="1" lang="en" sz="3000">
                <a:solidFill>
                  <a:srgbClr val="FFFFFF"/>
                </a:solidFill>
                <a:latin typeface="Source Sans Pro"/>
                <a:ea typeface="Source Sans Pro"/>
                <a:cs typeface="Source Sans Pro"/>
                <a:sym typeface="Source Sans Pro"/>
              </a:rPr>
              <a:t>PERSONAL</a:t>
            </a:r>
            <a:endParaRPr b="1" sz="3000">
              <a:solidFill>
                <a:srgbClr val="FFFFFF"/>
              </a:solidFill>
              <a:latin typeface="Source Sans Pro"/>
              <a:ea typeface="Source Sans Pro"/>
              <a:cs typeface="Source Sans Pro"/>
              <a:sym typeface="Source Sans Pro"/>
            </a:endParaRPr>
          </a:p>
        </p:txBody>
      </p:sp>
      <p:sp>
        <p:nvSpPr>
          <p:cNvPr id="502" name="Google Shape;502;p18"/>
          <p:cNvSpPr/>
          <p:nvPr/>
        </p:nvSpPr>
        <p:spPr>
          <a:xfrm>
            <a:off x="5847425" y="2061650"/>
            <a:ext cx="3024900" cy="1715100"/>
          </a:xfrm>
          <a:prstGeom prst="chevron">
            <a:avLst>
              <a:gd fmla="val 29853" name="adj"/>
            </a:avLst>
          </a:prstGeom>
          <a:solidFill>
            <a:schemeClr val="accen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FFFFFF"/>
                </a:solidFill>
                <a:latin typeface="Source Sans Pro"/>
                <a:ea typeface="Source Sans Pro"/>
                <a:cs typeface="Source Sans Pro"/>
                <a:sym typeface="Source Sans Pro"/>
              </a:rPr>
              <a:t>  </a:t>
            </a:r>
            <a:endParaRPr b="1" sz="1100">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rPr b="1" lang="en" sz="3000">
                <a:solidFill>
                  <a:srgbClr val="FFFFFF"/>
                </a:solidFill>
                <a:latin typeface="Source Sans Pro"/>
                <a:ea typeface="Source Sans Pro"/>
                <a:cs typeface="Source Sans Pro"/>
                <a:sym typeface="Source Sans Pro"/>
              </a:rPr>
              <a:t>   </a:t>
            </a:r>
            <a:r>
              <a:rPr b="1" lang="en" sz="3000">
                <a:solidFill>
                  <a:srgbClr val="FFFFFF"/>
                </a:solidFill>
                <a:latin typeface="Source Sans Pro"/>
                <a:ea typeface="Source Sans Pro"/>
                <a:cs typeface="Source Sans Pro"/>
                <a:sym typeface="Source Sans Pro"/>
              </a:rPr>
              <a:t>FAMILIAL</a:t>
            </a:r>
            <a:endParaRPr b="1" sz="3000">
              <a:solidFill>
                <a:srgbClr val="FFFFFF"/>
              </a:solidFill>
              <a:latin typeface="Source Sans Pro"/>
              <a:ea typeface="Source Sans Pro"/>
              <a:cs typeface="Source Sans Pro"/>
              <a:sym typeface="Source Sans Pro"/>
            </a:endParaRPr>
          </a:p>
        </p:txBody>
      </p:sp>
      <p:sp>
        <p:nvSpPr>
          <p:cNvPr id="503" name="Google Shape;503;p18"/>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4" name="Google Shape;504;p18"/>
          <p:cNvSpPr txBox="1"/>
          <p:nvPr/>
        </p:nvSpPr>
        <p:spPr>
          <a:xfrm>
            <a:off x="651075" y="1216950"/>
            <a:ext cx="80445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Source Sans Pro"/>
                <a:ea typeface="Source Sans Pro"/>
                <a:cs typeface="Source Sans Pro"/>
                <a:sym typeface="Source Sans Pro"/>
              </a:rPr>
              <a:t>To better prepare our data</a:t>
            </a:r>
            <a:r>
              <a:rPr lang="en">
                <a:latin typeface="Source Sans Pro"/>
                <a:ea typeface="Source Sans Pro"/>
                <a:cs typeface="Source Sans Pro"/>
                <a:sym typeface="Source Sans Pro"/>
              </a:rPr>
              <a:t>, we grouped the columns into 3 main groups to determine if one group was a better predictor of academic success (grades) or not (for the ML applications).</a:t>
            </a:r>
            <a:endParaRPr>
              <a:latin typeface="Source Sans Pro"/>
              <a:ea typeface="Source Sans Pro"/>
              <a:cs typeface="Source Sans Pro"/>
              <a:sym typeface="Source Sans Pro"/>
            </a:endParaRPr>
          </a:p>
        </p:txBody>
      </p:sp>
      <p:sp>
        <p:nvSpPr>
          <p:cNvPr id="505" name="Google Shape;505;p18"/>
          <p:cNvSpPr/>
          <p:nvPr/>
        </p:nvSpPr>
        <p:spPr>
          <a:xfrm>
            <a:off x="7091500" y="2932230"/>
            <a:ext cx="632221" cy="615558"/>
          </a:xfrm>
          <a:custGeom>
            <a:rect b="b" l="l" r="r" t="t"/>
            <a:pathLst>
              <a:path extrusionOk="0" h="16072" w="18416">
                <a:moveTo>
                  <a:pt x="9208" y="1"/>
                </a:moveTo>
                <a:lnTo>
                  <a:pt x="1" y="8866"/>
                </a:lnTo>
                <a:lnTo>
                  <a:pt x="2882" y="8866"/>
                </a:lnTo>
                <a:lnTo>
                  <a:pt x="2882" y="15290"/>
                </a:lnTo>
                <a:lnTo>
                  <a:pt x="2907" y="15461"/>
                </a:lnTo>
                <a:lnTo>
                  <a:pt x="2956" y="15607"/>
                </a:lnTo>
                <a:lnTo>
                  <a:pt x="3029" y="15729"/>
                </a:lnTo>
                <a:lnTo>
                  <a:pt x="3102" y="15851"/>
                </a:lnTo>
                <a:lnTo>
                  <a:pt x="3224" y="15949"/>
                </a:lnTo>
                <a:lnTo>
                  <a:pt x="3371" y="16022"/>
                </a:lnTo>
                <a:lnTo>
                  <a:pt x="3517" y="16071"/>
                </a:lnTo>
                <a:lnTo>
                  <a:pt x="7425" y="16071"/>
                </a:lnTo>
                <a:lnTo>
                  <a:pt x="7425" y="13458"/>
                </a:lnTo>
                <a:lnTo>
                  <a:pt x="7450" y="13165"/>
                </a:lnTo>
                <a:lnTo>
                  <a:pt x="7547" y="12896"/>
                </a:lnTo>
                <a:lnTo>
                  <a:pt x="7669" y="12652"/>
                </a:lnTo>
                <a:lnTo>
                  <a:pt x="7840" y="12457"/>
                </a:lnTo>
                <a:lnTo>
                  <a:pt x="8060" y="12286"/>
                </a:lnTo>
                <a:lnTo>
                  <a:pt x="8280" y="12164"/>
                </a:lnTo>
                <a:lnTo>
                  <a:pt x="8549" y="12066"/>
                </a:lnTo>
                <a:lnTo>
                  <a:pt x="8842" y="12041"/>
                </a:lnTo>
                <a:lnTo>
                  <a:pt x="9574" y="12041"/>
                </a:lnTo>
                <a:lnTo>
                  <a:pt x="9867" y="12066"/>
                </a:lnTo>
                <a:lnTo>
                  <a:pt x="10136" y="12164"/>
                </a:lnTo>
                <a:lnTo>
                  <a:pt x="10356" y="12286"/>
                </a:lnTo>
                <a:lnTo>
                  <a:pt x="10576" y="12457"/>
                </a:lnTo>
                <a:lnTo>
                  <a:pt x="10747" y="12652"/>
                </a:lnTo>
                <a:lnTo>
                  <a:pt x="10869" y="12896"/>
                </a:lnTo>
                <a:lnTo>
                  <a:pt x="10967" y="13165"/>
                </a:lnTo>
                <a:lnTo>
                  <a:pt x="10991" y="13458"/>
                </a:lnTo>
                <a:lnTo>
                  <a:pt x="10991" y="16071"/>
                </a:lnTo>
                <a:lnTo>
                  <a:pt x="14899" y="16071"/>
                </a:lnTo>
                <a:lnTo>
                  <a:pt x="15045" y="16022"/>
                </a:lnTo>
                <a:lnTo>
                  <a:pt x="15192" y="15949"/>
                </a:lnTo>
                <a:lnTo>
                  <a:pt x="15314" y="15851"/>
                </a:lnTo>
                <a:lnTo>
                  <a:pt x="15387" y="15729"/>
                </a:lnTo>
                <a:lnTo>
                  <a:pt x="15460" y="15607"/>
                </a:lnTo>
                <a:lnTo>
                  <a:pt x="15509" y="15461"/>
                </a:lnTo>
                <a:lnTo>
                  <a:pt x="15534" y="15290"/>
                </a:lnTo>
                <a:lnTo>
                  <a:pt x="15534" y="8866"/>
                </a:lnTo>
                <a:lnTo>
                  <a:pt x="18416" y="8866"/>
                </a:lnTo>
                <a:lnTo>
                  <a:pt x="920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6" name="Google Shape;506;p18"/>
          <p:cNvGrpSpPr/>
          <p:nvPr/>
        </p:nvGrpSpPr>
        <p:grpSpPr>
          <a:xfrm>
            <a:off x="1249885" y="2932182"/>
            <a:ext cx="632191" cy="615621"/>
            <a:chOff x="1922075" y="1629000"/>
            <a:chExt cx="437200" cy="437200"/>
          </a:xfrm>
        </p:grpSpPr>
        <p:sp>
          <p:nvSpPr>
            <p:cNvPr id="507" name="Google Shape;507;p18"/>
            <p:cNvSpPr/>
            <p:nvPr/>
          </p:nvSpPr>
          <p:spPr>
            <a:xfrm>
              <a:off x="2208425" y="1629000"/>
              <a:ext cx="150850" cy="150850"/>
            </a:xfrm>
            <a:custGeom>
              <a:rect b="b" l="l" r="r" t="t"/>
              <a:pathLst>
                <a:path extrusionOk="0" h="6034" w="6034">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8"/>
            <p:cNvSpPr/>
            <p:nvPr/>
          </p:nvSpPr>
          <p:spPr>
            <a:xfrm>
              <a:off x="1922075" y="1686400"/>
              <a:ext cx="379800" cy="379800"/>
            </a:xfrm>
            <a:custGeom>
              <a:rect b="b" l="l" r="r" t="t"/>
              <a:pathLst>
                <a:path extrusionOk="0" h="15192" w="15192">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9" name="Google Shape;509;p18"/>
          <p:cNvSpPr/>
          <p:nvPr/>
        </p:nvSpPr>
        <p:spPr>
          <a:xfrm>
            <a:off x="4204826" y="2932194"/>
            <a:ext cx="632203" cy="615583"/>
          </a:xfrm>
          <a:custGeom>
            <a:rect b="b" l="l" r="r" t="t"/>
            <a:pathLst>
              <a:path extrusionOk="0" h="16120" w="15290">
                <a:moveTo>
                  <a:pt x="7645" y="1"/>
                </a:moveTo>
                <a:lnTo>
                  <a:pt x="7303" y="25"/>
                </a:lnTo>
                <a:lnTo>
                  <a:pt x="7010" y="98"/>
                </a:lnTo>
                <a:lnTo>
                  <a:pt x="6766" y="172"/>
                </a:lnTo>
                <a:lnTo>
                  <a:pt x="6546" y="294"/>
                </a:lnTo>
                <a:lnTo>
                  <a:pt x="6351" y="391"/>
                </a:lnTo>
                <a:lnTo>
                  <a:pt x="6204" y="538"/>
                </a:lnTo>
                <a:lnTo>
                  <a:pt x="6058" y="660"/>
                </a:lnTo>
                <a:lnTo>
                  <a:pt x="5960" y="782"/>
                </a:lnTo>
                <a:lnTo>
                  <a:pt x="5569" y="856"/>
                </a:lnTo>
                <a:lnTo>
                  <a:pt x="5203" y="978"/>
                </a:lnTo>
                <a:lnTo>
                  <a:pt x="4885" y="1149"/>
                </a:lnTo>
                <a:lnTo>
                  <a:pt x="4617" y="1320"/>
                </a:lnTo>
                <a:lnTo>
                  <a:pt x="4372" y="1539"/>
                </a:lnTo>
                <a:lnTo>
                  <a:pt x="4177" y="1759"/>
                </a:lnTo>
                <a:lnTo>
                  <a:pt x="4030" y="2028"/>
                </a:lnTo>
                <a:lnTo>
                  <a:pt x="3908" y="2296"/>
                </a:lnTo>
                <a:lnTo>
                  <a:pt x="3811" y="2565"/>
                </a:lnTo>
                <a:lnTo>
                  <a:pt x="3737" y="2834"/>
                </a:lnTo>
                <a:lnTo>
                  <a:pt x="3689" y="3127"/>
                </a:lnTo>
                <a:lnTo>
                  <a:pt x="3640" y="3420"/>
                </a:lnTo>
                <a:lnTo>
                  <a:pt x="3640" y="3713"/>
                </a:lnTo>
                <a:lnTo>
                  <a:pt x="3640" y="3982"/>
                </a:lnTo>
                <a:lnTo>
                  <a:pt x="3689" y="4495"/>
                </a:lnTo>
                <a:lnTo>
                  <a:pt x="3689" y="4519"/>
                </a:lnTo>
                <a:lnTo>
                  <a:pt x="3566" y="4568"/>
                </a:lnTo>
                <a:lnTo>
                  <a:pt x="3469" y="4666"/>
                </a:lnTo>
                <a:lnTo>
                  <a:pt x="3395" y="4812"/>
                </a:lnTo>
                <a:lnTo>
                  <a:pt x="3322" y="4983"/>
                </a:lnTo>
                <a:lnTo>
                  <a:pt x="3273" y="5178"/>
                </a:lnTo>
                <a:lnTo>
                  <a:pt x="3249" y="5398"/>
                </a:lnTo>
                <a:lnTo>
                  <a:pt x="3224" y="5642"/>
                </a:lnTo>
                <a:lnTo>
                  <a:pt x="3249" y="5887"/>
                </a:lnTo>
                <a:lnTo>
                  <a:pt x="3298" y="6155"/>
                </a:lnTo>
                <a:lnTo>
                  <a:pt x="3347" y="6400"/>
                </a:lnTo>
                <a:lnTo>
                  <a:pt x="3444" y="6619"/>
                </a:lnTo>
                <a:lnTo>
                  <a:pt x="3542" y="6790"/>
                </a:lnTo>
                <a:lnTo>
                  <a:pt x="3640" y="6961"/>
                </a:lnTo>
                <a:lnTo>
                  <a:pt x="3762" y="7059"/>
                </a:lnTo>
                <a:lnTo>
                  <a:pt x="3884" y="7132"/>
                </a:lnTo>
                <a:lnTo>
                  <a:pt x="4030" y="7132"/>
                </a:lnTo>
                <a:lnTo>
                  <a:pt x="4104" y="7108"/>
                </a:lnTo>
                <a:lnTo>
                  <a:pt x="4275" y="7523"/>
                </a:lnTo>
                <a:lnTo>
                  <a:pt x="4494" y="7889"/>
                </a:lnTo>
                <a:lnTo>
                  <a:pt x="4714" y="8256"/>
                </a:lnTo>
                <a:lnTo>
                  <a:pt x="4983" y="8598"/>
                </a:lnTo>
                <a:lnTo>
                  <a:pt x="5252" y="8891"/>
                </a:lnTo>
                <a:lnTo>
                  <a:pt x="5545" y="9159"/>
                </a:lnTo>
                <a:lnTo>
                  <a:pt x="5862" y="9404"/>
                </a:lnTo>
                <a:lnTo>
                  <a:pt x="6180" y="9623"/>
                </a:lnTo>
                <a:lnTo>
                  <a:pt x="6180" y="10698"/>
                </a:lnTo>
                <a:lnTo>
                  <a:pt x="5667" y="10747"/>
                </a:lnTo>
                <a:lnTo>
                  <a:pt x="5081" y="10845"/>
                </a:lnTo>
                <a:lnTo>
                  <a:pt x="4519" y="10967"/>
                </a:lnTo>
                <a:lnTo>
                  <a:pt x="3957" y="11089"/>
                </a:lnTo>
                <a:lnTo>
                  <a:pt x="3420" y="11260"/>
                </a:lnTo>
                <a:lnTo>
                  <a:pt x="2931" y="11455"/>
                </a:lnTo>
                <a:lnTo>
                  <a:pt x="2467" y="11675"/>
                </a:lnTo>
                <a:lnTo>
                  <a:pt x="2028" y="11919"/>
                </a:lnTo>
                <a:lnTo>
                  <a:pt x="1637" y="12188"/>
                </a:lnTo>
                <a:lnTo>
                  <a:pt x="1271" y="12456"/>
                </a:lnTo>
                <a:lnTo>
                  <a:pt x="953" y="12774"/>
                </a:lnTo>
                <a:lnTo>
                  <a:pt x="684" y="13116"/>
                </a:lnTo>
                <a:lnTo>
                  <a:pt x="440" y="13458"/>
                </a:lnTo>
                <a:lnTo>
                  <a:pt x="269" y="13849"/>
                </a:lnTo>
                <a:lnTo>
                  <a:pt x="123" y="14239"/>
                </a:lnTo>
                <a:lnTo>
                  <a:pt x="49" y="14679"/>
                </a:lnTo>
                <a:lnTo>
                  <a:pt x="1" y="15119"/>
                </a:lnTo>
                <a:lnTo>
                  <a:pt x="49" y="15167"/>
                </a:lnTo>
                <a:lnTo>
                  <a:pt x="245" y="15265"/>
                </a:lnTo>
                <a:lnTo>
                  <a:pt x="416" y="15338"/>
                </a:lnTo>
                <a:lnTo>
                  <a:pt x="636" y="15436"/>
                </a:lnTo>
                <a:lnTo>
                  <a:pt x="904" y="15534"/>
                </a:lnTo>
                <a:lnTo>
                  <a:pt x="1271" y="15607"/>
                </a:lnTo>
                <a:lnTo>
                  <a:pt x="1710" y="15705"/>
                </a:lnTo>
                <a:lnTo>
                  <a:pt x="2223" y="15802"/>
                </a:lnTo>
                <a:lnTo>
                  <a:pt x="2834" y="15876"/>
                </a:lnTo>
                <a:lnTo>
                  <a:pt x="3566" y="15973"/>
                </a:lnTo>
                <a:lnTo>
                  <a:pt x="4397" y="16022"/>
                </a:lnTo>
                <a:lnTo>
                  <a:pt x="5325" y="16071"/>
                </a:lnTo>
                <a:lnTo>
                  <a:pt x="6399" y="16096"/>
                </a:lnTo>
                <a:lnTo>
                  <a:pt x="7621" y="16120"/>
                </a:lnTo>
                <a:lnTo>
                  <a:pt x="8817" y="16096"/>
                </a:lnTo>
                <a:lnTo>
                  <a:pt x="9892" y="16071"/>
                </a:lnTo>
                <a:lnTo>
                  <a:pt x="10844" y="16022"/>
                </a:lnTo>
                <a:lnTo>
                  <a:pt x="11675" y="15973"/>
                </a:lnTo>
                <a:lnTo>
                  <a:pt x="12408" y="15876"/>
                </a:lnTo>
                <a:lnTo>
                  <a:pt x="13018" y="15802"/>
                </a:lnTo>
                <a:lnTo>
                  <a:pt x="13555" y="15705"/>
                </a:lnTo>
                <a:lnTo>
                  <a:pt x="13995" y="15607"/>
                </a:lnTo>
                <a:lnTo>
                  <a:pt x="14361" y="15534"/>
                </a:lnTo>
                <a:lnTo>
                  <a:pt x="14654" y="15436"/>
                </a:lnTo>
                <a:lnTo>
                  <a:pt x="14874" y="15338"/>
                </a:lnTo>
                <a:lnTo>
                  <a:pt x="15045" y="15265"/>
                </a:lnTo>
                <a:lnTo>
                  <a:pt x="15216" y="15167"/>
                </a:lnTo>
                <a:lnTo>
                  <a:pt x="15289" y="15119"/>
                </a:lnTo>
                <a:lnTo>
                  <a:pt x="15241" y="14655"/>
                </a:lnTo>
                <a:lnTo>
                  <a:pt x="15167" y="14215"/>
                </a:lnTo>
                <a:lnTo>
                  <a:pt x="15045" y="13800"/>
                </a:lnTo>
                <a:lnTo>
                  <a:pt x="14874" y="13409"/>
                </a:lnTo>
                <a:lnTo>
                  <a:pt x="14630" y="13043"/>
                </a:lnTo>
                <a:lnTo>
                  <a:pt x="14361" y="12701"/>
                </a:lnTo>
                <a:lnTo>
                  <a:pt x="14044" y="12408"/>
                </a:lnTo>
                <a:lnTo>
                  <a:pt x="13678" y="12115"/>
                </a:lnTo>
                <a:lnTo>
                  <a:pt x="13287" y="11846"/>
                </a:lnTo>
                <a:lnTo>
                  <a:pt x="12847" y="11626"/>
                </a:lnTo>
                <a:lnTo>
                  <a:pt x="12359" y="11406"/>
                </a:lnTo>
                <a:lnTo>
                  <a:pt x="11846" y="11235"/>
                </a:lnTo>
                <a:lnTo>
                  <a:pt x="11284" y="11064"/>
                </a:lnTo>
                <a:lnTo>
                  <a:pt x="10698" y="10942"/>
                </a:lnTo>
                <a:lnTo>
                  <a:pt x="10063" y="10820"/>
                </a:lnTo>
                <a:lnTo>
                  <a:pt x="9428" y="10747"/>
                </a:lnTo>
                <a:lnTo>
                  <a:pt x="9110" y="10722"/>
                </a:lnTo>
                <a:lnTo>
                  <a:pt x="9110" y="9623"/>
                </a:lnTo>
                <a:lnTo>
                  <a:pt x="9428" y="9404"/>
                </a:lnTo>
                <a:lnTo>
                  <a:pt x="9745" y="9159"/>
                </a:lnTo>
                <a:lnTo>
                  <a:pt x="10039" y="8891"/>
                </a:lnTo>
                <a:lnTo>
                  <a:pt x="10332" y="8598"/>
                </a:lnTo>
                <a:lnTo>
                  <a:pt x="10576" y="8256"/>
                </a:lnTo>
                <a:lnTo>
                  <a:pt x="10796" y="7889"/>
                </a:lnTo>
                <a:lnTo>
                  <a:pt x="11015" y="7523"/>
                </a:lnTo>
                <a:lnTo>
                  <a:pt x="11186" y="7108"/>
                </a:lnTo>
                <a:lnTo>
                  <a:pt x="11260" y="7132"/>
                </a:lnTo>
                <a:lnTo>
                  <a:pt x="11406" y="7132"/>
                </a:lnTo>
                <a:lnTo>
                  <a:pt x="11528" y="7059"/>
                </a:lnTo>
                <a:lnTo>
                  <a:pt x="11650" y="6961"/>
                </a:lnTo>
                <a:lnTo>
                  <a:pt x="11748" y="6790"/>
                </a:lnTo>
                <a:lnTo>
                  <a:pt x="11846" y="6619"/>
                </a:lnTo>
                <a:lnTo>
                  <a:pt x="11944" y="6400"/>
                </a:lnTo>
                <a:lnTo>
                  <a:pt x="11992" y="6155"/>
                </a:lnTo>
                <a:lnTo>
                  <a:pt x="12041" y="5887"/>
                </a:lnTo>
                <a:lnTo>
                  <a:pt x="12066" y="5642"/>
                </a:lnTo>
                <a:lnTo>
                  <a:pt x="12041" y="5398"/>
                </a:lnTo>
                <a:lnTo>
                  <a:pt x="12017" y="5203"/>
                </a:lnTo>
                <a:lnTo>
                  <a:pt x="11968" y="5007"/>
                </a:lnTo>
                <a:lnTo>
                  <a:pt x="11919" y="4836"/>
                </a:lnTo>
                <a:lnTo>
                  <a:pt x="11846" y="4690"/>
                </a:lnTo>
                <a:lnTo>
                  <a:pt x="11748" y="4592"/>
                </a:lnTo>
                <a:lnTo>
                  <a:pt x="11626" y="4519"/>
                </a:lnTo>
                <a:lnTo>
                  <a:pt x="11699" y="4153"/>
                </a:lnTo>
                <a:lnTo>
                  <a:pt x="11724" y="3811"/>
                </a:lnTo>
                <a:lnTo>
                  <a:pt x="11724" y="3493"/>
                </a:lnTo>
                <a:lnTo>
                  <a:pt x="11724" y="3200"/>
                </a:lnTo>
                <a:lnTo>
                  <a:pt x="11699" y="2907"/>
                </a:lnTo>
                <a:lnTo>
                  <a:pt x="11650" y="2638"/>
                </a:lnTo>
                <a:lnTo>
                  <a:pt x="11577" y="2394"/>
                </a:lnTo>
                <a:lnTo>
                  <a:pt x="11504" y="2150"/>
                </a:lnTo>
                <a:lnTo>
                  <a:pt x="11406" y="1930"/>
                </a:lnTo>
                <a:lnTo>
                  <a:pt x="11309" y="1710"/>
                </a:lnTo>
                <a:lnTo>
                  <a:pt x="11186" y="1515"/>
                </a:lnTo>
                <a:lnTo>
                  <a:pt x="11040" y="1344"/>
                </a:lnTo>
                <a:lnTo>
                  <a:pt x="10893" y="1173"/>
                </a:lnTo>
                <a:lnTo>
                  <a:pt x="10747" y="1026"/>
                </a:lnTo>
                <a:lnTo>
                  <a:pt x="10429" y="758"/>
                </a:lnTo>
                <a:lnTo>
                  <a:pt x="10063" y="562"/>
                </a:lnTo>
                <a:lnTo>
                  <a:pt x="9697" y="367"/>
                </a:lnTo>
                <a:lnTo>
                  <a:pt x="9330" y="245"/>
                </a:lnTo>
                <a:lnTo>
                  <a:pt x="8964" y="147"/>
                </a:lnTo>
                <a:lnTo>
                  <a:pt x="8598" y="74"/>
                </a:lnTo>
                <a:lnTo>
                  <a:pt x="8256" y="25"/>
                </a:lnTo>
                <a:lnTo>
                  <a:pt x="79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19"/>
          <p:cNvSpPr txBox="1"/>
          <p:nvPr>
            <p:ph type="ctrTitle"/>
          </p:nvPr>
        </p:nvSpPr>
        <p:spPr>
          <a:xfrm>
            <a:off x="2309350" y="3031150"/>
            <a:ext cx="5214600" cy="1159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DATA ANALYSIS </a:t>
            </a:r>
            <a:endParaRPr/>
          </a:p>
        </p:txBody>
      </p:sp>
      <p:sp>
        <p:nvSpPr>
          <p:cNvPr id="515" name="Google Shape;515;p19"/>
          <p:cNvSpPr txBox="1"/>
          <p:nvPr>
            <p:ph idx="1" type="subTitle"/>
          </p:nvPr>
        </p:nvSpPr>
        <p:spPr>
          <a:xfrm>
            <a:off x="2309441" y="4059250"/>
            <a:ext cx="5214600" cy="784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Exploring our Data &amp; its Features </a:t>
            </a:r>
            <a:endParaRPr/>
          </a:p>
        </p:txBody>
      </p:sp>
      <p:sp>
        <p:nvSpPr>
          <p:cNvPr id="516" name="Google Shape;516;p19"/>
          <p:cNvSpPr txBox="1"/>
          <p:nvPr/>
        </p:nvSpPr>
        <p:spPr>
          <a:xfrm>
            <a:off x="7416725" y="3661925"/>
            <a:ext cx="1760400" cy="1204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2000">
                <a:solidFill>
                  <a:schemeClr val="accent2"/>
                </a:solidFill>
                <a:latin typeface="Oswald"/>
                <a:ea typeface="Oswald"/>
                <a:cs typeface="Oswald"/>
                <a:sym typeface="Oswald"/>
              </a:rPr>
              <a:t>2</a:t>
            </a:r>
            <a:endParaRPr sz="12000">
              <a:solidFill>
                <a:schemeClr val="accent2"/>
              </a:solidFill>
            </a:endParaRPr>
          </a:p>
        </p:txBody>
      </p:sp>
      <p:sp>
        <p:nvSpPr>
          <p:cNvPr id="517" name="Google Shape;517;p19"/>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521" name="Shape 521"/>
        <p:cNvGrpSpPr/>
        <p:nvPr/>
      </p:nvGrpSpPr>
      <p:grpSpPr>
        <a:xfrm>
          <a:off x="0" y="0"/>
          <a:ext cx="0" cy="0"/>
          <a:chOff x="0" y="0"/>
          <a:chExt cx="0" cy="0"/>
        </a:xfrm>
      </p:grpSpPr>
      <p:sp>
        <p:nvSpPr>
          <p:cNvPr id="522" name="Google Shape;522;p20"/>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23" name="Google Shape;523;p20"/>
          <p:cNvPicPr preferRelativeResize="0"/>
          <p:nvPr/>
        </p:nvPicPr>
        <p:blipFill rotWithShape="1">
          <a:blip r:embed="rId3">
            <a:alphaModFix/>
          </a:blip>
          <a:srcRect b="0" l="2591" r="0" t="0"/>
          <a:stretch/>
        </p:blipFill>
        <p:spPr>
          <a:xfrm>
            <a:off x="224625" y="581200"/>
            <a:ext cx="4615675" cy="4327750"/>
          </a:xfrm>
          <a:prstGeom prst="rect">
            <a:avLst/>
          </a:prstGeom>
          <a:noFill/>
          <a:ln>
            <a:noFill/>
          </a:ln>
        </p:spPr>
      </p:pic>
      <p:sp>
        <p:nvSpPr>
          <p:cNvPr id="524" name="Google Shape;524;p20"/>
          <p:cNvSpPr txBox="1"/>
          <p:nvPr>
            <p:ph idx="4294967295" type="body"/>
          </p:nvPr>
        </p:nvSpPr>
        <p:spPr>
          <a:xfrm>
            <a:off x="4702525" y="134775"/>
            <a:ext cx="3339900" cy="3919200"/>
          </a:xfrm>
          <a:prstGeom prst="rect">
            <a:avLst/>
          </a:prstGeom>
        </p:spPr>
        <p:txBody>
          <a:bodyPr anchorCtr="0" anchor="t" bIns="91425" lIns="91425" spcFirstLastPara="1" rIns="91425" wrap="square" tIns="91425">
            <a:noAutofit/>
          </a:bodyPr>
          <a:lstStyle/>
          <a:p>
            <a:pPr indent="-304800" lvl="0" marL="457200" rtl="0" algn="l">
              <a:lnSpc>
                <a:spcPct val="100000"/>
              </a:lnSpc>
              <a:spcBef>
                <a:spcPts val="600"/>
              </a:spcBef>
              <a:spcAft>
                <a:spcPts val="0"/>
              </a:spcAft>
              <a:buClr>
                <a:srgbClr val="000000"/>
              </a:buClr>
              <a:buSzPts val="1200"/>
              <a:buFont typeface="Consolas"/>
              <a:buChar char="-"/>
            </a:pPr>
            <a:r>
              <a:rPr lang="en" sz="1200">
                <a:solidFill>
                  <a:srgbClr val="000000"/>
                </a:solidFill>
                <a:highlight>
                  <a:srgbClr val="FFFFFF"/>
                </a:highlight>
                <a:latin typeface="Consolas"/>
                <a:ea typeface="Consolas"/>
                <a:cs typeface="Consolas"/>
                <a:sym typeface="Consolas"/>
              </a:rPr>
              <a:t>This heatmap is good indicator of the correlation is between all the detailed characteristic given for each student in the dataset to the grade they received at the end.</a:t>
            </a:r>
            <a:endParaRPr sz="1200">
              <a:solidFill>
                <a:srgbClr val="000000"/>
              </a:solidFill>
              <a:highlight>
                <a:srgbClr val="FFFFFF"/>
              </a:highlight>
              <a:latin typeface="Consolas"/>
              <a:ea typeface="Consolas"/>
              <a:cs typeface="Consolas"/>
              <a:sym typeface="Consolas"/>
            </a:endParaRPr>
          </a:p>
          <a:p>
            <a:pPr indent="-304800" lvl="0" marL="457200" rtl="0" algn="l">
              <a:lnSpc>
                <a:spcPct val="100000"/>
              </a:lnSpc>
              <a:spcBef>
                <a:spcPts val="600"/>
              </a:spcBef>
              <a:spcAft>
                <a:spcPts val="0"/>
              </a:spcAft>
              <a:buClr>
                <a:srgbClr val="000000"/>
              </a:buClr>
              <a:buSzPts val="1200"/>
              <a:buFont typeface="Consolas"/>
              <a:buChar char="-"/>
            </a:pPr>
            <a:r>
              <a:rPr lang="en" sz="1200">
                <a:solidFill>
                  <a:srgbClr val="000000"/>
                </a:solidFill>
                <a:highlight>
                  <a:srgbClr val="FFFFFF"/>
                </a:highlight>
                <a:latin typeface="Consolas"/>
                <a:ea typeface="Consolas"/>
                <a:cs typeface="Consolas"/>
                <a:sym typeface="Consolas"/>
              </a:rPr>
              <a:t>Visually, some characteristics of particular importance would be gender, cumulative gpa, expected gpa, and reading frequency (in general) as they show the strongest correlation. </a:t>
            </a:r>
            <a:endParaRPr sz="1200">
              <a:solidFill>
                <a:srgbClr val="000000"/>
              </a:solidFill>
              <a:highlight>
                <a:srgbClr val="FFFFFF"/>
              </a:highlight>
              <a:latin typeface="Consolas"/>
              <a:ea typeface="Consolas"/>
              <a:cs typeface="Consolas"/>
              <a:sym typeface="Consolas"/>
            </a:endParaRPr>
          </a:p>
          <a:p>
            <a:pPr indent="-304800" lvl="0" marL="457200" rtl="0" algn="l">
              <a:lnSpc>
                <a:spcPct val="100000"/>
              </a:lnSpc>
              <a:spcBef>
                <a:spcPts val="600"/>
              </a:spcBef>
              <a:spcAft>
                <a:spcPts val="600"/>
              </a:spcAft>
              <a:buClr>
                <a:srgbClr val="000000"/>
              </a:buClr>
              <a:buSzPts val="1200"/>
              <a:buFont typeface="Consolas"/>
              <a:buChar char="-"/>
            </a:pPr>
            <a:r>
              <a:rPr lang="en" sz="1200">
                <a:solidFill>
                  <a:srgbClr val="000000"/>
                </a:solidFill>
                <a:highlight>
                  <a:srgbClr val="FFFFFF"/>
                </a:highlight>
                <a:latin typeface="Consolas"/>
                <a:ea typeface="Consolas"/>
                <a:cs typeface="Consolas"/>
                <a:sym typeface="Consolas"/>
              </a:rPr>
              <a:t>Some characteristics close probably hold very little importance such as whether the student takes notes, how many hours they study, or their mother's occupation.</a:t>
            </a:r>
            <a:endParaRPr sz="1200">
              <a:solidFill>
                <a:srgbClr val="000000"/>
              </a:solidFill>
              <a:highlight>
                <a:srgbClr val="FFFFFF"/>
              </a:highlight>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21"/>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0" name="Google Shape;530;p21"/>
          <p:cNvSpPr txBox="1"/>
          <p:nvPr>
            <p:ph type="title"/>
          </p:nvPr>
        </p:nvSpPr>
        <p:spPr>
          <a:xfrm>
            <a:off x="1047750" y="179675"/>
            <a:ext cx="6996600" cy="546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Histograms of Important Characteristics</a:t>
            </a:r>
            <a:endParaRPr/>
          </a:p>
        </p:txBody>
      </p:sp>
      <p:sp>
        <p:nvSpPr>
          <p:cNvPr id="531" name="Google Shape;531;p21"/>
          <p:cNvSpPr txBox="1"/>
          <p:nvPr>
            <p:ph idx="1" type="body"/>
          </p:nvPr>
        </p:nvSpPr>
        <p:spPr>
          <a:xfrm>
            <a:off x="1075850" y="883450"/>
            <a:ext cx="6996600" cy="3294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p:txBody>
      </p:sp>
      <p:pic>
        <p:nvPicPr>
          <p:cNvPr id="532" name="Google Shape;532;p21"/>
          <p:cNvPicPr preferRelativeResize="0"/>
          <p:nvPr/>
        </p:nvPicPr>
        <p:blipFill>
          <a:blip r:embed="rId3">
            <a:alphaModFix/>
          </a:blip>
          <a:stretch>
            <a:fillRect/>
          </a:stretch>
        </p:blipFill>
        <p:spPr>
          <a:xfrm>
            <a:off x="1092750" y="804875"/>
            <a:ext cx="6996600" cy="3451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22"/>
          <p:cNvSpPr txBox="1"/>
          <p:nvPr>
            <p:ph type="ctrTitle"/>
          </p:nvPr>
        </p:nvSpPr>
        <p:spPr>
          <a:xfrm>
            <a:off x="185900" y="3031150"/>
            <a:ext cx="7338000" cy="1159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ML APPLICATIONS &amp; VISUALIZATIONS </a:t>
            </a:r>
            <a:endParaRPr/>
          </a:p>
        </p:txBody>
      </p:sp>
      <p:sp>
        <p:nvSpPr>
          <p:cNvPr id="538" name="Google Shape;538;p22"/>
          <p:cNvSpPr txBox="1"/>
          <p:nvPr>
            <p:ph idx="1" type="subTitle"/>
          </p:nvPr>
        </p:nvSpPr>
        <p:spPr>
          <a:xfrm>
            <a:off x="2309441" y="4059250"/>
            <a:ext cx="5214600" cy="784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Applying our ML Methods of Choice </a:t>
            </a:r>
            <a:endParaRPr/>
          </a:p>
        </p:txBody>
      </p:sp>
      <p:sp>
        <p:nvSpPr>
          <p:cNvPr id="539" name="Google Shape;539;p22"/>
          <p:cNvSpPr txBox="1"/>
          <p:nvPr/>
        </p:nvSpPr>
        <p:spPr>
          <a:xfrm>
            <a:off x="7416725" y="3661925"/>
            <a:ext cx="1760400" cy="1204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2000">
                <a:solidFill>
                  <a:schemeClr val="accent2"/>
                </a:solidFill>
                <a:latin typeface="Oswald"/>
                <a:ea typeface="Oswald"/>
                <a:cs typeface="Oswald"/>
                <a:sym typeface="Oswald"/>
              </a:rPr>
              <a:t>3</a:t>
            </a:r>
            <a:endParaRPr sz="12000">
              <a:solidFill>
                <a:schemeClr val="accent2"/>
              </a:solidFill>
            </a:endParaRPr>
          </a:p>
        </p:txBody>
      </p:sp>
      <p:sp>
        <p:nvSpPr>
          <p:cNvPr id="540" name="Google Shape;540;p22"/>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23"/>
          <p:cNvSpPr txBox="1"/>
          <p:nvPr>
            <p:ph type="title"/>
          </p:nvPr>
        </p:nvSpPr>
        <p:spPr>
          <a:xfrm>
            <a:off x="1047750" y="481725"/>
            <a:ext cx="6996600" cy="715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300">
                <a:solidFill>
                  <a:schemeClr val="accent2"/>
                </a:solidFill>
              </a:rPr>
              <a:t>MACHINE LEARNING METHODS</a:t>
            </a:r>
            <a:endParaRPr sz="3300">
              <a:solidFill>
                <a:schemeClr val="accent2"/>
              </a:solidFill>
            </a:endParaRPr>
          </a:p>
        </p:txBody>
      </p:sp>
      <p:sp>
        <p:nvSpPr>
          <p:cNvPr id="546" name="Google Shape;546;p23"/>
          <p:cNvSpPr txBox="1"/>
          <p:nvPr>
            <p:ph idx="1" type="body"/>
          </p:nvPr>
        </p:nvSpPr>
        <p:spPr>
          <a:xfrm>
            <a:off x="705900" y="1474200"/>
            <a:ext cx="3061800" cy="2702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i="1" lang="en" sz="2500">
                <a:solidFill>
                  <a:schemeClr val="lt1"/>
                </a:solidFill>
                <a:highlight>
                  <a:schemeClr val="accent2"/>
                </a:highlight>
              </a:rPr>
              <a:t>k-NN Classifier</a:t>
            </a:r>
            <a:endParaRPr sz="2000"/>
          </a:p>
        </p:txBody>
      </p:sp>
      <p:sp>
        <p:nvSpPr>
          <p:cNvPr id="547" name="Google Shape;547;p23"/>
          <p:cNvSpPr txBox="1"/>
          <p:nvPr>
            <p:ph idx="2" type="body"/>
          </p:nvPr>
        </p:nvSpPr>
        <p:spPr>
          <a:xfrm>
            <a:off x="5238450" y="1399825"/>
            <a:ext cx="2805900" cy="2702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i="1" lang="en" sz="2500">
                <a:solidFill>
                  <a:schemeClr val="lt1"/>
                </a:solidFill>
                <a:highlight>
                  <a:schemeClr val="accent2"/>
                </a:highlight>
              </a:rPr>
              <a:t>Random Forest Regressor</a:t>
            </a:r>
            <a:endParaRPr b="1" i="1" sz="2500">
              <a:solidFill>
                <a:schemeClr val="lt1"/>
              </a:solidFill>
              <a:highlight>
                <a:schemeClr val="accent2"/>
              </a:highlight>
            </a:endParaRPr>
          </a:p>
          <a:p>
            <a:pPr indent="0" lvl="0" marL="0" rtl="0" algn="l">
              <a:spcBef>
                <a:spcPts val="600"/>
              </a:spcBef>
              <a:spcAft>
                <a:spcPts val="0"/>
              </a:spcAft>
              <a:buNone/>
            </a:pPr>
            <a:r>
              <a:rPr lang="en" sz="2000"/>
              <a:t>Is the colour of the clear sky and the deep sea. It is located between violet and green on the optical spectrum.</a:t>
            </a:r>
            <a:endParaRPr sz="2000"/>
          </a:p>
        </p:txBody>
      </p:sp>
      <p:sp>
        <p:nvSpPr>
          <p:cNvPr id="548" name="Google Shape;548;p23"/>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24"/>
          <p:cNvSpPr txBox="1"/>
          <p:nvPr>
            <p:ph type="title"/>
          </p:nvPr>
        </p:nvSpPr>
        <p:spPr>
          <a:xfrm>
            <a:off x="-125" y="461725"/>
            <a:ext cx="9144000" cy="1138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800"/>
              <a:t>Method - Machine Learning: Knn Classifier </a:t>
            </a:r>
            <a:endParaRPr sz="4800">
              <a:solidFill>
                <a:schemeClr val="accent2"/>
              </a:solidFill>
            </a:endParaRPr>
          </a:p>
        </p:txBody>
      </p:sp>
      <p:sp>
        <p:nvSpPr>
          <p:cNvPr id="554" name="Google Shape;554;p24"/>
          <p:cNvSpPr txBox="1"/>
          <p:nvPr>
            <p:ph idx="1" type="body"/>
          </p:nvPr>
        </p:nvSpPr>
        <p:spPr>
          <a:xfrm>
            <a:off x="1131500" y="1552950"/>
            <a:ext cx="7770300" cy="2665800"/>
          </a:xfrm>
          <a:prstGeom prst="rect">
            <a:avLst/>
          </a:prstGeom>
        </p:spPr>
        <p:txBody>
          <a:bodyPr anchorCtr="0" anchor="t" bIns="91425" lIns="91425" spcFirstLastPara="1" rIns="91425" wrap="square" tIns="91425">
            <a:noAutofit/>
          </a:bodyPr>
          <a:lstStyle/>
          <a:p>
            <a:pPr indent="-393700" lvl="0" marL="457200" rtl="0" algn="l">
              <a:spcBef>
                <a:spcPts val="600"/>
              </a:spcBef>
              <a:spcAft>
                <a:spcPts val="0"/>
              </a:spcAft>
              <a:buSzPts val="2600"/>
              <a:buFont typeface="Consolas"/>
              <a:buAutoNum type="arabicPeriod"/>
            </a:pPr>
            <a:r>
              <a:rPr lang="en" sz="2600">
                <a:latin typeface="Consolas"/>
                <a:ea typeface="Consolas"/>
                <a:cs typeface="Consolas"/>
                <a:sym typeface="Consolas"/>
              </a:rPr>
              <a:t>Knn classifier</a:t>
            </a:r>
            <a:endParaRPr sz="2600">
              <a:latin typeface="Consolas"/>
              <a:ea typeface="Consolas"/>
              <a:cs typeface="Consolas"/>
              <a:sym typeface="Consolas"/>
            </a:endParaRPr>
          </a:p>
          <a:p>
            <a:pPr indent="-361950" lvl="0" marL="457200" rtl="0" algn="l">
              <a:spcBef>
                <a:spcPts val="0"/>
              </a:spcBef>
              <a:spcAft>
                <a:spcPts val="0"/>
              </a:spcAft>
              <a:buSzPts val="2100"/>
              <a:buFont typeface="Consolas"/>
              <a:buChar char="-"/>
            </a:pPr>
            <a:r>
              <a:rPr lang="en" sz="2100">
                <a:latin typeface="Consolas"/>
                <a:ea typeface="Consolas"/>
                <a:cs typeface="Consolas"/>
                <a:sym typeface="Consolas"/>
              </a:rPr>
              <a:t>One classifier for all variables, one for each respective factor group (educational, familial, personal)</a:t>
            </a:r>
            <a:endParaRPr sz="2100">
              <a:latin typeface="Consolas"/>
              <a:ea typeface="Consolas"/>
              <a:cs typeface="Consolas"/>
              <a:sym typeface="Consolas"/>
            </a:endParaRPr>
          </a:p>
          <a:p>
            <a:pPr indent="-361950" lvl="0" marL="457200" rtl="0" algn="l">
              <a:spcBef>
                <a:spcPts val="0"/>
              </a:spcBef>
              <a:spcAft>
                <a:spcPts val="0"/>
              </a:spcAft>
              <a:buSzPts val="2100"/>
              <a:buFont typeface="Consolas"/>
              <a:buChar char="-"/>
            </a:pPr>
            <a:r>
              <a:rPr lang="en" sz="2100">
                <a:latin typeface="Consolas"/>
                <a:ea typeface="Consolas"/>
                <a:cs typeface="Consolas"/>
                <a:sym typeface="Consolas"/>
              </a:rPr>
              <a:t>Confusion matrix visualizes what the algorithm predicts a student’s grade to be (grades 0 -7)</a:t>
            </a:r>
            <a:endParaRPr sz="2100">
              <a:latin typeface="Consolas"/>
              <a:ea typeface="Consolas"/>
              <a:cs typeface="Consolas"/>
              <a:sym typeface="Consolas"/>
            </a:endParaRPr>
          </a:p>
          <a:p>
            <a:pPr indent="-393700" lvl="0" marL="914400" rtl="0" algn="l">
              <a:spcBef>
                <a:spcPts val="0"/>
              </a:spcBef>
              <a:spcAft>
                <a:spcPts val="0"/>
              </a:spcAft>
              <a:buSzPts val="2600"/>
              <a:buFont typeface="Consolas"/>
              <a:buAutoNum type="arabicPeriod"/>
            </a:pPr>
            <a:r>
              <a:rPr lang="en" sz="2600">
                <a:latin typeface="Consolas"/>
                <a:ea typeface="Consolas"/>
                <a:cs typeface="Consolas"/>
                <a:sym typeface="Consolas"/>
              </a:rPr>
              <a:t>Random decision classifier/tree</a:t>
            </a:r>
            <a:endParaRPr sz="2600">
              <a:latin typeface="Consolas"/>
              <a:ea typeface="Consolas"/>
              <a:cs typeface="Consolas"/>
              <a:sym typeface="Consolas"/>
            </a:endParaRPr>
          </a:p>
          <a:p>
            <a:pPr indent="-393700" lvl="0" marL="457200" rtl="0" algn="l">
              <a:spcBef>
                <a:spcPts val="0"/>
              </a:spcBef>
              <a:spcAft>
                <a:spcPts val="0"/>
              </a:spcAft>
              <a:buSzPts val="2600"/>
              <a:buFont typeface="Consolas"/>
              <a:buChar char="-"/>
            </a:pPr>
            <a:r>
              <a:rPr lang="en" sz="2600">
                <a:latin typeface="Consolas"/>
                <a:ea typeface="Consolas"/>
                <a:cs typeface="Consolas"/>
                <a:sym typeface="Consolas"/>
              </a:rPr>
              <a:t>Love the tree</a:t>
            </a:r>
            <a:endParaRPr sz="2600">
              <a:latin typeface="Consolas"/>
              <a:ea typeface="Consolas"/>
              <a:cs typeface="Consolas"/>
              <a:sym typeface="Consolas"/>
            </a:endParaRPr>
          </a:p>
        </p:txBody>
      </p:sp>
      <p:sp>
        <p:nvSpPr>
          <p:cNvPr id="555" name="Google Shape;555;p24"/>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25"/>
          <p:cNvSpPr txBox="1"/>
          <p:nvPr>
            <p:ph type="title"/>
          </p:nvPr>
        </p:nvSpPr>
        <p:spPr>
          <a:xfrm>
            <a:off x="204025" y="298500"/>
            <a:ext cx="8896800" cy="2053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800"/>
              <a:t>Method - Machine Learning: Random Decision Classifier/Tree </a:t>
            </a:r>
            <a:endParaRPr sz="4800">
              <a:solidFill>
                <a:schemeClr val="accent2"/>
              </a:solidFill>
            </a:endParaRPr>
          </a:p>
        </p:txBody>
      </p:sp>
      <p:sp>
        <p:nvSpPr>
          <p:cNvPr id="561" name="Google Shape;561;p25"/>
          <p:cNvSpPr txBox="1"/>
          <p:nvPr>
            <p:ph idx="1" type="body"/>
          </p:nvPr>
        </p:nvSpPr>
        <p:spPr>
          <a:xfrm>
            <a:off x="1131500" y="2351700"/>
            <a:ext cx="7770300" cy="1867200"/>
          </a:xfrm>
          <a:prstGeom prst="rect">
            <a:avLst/>
          </a:prstGeom>
        </p:spPr>
        <p:txBody>
          <a:bodyPr anchorCtr="0" anchor="t" bIns="91425" lIns="91425" spcFirstLastPara="1" rIns="91425" wrap="square" tIns="91425">
            <a:noAutofit/>
          </a:bodyPr>
          <a:lstStyle/>
          <a:p>
            <a:pPr indent="0" lvl="0" marL="1371600" rtl="0" algn="l">
              <a:spcBef>
                <a:spcPts val="600"/>
              </a:spcBef>
              <a:spcAft>
                <a:spcPts val="0"/>
              </a:spcAft>
              <a:buNone/>
            </a:pPr>
            <a:r>
              <a:t/>
            </a:r>
            <a:endParaRPr sz="2100">
              <a:latin typeface="Consolas"/>
              <a:ea typeface="Consolas"/>
              <a:cs typeface="Consolas"/>
              <a:sym typeface="Consolas"/>
            </a:endParaRPr>
          </a:p>
          <a:p>
            <a:pPr indent="-393700" lvl="0" marL="914400" rtl="0" algn="l">
              <a:spcBef>
                <a:spcPts val="600"/>
              </a:spcBef>
              <a:spcAft>
                <a:spcPts val="0"/>
              </a:spcAft>
              <a:buSzPts val="2600"/>
              <a:buFont typeface="Consolas"/>
              <a:buAutoNum type="arabicPeriod"/>
            </a:pPr>
            <a:r>
              <a:rPr lang="en" sz="2600">
                <a:latin typeface="Consolas"/>
                <a:ea typeface="Consolas"/>
                <a:cs typeface="Consolas"/>
                <a:sym typeface="Consolas"/>
              </a:rPr>
              <a:t>Random decision classifier/tree</a:t>
            </a:r>
            <a:endParaRPr sz="2600">
              <a:latin typeface="Consolas"/>
              <a:ea typeface="Consolas"/>
              <a:cs typeface="Consolas"/>
              <a:sym typeface="Consolas"/>
            </a:endParaRPr>
          </a:p>
          <a:p>
            <a:pPr indent="-393700" lvl="0" marL="457200" rtl="0" algn="l">
              <a:spcBef>
                <a:spcPts val="0"/>
              </a:spcBef>
              <a:spcAft>
                <a:spcPts val="0"/>
              </a:spcAft>
              <a:buSzPts val="2600"/>
              <a:buFont typeface="Consolas"/>
              <a:buChar char="-"/>
            </a:pPr>
            <a:r>
              <a:rPr lang="en" sz="2600">
                <a:latin typeface="Consolas"/>
                <a:ea typeface="Consolas"/>
                <a:cs typeface="Consolas"/>
                <a:sym typeface="Consolas"/>
              </a:rPr>
              <a:t>Love the tree</a:t>
            </a:r>
            <a:endParaRPr sz="2600">
              <a:latin typeface="Consolas"/>
              <a:ea typeface="Consolas"/>
              <a:cs typeface="Consolas"/>
              <a:sym typeface="Consolas"/>
            </a:endParaRPr>
          </a:p>
        </p:txBody>
      </p:sp>
      <p:sp>
        <p:nvSpPr>
          <p:cNvPr id="562" name="Google Shape;562;p25"/>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26"/>
          <p:cNvSpPr txBox="1"/>
          <p:nvPr>
            <p:ph type="title"/>
          </p:nvPr>
        </p:nvSpPr>
        <p:spPr>
          <a:xfrm>
            <a:off x="1047750" y="634125"/>
            <a:ext cx="6996600" cy="715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CONFUSION MATRIX</a:t>
            </a:r>
            <a:endParaRPr/>
          </a:p>
        </p:txBody>
      </p:sp>
      <p:sp>
        <p:nvSpPr>
          <p:cNvPr id="568" name="Google Shape;568;p26"/>
          <p:cNvSpPr txBox="1"/>
          <p:nvPr>
            <p:ph idx="1" type="body"/>
          </p:nvPr>
        </p:nvSpPr>
        <p:spPr>
          <a:xfrm>
            <a:off x="1131500" y="1552950"/>
            <a:ext cx="3339900" cy="2665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p:txBody>
      </p:sp>
      <p:sp>
        <p:nvSpPr>
          <p:cNvPr id="569" name="Google Shape;569;p26"/>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0" name="Google Shape;570;p26"/>
          <p:cNvSpPr txBox="1"/>
          <p:nvPr>
            <p:ph idx="2" type="body"/>
          </p:nvPr>
        </p:nvSpPr>
        <p:spPr>
          <a:xfrm>
            <a:off x="4672563" y="1552950"/>
            <a:ext cx="3339900" cy="26658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The matrix shows how well our model can perform</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27"/>
          <p:cNvSpPr txBox="1"/>
          <p:nvPr>
            <p:ph type="title"/>
          </p:nvPr>
        </p:nvSpPr>
        <p:spPr>
          <a:xfrm>
            <a:off x="1047750" y="634125"/>
            <a:ext cx="6996600" cy="715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900"/>
              <a:t>RESULTS</a:t>
            </a:r>
            <a:endParaRPr sz="2900">
              <a:solidFill>
                <a:schemeClr val="accent2"/>
              </a:solidFill>
            </a:endParaRPr>
          </a:p>
        </p:txBody>
      </p:sp>
      <p:sp>
        <p:nvSpPr>
          <p:cNvPr id="576" name="Google Shape;576;p27"/>
          <p:cNvSpPr txBox="1"/>
          <p:nvPr>
            <p:ph idx="1" type="body"/>
          </p:nvPr>
        </p:nvSpPr>
        <p:spPr>
          <a:xfrm>
            <a:off x="1075850" y="1540175"/>
            <a:ext cx="6996600" cy="1922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p:txBody>
      </p:sp>
      <p:sp>
        <p:nvSpPr>
          <p:cNvPr id="577" name="Google Shape;577;p27"/>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28"/>
          <p:cNvSpPr txBox="1"/>
          <p:nvPr>
            <p:ph type="ctrTitle"/>
          </p:nvPr>
        </p:nvSpPr>
        <p:spPr>
          <a:xfrm>
            <a:off x="904750" y="3031150"/>
            <a:ext cx="6619200" cy="1159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													</a:t>
            </a:r>
            <a:r>
              <a:rPr lang="en"/>
              <a:t>	TAKEAWAYS &amp; CONCLUSIONS</a:t>
            </a:r>
            <a:endParaRPr/>
          </a:p>
        </p:txBody>
      </p:sp>
      <p:sp>
        <p:nvSpPr>
          <p:cNvPr id="583" name="Google Shape;583;p28"/>
          <p:cNvSpPr txBox="1"/>
          <p:nvPr>
            <p:ph idx="1" type="subTitle"/>
          </p:nvPr>
        </p:nvSpPr>
        <p:spPr>
          <a:xfrm>
            <a:off x="2309441" y="4059250"/>
            <a:ext cx="5214600" cy="784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Interpreting our Results in  our Data’s Context</a:t>
            </a:r>
            <a:r>
              <a:rPr lang="en"/>
              <a:t> </a:t>
            </a:r>
            <a:endParaRPr/>
          </a:p>
        </p:txBody>
      </p:sp>
      <p:sp>
        <p:nvSpPr>
          <p:cNvPr id="584" name="Google Shape;584;p28"/>
          <p:cNvSpPr txBox="1"/>
          <p:nvPr/>
        </p:nvSpPr>
        <p:spPr>
          <a:xfrm>
            <a:off x="7416725" y="3661925"/>
            <a:ext cx="1760400" cy="1204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2000">
                <a:solidFill>
                  <a:schemeClr val="accent2"/>
                </a:solidFill>
                <a:latin typeface="Oswald"/>
                <a:ea typeface="Oswald"/>
                <a:cs typeface="Oswald"/>
                <a:sym typeface="Oswald"/>
              </a:rPr>
              <a:t>4</a:t>
            </a:r>
            <a:endParaRPr sz="12000">
              <a:solidFill>
                <a:schemeClr val="accent2"/>
              </a:solidFill>
            </a:endParaRPr>
          </a:p>
        </p:txBody>
      </p:sp>
      <p:sp>
        <p:nvSpPr>
          <p:cNvPr id="585" name="Google Shape;585;p28"/>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29"/>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1" name="Google Shape;591;p29"/>
          <p:cNvSpPr txBox="1"/>
          <p:nvPr>
            <p:ph idx="4294967295" type="ctrTitle"/>
          </p:nvPr>
        </p:nvSpPr>
        <p:spPr>
          <a:xfrm>
            <a:off x="-371800" y="1267075"/>
            <a:ext cx="4585800" cy="115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6000">
                <a:solidFill>
                  <a:schemeClr val="lt1"/>
                </a:solidFill>
              </a:rPr>
              <a:t>TAKEAWAYS</a:t>
            </a:r>
            <a:endParaRPr sz="6000">
              <a:solidFill>
                <a:schemeClr val="lt1"/>
              </a:solidFill>
            </a:endParaRPr>
          </a:p>
        </p:txBody>
      </p:sp>
      <p:sp>
        <p:nvSpPr>
          <p:cNvPr id="592" name="Google Shape;592;p29"/>
          <p:cNvSpPr/>
          <p:nvPr/>
        </p:nvSpPr>
        <p:spPr>
          <a:xfrm>
            <a:off x="385846" y="2501215"/>
            <a:ext cx="630470" cy="507120"/>
          </a:xfrm>
          <a:custGeom>
            <a:rect b="b" l="l" r="r" t="t"/>
            <a:pathLst>
              <a:path extrusionOk="0" h="14215" w="16266">
                <a:moveTo>
                  <a:pt x="8597" y="4397"/>
                </a:moveTo>
                <a:lnTo>
                  <a:pt x="8719" y="4421"/>
                </a:lnTo>
                <a:lnTo>
                  <a:pt x="8866" y="4445"/>
                </a:lnTo>
                <a:lnTo>
                  <a:pt x="8988" y="4519"/>
                </a:lnTo>
                <a:lnTo>
                  <a:pt x="9085" y="4616"/>
                </a:lnTo>
                <a:lnTo>
                  <a:pt x="9159" y="4714"/>
                </a:lnTo>
                <a:lnTo>
                  <a:pt x="9208" y="4836"/>
                </a:lnTo>
                <a:lnTo>
                  <a:pt x="9232" y="4958"/>
                </a:lnTo>
                <a:lnTo>
                  <a:pt x="9256" y="5105"/>
                </a:lnTo>
                <a:lnTo>
                  <a:pt x="8963" y="8939"/>
                </a:lnTo>
                <a:lnTo>
                  <a:pt x="8939" y="9086"/>
                </a:lnTo>
                <a:lnTo>
                  <a:pt x="8890" y="9232"/>
                </a:lnTo>
                <a:lnTo>
                  <a:pt x="8817" y="9330"/>
                </a:lnTo>
                <a:lnTo>
                  <a:pt x="8719" y="9452"/>
                </a:lnTo>
                <a:lnTo>
                  <a:pt x="8597" y="9525"/>
                </a:lnTo>
                <a:lnTo>
                  <a:pt x="8475" y="9599"/>
                </a:lnTo>
                <a:lnTo>
                  <a:pt x="8353" y="9648"/>
                </a:lnTo>
                <a:lnTo>
                  <a:pt x="7913" y="9648"/>
                </a:lnTo>
                <a:lnTo>
                  <a:pt x="7791" y="9599"/>
                </a:lnTo>
                <a:lnTo>
                  <a:pt x="7669" y="9525"/>
                </a:lnTo>
                <a:lnTo>
                  <a:pt x="7547" y="9452"/>
                </a:lnTo>
                <a:lnTo>
                  <a:pt x="7449" y="9330"/>
                </a:lnTo>
                <a:lnTo>
                  <a:pt x="7376" y="9232"/>
                </a:lnTo>
                <a:lnTo>
                  <a:pt x="7327" y="9086"/>
                </a:lnTo>
                <a:lnTo>
                  <a:pt x="7303" y="8939"/>
                </a:lnTo>
                <a:lnTo>
                  <a:pt x="7010" y="5105"/>
                </a:lnTo>
                <a:lnTo>
                  <a:pt x="7034" y="4958"/>
                </a:lnTo>
                <a:lnTo>
                  <a:pt x="7058" y="4836"/>
                </a:lnTo>
                <a:lnTo>
                  <a:pt x="7107" y="4714"/>
                </a:lnTo>
                <a:lnTo>
                  <a:pt x="7180" y="4616"/>
                </a:lnTo>
                <a:lnTo>
                  <a:pt x="7278" y="4519"/>
                </a:lnTo>
                <a:lnTo>
                  <a:pt x="7400" y="4445"/>
                </a:lnTo>
                <a:lnTo>
                  <a:pt x="7547" y="4421"/>
                </a:lnTo>
                <a:lnTo>
                  <a:pt x="7669" y="4397"/>
                </a:lnTo>
                <a:close/>
                <a:moveTo>
                  <a:pt x="8133" y="10429"/>
                </a:moveTo>
                <a:lnTo>
                  <a:pt x="8328" y="10454"/>
                </a:lnTo>
                <a:lnTo>
                  <a:pt x="8499" y="10502"/>
                </a:lnTo>
                <a:lnTo>
                  <a:pt x="8670" y="10600"/>
                </a:lnTo>
                <a:lnTo>
                  <a:pt x="8817" y="10722"/>
                </a:lnTo>
                <a:lnTo>
                  <a:pt x="8939" y="10869"/>
                </a:lnTo>
                <a:lnTo>
                  <a:pt x="9037" y="11040"/>
                </a:lnTo>
                <a:lnTo>
                  <a:pt x="9085" y="11211"/>
                </a:lnTo>
                <a:lnTo>
                  <a:pt x="9110" y="11406"/>
                </a:lnTo>
                <a:lnTo>
                  <a:pt x="9085" y="11601"/>
                </a:lnTo>
                <a:lnTo>
                  <a:pt x="9037" y="11797"/>
                </a:lnTo>
                <a:lnTo>
                  <a:pt x="8939" y="11943"/>
                </a:lnTo>
                <a:lnTo>
                  <a:pt x="8817" y="12090"/>
                </a:lnTo>
                <a:lnTo>
                  <a:pt x="8670" y="12212"/>
                </a:lnTo>
                <a:lnTo>
                  <a:pt x="8499" y="12310"/>
                </a:lnTo>
                <a:lnTo>
                  <a:pt x="8328" y="12359"/>
                </a:lnTo>
                <a:lnTo>
                  <a:pt x="8133" y="12383"/>
                </a:lnTo>
                <a:lnTo>
                  <a:pt x="7938" y="12359"/>
                </a:lnTo>
                <a:lnTo>
                  <a:pt x="7742" y="12310"/>
                </a:lnTo>
                <a:lnTo>
                  <a:pt x="7596" y="12212"/>
                </a:lnTo>
                <a:lnTo>
                  <a:pt x="7449" y="12090"/>
                </a:lnTo>
                <a:lnTo>
                  <a:pt x="7327" y="11943"/>
                </a:lnTo>
                <a:lnTo>
                  <a:pt x="7229" y="11797"/>
                </a:lnTo>
                <a:lnTo>
                  <a:pt x="7180" y="11601"/>
                </a:lnTo>
                <a:lnTo>
                  <a:pt x="7156" y="11406"/>
                </a:lnTo>
                <a:lnTo>
                  <a:pt x="7180" y="11211"/>
                </a:lnTo>
                <a:lnTo>
                  <a:pt x="7229" y="11040"/>
                </a:lnTo>
                <a:lnTo>
                  <a:pt x="7327" y="10869"/>
                </a:lnTo>
                <a:lnTo>
                  <a:pt x="7449" y="10722"/>
                </a:lnTo>
                <a:lnTo>
                  <a:pt x="7596" y="10600"/>
                </a:lnTo>
                <a:lnTo>
                  <a:pt x="7742" y="10502"/>
                </a:lnTo>
                <a:lnTo>
                  <a:pt x="7938" y="10454"/>
                </a:lnTo>
                <a:lnTo>
                  <a:pt x="8133" y="10429"/>
                </a:lnTo>
                <a:close/>
                <a:moveTo>
                  <a:pt x="7986" y="0"/>
                </a:moveTo>
                <a:lnTo>
                  <a:pt x="7864" y="25"/>
                </a:lnTo>
                <a:lnTo>
                  <a:pt x="7742" y="74"/>
                </a:lnTo>
                <a:lnTo>
                  <a:pt x="7620" y="123"/>
                </a:lnTo>
                <a:lnTo>
                  <a:pt x="7522" y="196"/>
                </a:lnTo>
                <a:lnTo>
                  <a:pt x="7425" y="294"/>
                </a:lnTo>
                <a:lnTo>
                  <a:pt x="7327" y="391"/>
                </a:lnTo>
                <a:lnTo>
                  <a:pt x="7254" y="489"/>
                </a:lnTo>
                <a:lnTo>
                  <a:pt x="147" y="12700"/>
                </a:lnTo>
                <a:lnTo>
                  <a:pt x="73" y="12823"/>
                </a:lnTo>
                <a:lnTo>
                  <a:pt x="25" y="12945"/>
                </a:lnTo>
                <a:lnTo>
                  <a:pt x="0" y="13067"/>
                </a:lnTo>
                <a:lnTo>
                  <a:pt x="0" y="13213"/>
                </a:lnTo>
                <a:lnTo>
                  <a:pt x="0" y="13335"/>
                </a:lnTo>
                <a:lnTo>
                  <a:pt x="25" y="13458"/>
                </a:lnTo>
                <a:lnTo>
                  <a:pt x="73" y="13604"/>
                </a:lnTo>
                <a:lnTo>
                  <a:pt x="147" y="13726"/>
                </a:lnTo>
                <a:lnTo>
                  <a:pt x="220" y="13824"/>
                </a:lnTo>
                <a:lnTo>
                  <a:pt x="293" y="13922"/>
                </a:lnTo>
                <a:lnTo>
                  <a:pt x="391" y="14019"/>
                </a:lnTo>
                <a:lnTo>
                  <a:pt x="513" y="14093"/>
                </a:lnTo>
                <a:lnTo>
                  <a:pt x="635" y="14141"/>
                </a:lnTo>
                <a:lnTo>
                  <a:pt x="757" y="14190"/>
                </a:lnTo>
                <a:lnTo>
                  <a:pt x="879" y="14215"/>
                </a:lnTo>
                <a:lnTo>
                  <a:pt x="15387" y="14215"/>
                </a:lnTo>
                <a:lnTo>
                  <a:pt x="15509" y="14190"/>
                </a:lnTo>
                <a:lnTo>
                  <a:pt x="15631" y="14141"/>
                </a:lnTo>
                <a:lnTo>
                  <a:pt x="15753" y="14093"/>
                </a:lnTo>
                <a:lnTo>
                  <a:pt x="15875" y="14019"/>
                </a:lnTo>
                <a:lnTo>
                  <a:pt x="15973" y="13922"/>
                </a:lnTo>
                <a:lnTo>
                  <a:pt x="16046" y="13824"/>
                </a:lnTo>
                <a:lnTo>
                  <a:pt x="16119" y="13726"/>
                </a:lnTo>
                <a:lnTo>
                  <a:pt x="16193" y="13604"/>
                </a:lnTo>
                <a:lnTo>
                  <a:pt x="16241" y="13458"/>
                </a:lnTo>
                <a:lnTo>
                  <a:pt x="16266" y="13335"/>
                </a:lnTo>
                <a:lnTo>
                  <a:pt x="16266" y="13213"/>
                </a:lnTo>
                <a:lnTo>
                  <a:pt x="16266" y="13067"/>
                </a:lnTo>
                <a:lnTo>
                  <a:pt x="16241" y="12945"/>
                </a:lnTo>
                <a:lnTo>
                  <a:pt x="16193" y="12823"/>
                </a:lnTo>
                <a:lnTo>
                  <a:pt x="16119" y="12700"/>
                </a:lnTo>
                <a:lnTo>
                  <a:pt x="9012" y="489"/>
                </a:lnTo>
                <a:lnTo>
                  <a:pt x="8939" y="391"/>
                </a:lnTo>
                <a:lnTo>
                  <a:pt x="8841" y="294"/>
                </a:lnTo>
                <a:lnTo>
                  <a:pt x="8744" y="196"/>
                </a:lnTo>
                <a:lnTo>
                  <a:pt x="8646" y="123"/>
                </a:lnTo>
                <a:lnTo>
                  <a:pt x="8524" y="74"/>
                </a:lnTo>
                <a:lnTo>
                  <a:pt x="8402" y="25"/>
                </a:lnTo>
                <a:lnTo>
                  <a:pt x="825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30"/>
          <p:cNvSpPr txBox="1"/>
          <p:nvPr>
            <p:ph idx="4294967295" type="ctrTitle"/>
          </p:nvPr>
        </p:nvSpPr>
        <p:spPr>
          <a:xfrm>
            <a:off x="1275150" y="1278550"/>
            <a:ext cx="6593700" cy="115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0000"/>
              <a:t>THANKS!</a:t>
            </a:r>
            <a:endParaRPr sz="10000"/>
          </a:p>
        </p:txBody>
      </p:sp>
      <p:sp>
        <p:nvSpPr>
          <p:cNvPr id="598" name="Google Shape;598;p30"/>
          <p:cNvSpPr txBox="1"/>
          <p:nvPr>
            <p:ph idx="4294967295" type="subTitle"/>
          </p:nvPr>
        </p:nvSpPr>
        <p:spPr>
          <a:xfrm>
            <a:off x="1275150" y="2325749"/>
            <a:ext cx="6593700" cy="16809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None/>
            </a:pPr>
            <a:r>
              <a:rPr b="1" lang="en" sz="3600"/>
              <a:t>Any questions?</a:t>
            </a:r>
            <a:endParaRPr b="1" sz="3600"/>
          </a:p>
          <a:p>
            <a:pPr indent="0" lvl="0" marL="0" rtl="0" algn="ctr">
              <a:spcBef>
                <a:spcPts val="600"/>
              </a:spcBef>
              <a:spcAft>
                <a:spcPts val="0"/>
              </a:spcAft>
              <a:buNone/>
            </a:pPr>
            <a:r>
              <a:rPr lang="en"/>
              <a:t>You can find me at</a:t>
            </a:r>
            <a:endParaRPr/>
          </a:p>
          <a:p>
            <a:pPr indent="0" lvl="0" marL="0" rtl="0" algn="ctr">
              <a:spcBef>
                <a:spcPts val="600"/>
              </a:spcBef>
              <a:spcAft>
                <a:spcPts val="0"/>
              </a:spcAft>
              <a:buNone/>
            </a:pPr>
            <a:r>
              <a:rPr lang="en"/>
              <a:t>@username / user@mail.me</a:t>
            </a:r>
            <a:endParaRPr/>
          </a:p>
          <a:p>
            <a:pPr indent="0" lvl="0" marL="0" rtl="0" algn="ctr">
              <a:spcBef>
                <a:spcPts val="600"/>
              </a:spcBef>
              <a:spcAft>
                <a:spcPts val="0"/>
              </a:spcAft>
              <a:buNone/>
            </a:pPr>
            <a:r>
              <a:t/>
            </a:r>
            <a:endParaRPr b="1" sz="3600"/>
          </a:p>
        </p:txBody>
      </p:sp>
      <p:sp>
        <p:nvSpPr>
          <p:cNvPr id="599" name="Google Shape;599;p30"/>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3" name="Shape 603"/>
        <p:cNvGrpSpPr/>
        <p:nvPr/>
      </p:nvGrpSpPr>
      <p:grpSpPr>
        <a:xfrm>
          <a:off x="0" y="0"/>
          <a:ext cx="0" cy="0"/>
          <a:chOff x="0" y="0"/>
          <a:chExt cx="0" cy="0"/>
        </a:xfrm>
      </p:grpSpPr>
      <p:grpSp>
        <p:nvGrpSpPr>
          <p:cNvPr id="604" name="Google Shape;604;p31"/>
          <p:cNvGrpSpPr/>
          <p:nvPr/>
        </p:nvGrpSpPr>
        <p:grpSpPr>
          <a:xfrm>
            <a:off x="358968" y="342338"/>
            <a:ext cx="347107" cy="438984"/>
            <a:chOff x="584925" y="238125"/>
            <a:chExt cx="415200" cy="525100"/>
          </a:xfrm>
        </p:grpSpPr>
        <p:sp>
          <p:nvSpPr>
            <p:cNvPr id="605" name="Google Shape;605;p31"/>
            <p:cNvSpPr/>
            <p:nvPr/>
          </p:nvSpPr>
          <p:spPr>
            <a:xfrm>
              <a:off x="621550" y="299175"/>
              <a:ext cx="378575" cy="464050"/>
            </a:xfrm>
            <a:custGeom>
              <a:rect b="b" l="l" r="r" t="t"/>
              <a:pathLst>
                <a:path extrusionOk="0" h="18562" w="15143">
                  <a:moveTo>
                    <a:pt x="14166" y="0"/>
                  </a:moveTo>
                  <a:lnTo>
                    <a:pt x="14166" y="16755"/>
                  </a:lnTo>
                  <a:lnTo>
                    <a:pt x="14141" y="16926"/>
                  </a:lnTo>
                  <a:lnTo>
                    <a:pt x="14093" y="17072"/>
                  </a:lnTo>
                  <a:lnTo>
                    <a:pt x="14044" y="17194"/>
                  </a:lnTo>
                  <a:lnTo>
                    <a:pt x="13946" y="17341"/>
                  </a:lnTo>
                  <a:lnTo>
                    <a:pt x="13824" y="17438"/>
                  </a:lnTo>
                  <a:lnTo>
                    <a:pt x="13677" y="17512"/>
                  </a:lnTo>
                  <a:lnTo>
                    <a:pt x="13531" y="17561"/>
                  </a:lnTo>
                  <a:lnTo>
                    <a:pt x="13384" y="17585"/>
                  </a:lnTo>
                  <a:lnTo>
                    <a:pt x="0" y="17585"/>
                  </a:lnTo>
                  <a:lnTo>
                    <a:pt x="0" y="17731"/>
                  </a:lnTo>
                  <a:lnTo>
                    <a:pt x="25" y="17902"/>
                  </a:lnTo>
                  <a:lnTo>
                    <a:pt x="74" y="18049"/>
                  </a:lnTo>
                  <a:lnTo>
                    <a:pt x="123" y="18171"/>
                  </a:lnTo>
                  <a:lnTo>
                    <a:pt x="220" y="18318"/>
                  </a:lnTo>
                  <a:lnTo>
                    <a:pt x="342" y="18415"/>
                  </a:lnTo>
                  <a:lnTo>
                    <a:pt x="489" y="18489"/>
                  </a:lnTo>
                  <a:lnTo>
                    <a:pt x="635" y="18537"/>
                  </a:lnTo>
                  <a:lnTo>
                    <a:pt x="782" y="18562"/>
                  </a:lnTo>
                  <a:lnTo>
                    <a:pt x="14361" y="18562"/>
                  </a:lnTo>
                  <a:lnTo>
                    <a:pt x="14508" y="18537"/>
                  </a:lnTo>
                  <a:lnTo>
                    <a:pt x="14654" y="18489"/>
                  </a:lnTo>
                  <a:lnTo>
                    <a:pt x="14801" y="18415"/>
                  </a:lnTo>
                  <a:lnTo>
                    <a:pt x="14923" y="18318"/>
                  </a:lnTo>
                  <a:lnTo>
                    <a:pt x="15021" y="18171"/>
                  </a:lnTo>
                  <a:lnTo>
                    <a:pt x="15069" y="18049"/>
                  </a:lnTo>
                  <a:lnTo>
                    <a:pt x="15118" y="17902"/>
                  </a:lnTo>
                  <a:lnTo>
                    <a:pt x="15143" y="17731"/>
                  </a:lnTo>
                  <a:lnTo>
                    <a:pt x="15143" y="733"/>
                  </a:lnTo>
                  <a:lnTo>
                    <a:pt x="15118" y="586"/>
                  </a:lnTo>
                  <a:lnTo>
                    <a:pt x="15069" y="440"/>
                  </a:lnTo>
                  <a:lnTo>
                    <a:pt x="15021" y="318"/>
                  </a:lnTo>
                  <a:lnTo>
                    <a:pt x="14923" y="196"/>
                  </a:lnTo>
                  <a:lnTo>
                    <a:pt x="14801" y="122"/>
                  </a:lnTo>
                  <a:lnTo>
                    <a:pt x="14654" y="49"/>
                  </a:lnTo>
                  <a:lnTo>
                    <a:pt x="14508" y="25"/>
                  </a:lnTo>
                  <a:lnTo>
                    <a:pt x="14361"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31"/>
            <p:cNvSpPr/>
            <p:nvPr/>
          </p:nvSpPr>
          <p:spPr>
            <a:xfrm>
              <a:off x="633750" y="238125"/>
              <a:ext cx="29350" cy="63500"/>
            </a:xfrm>
            <a:custGeom>
              <a:rect b="b" l="l" r="r" t="t"/>
              <a:pathLst>
                <a:path extrusionOk="0" h="2540" w="1174">
                  <a:moveTo>
                    <a:pt x="392" y="0"/>
                  </a:moveTo>
                  <a:lnTo>
                    <a:pt x="294" y="49"/>
                  </a:lnTo>
                  <a:lnTo>
                    <a:pt x="221" y="73"/>
                  </a:lnTo>
                  <a:lnTo>
                    <a:pt x="147" y="147"/>
                  </a:lnTo>
                  <a:lnTo>
                    <a:pt x="74" y="220"/>
                  </a:lnTo>
                  <a:lnTo>
                    <a:pt x="50" y="293"/>
                  </a:lnTo>
                  <a:lnTo>
                    <a:pt x="1" y="391"/>
                  </a:lnTo>
                  <a:lnTo>
                    <a:pt x="1" y="488"/>
                  </a:lnTo>
                  <a:lnTo>
                    <a:pt x="1" y="2052"/>
                  </a:lnTo>
                  <a:lnTo>
                    <a:pt x="1" y="2149"/>
                  </a:lnTo>
                  <a:lnTo>
                    <a:pt x="50" y="2247"/>
                  </a:lnTo>
                  <a:lnTo>
                    <a:pt x="74" y="2320"/>
                  </a:lnTo>
                  <a:lnTo>
                    <a:pt x="147" y="2393"/>
                  </a:lnTo>
                  <a:lnTo>
                    <a:pt x="221" y="2467"/>
                  </a:lnTo>
                  <a:lnTo>
                    <a:pt x="294" y="2491"/>
                  </a:lnTo>
                  <a:lnTo>
                    <a:pt x="392" y="2540"/>
                  </a:lnTo>
                  <a:lnTo>
                    <a:pt x="782" y="2540"/>
                  </a:lnTo>
                  <a:lnTo>
                    <a:pt x="880" y="2491"/>
                  </a:lnTo>
                  <a:lnTo>
                    <a:pt x="953" y="2467"/>
                  </a:lnTo>
                  <a:lnTo>
                    <a:pt x="1027" y="2393"/>
                  </a:lnTo>
                  <a:lnTo>
                    <a:pt x="1100" y="2320"/>
                  </a:lnTo>
                  <a:lnTo>
                    <a:pt x="1124" y="2247"/>
                  </a:lnTo>
                  <a:lnTo>
                    <a:pt x="1173" y="2149"/>
                  </a:lnTo>
                  <a:lnTo>
                    <a:pt x="1173" y="2052"/>
                  </a:lnTo>
                  <a:lnTo>
                    <a:pt x="1173" y="488"/>
                  </a:lnTo>
                  <a:lnTo>
                    <a:pt x="1173" y="391"/>
                  </a:lnTo>
                  <a:lnTo>
                    <a:pt x="1124" y="293"/>
                  </a:lnTo>
                  <a:lnTo>
                    <a:pt x="1100" y="220"/>
                  </a:lnTo>
                  <a:lnTo>
                    <a:pt x="1027" y="147"/>
                  </a:lnTo>
                  <a:lnTo>
                    <a:pt x="953" y="73"/>
                  </a:lnTo>
                  <a:lnTo>
                    <a:pt x="880" y="49"/>
                  </a:lnTo>
                  <a:lnTo>
                    <a:pt x="782"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31"/>
            <p:cNvSpPr/>
            <p:nvPr/>
          </p:nvSpPr>
          <p:spPr>
            <a:xfrm>
              <a:off x="716800" y="238125"/>
              <a:ext cx="29325" cy="63500"/>
            </a:xfrm>
            <a:custGeom>
              <a:rect b="b" l="l" r="r" t="t"/>
              <a:pathLst>
                <a:path extrusionOk="0" h="2540" w="1173">
                  <a:moveTo>
                    <a:pt x="391" y="0"/>
                  </a:moveTo>
                  <a:lnTo>
                    <a:pt x="294" y="49"/>
                  </a:lnTo>
                  <a:lnTo>
                    <a:pt x="220" y="73"/>
                  </a:lnTo>
                  <a:lnTo>
                    <a:pt x="147" y="147"/>
                  </a:lnTo>
                  <a:lnTo>
                    <a:pt x="74" y="220"/>
                  </a:lnTo>
                  <a:lnTo>
                    <a:pt x="49" y="293"/>
                  </a:lnTo>
                  <a:lnTo>
                    <a:pt x="0" y="391"/>
                  </a:lnTo>
                  <a:lnTo>
                    <a:pt x="0" y="488"/>
                  </a:lnTo>
                  <a:lnTo>
                    <a:pt x="0" y="2052"/>
                  </a:lnTo>
                  <a:lnTo>
                    <a:pt x="0" y="2149"/>
                  </a:lnTo>
                  <a:lnTo>
                    <a:pt x="49" y="2247"/>
                  </a:lnTo>
                  <a:lnTo>
                    <a:pt x="74" y="2320"/>
                  </a:lnTo>
                  <a:lnTo>
                    <a:pt x="147" y="2393"/>
                  </a:lnTo>
                  <a:lnTo>
                    <a:pt x="220" y="2467"/>
                  </a:lnTo>
                  <a:lnTo>
                    <a:pt x="294" y="2491"/>
                  </a:lnTo>
                  <a:lnTo>
                    <a:pt x="391" y="2540"/>
                  </a:lnTo>
                  <a:lnTo>
                    <a:pt x="782" y="2540"/>
                  </a:lnTo>
                  <a:lnTo>
                    <a:pt x="880" y="2491"/>
                  </a:lnTo>
                  <a:lnTo>
                    <a:pt x="953" y="2467"/>
                  </a:lnTo>
                  <a:lnTo>
                    <a:pt x="1026" y="2393"/>
                  </a:lnTo>
                  <a:lnTo>
                    <a:pt x="1099" y="2320"/>
                  </a:lnTo>
                  <a:lnTo>
                    <a:pt x="1124" y="2247"/>
                  </a:lnTo>
                  <a:lnTo>
                    <a:pt x="1173" y="2149"/>
                  </a:lnTo>
                  <a:lnTo>
                    <a:pt x="1173" y="2052"/>
                  </a:lnTo>
                  <a:lnTo>
                    <a:pt x="1173" y="488"/>
                  </a:lnTo>
                  <a:lnTo>
                    <a:pt x="1173" y="391"/>
                  </a:lnTo>
                  <a:lnTo>
                    <a:pt x="1124" y="293"/>
                  </a:lnTo>
                  <a:lnTo>
                    <a:pt x="1099" y="220"/>
                  </a:lnTo>
                  <a:lnTo>
                    <a:pt x="1026" y="147"/>
                  </a:lnTo>
                  <a:lnTo>
                    <a:pt x="953" y="73"/>
                  </a:lnTo>
                  <a:lnTo>
                    <a:pt x="880" y="49"/>
                  </a:lnTo>
                  <a:lnTo>
                    <a:pt x="782"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31"/>
            <p:cNvSpPr/>
            <p:nvPr/>
          </p:nvSpPr>
          <p:spPr>
            <a:xfrm>
              <a:off x="799825" y="238125"/>
              <a:ext cx="29350" cy="63500"/>
            </a:xfrm>
            <a:custGeom>
              <a:rect b="b" l="l" r="r" t="t"/>
              <a:pathLst>
                <a:path extrusionOk="0" h="2540" w="1174">
                  <a:moveTo>
                    <a:pt x="392" y="0"/>
                  </a:moveTo>
                  <a:lnTo>
                    <a:pt x="294" y="49"/>
                  </a:lnTo>
                  <a:lnTo>
                    <a:pt x="221" y="73"/>
                  </a:lnTo>
                  <a:lnTo>
                    <a:pt x="148" y="147"/>
                  </a:lnTo>
                  <a:lnTo>
                    <a:pt x="74" y="220"/>
                  </a:lnTo>
                  <a:lnTo>
                    <a:pt x="50" y="293"/>
                  </a:lnTo>
                  <a:lnTo>
                    <a:pt x="1" y="391"/>
                  </a:lnTo>
                  <a:lnTo>
                    <a:pt x="1" y="488"/>
                  </a:lnTo>
                  <a:lnTo>
                    <a:pt x="1" y="2052"/>
                  </a:lnTo>
                  <a:lnTo>
                    <a:pt x="1" y="2149"/>
                  </a:lnTo>
                  <a:lnTo>
                    <a:pt x="50" y="2247"/>
                  </a:lnTo>
                  <a:lnTo>
                    <a:pt x="74" y="2320"/>
                  </a:lnTo>
                  <a:lnTo>
                    <a:pt x="148" y="2393"/>
                  </a:lnTo>
                  <a:lnTo>
                    <a:pt x="221" y="2467"/>
                  </a:lnTo>
                  <a:lnTo>
                    <a:pt x="294" y="2491"/>
                  </a:lnTo>
                  <a:lnTo>
                    <a:pt x="392" y="2540"/>
                  </a:lnTo>
                  <a:lnTo>
                    <a:pt x="783" y="2540"/>
                  </a:lnTo>
                  <a:lnTo>
                    <a:pt x="880" y="2491"/>
                  </a:lnTo>
                  <a:lnTo>
                    <a:pt x="953" y="2467"/>
                  </a:lnTo>
                  <a:lnTo>
                    <a:pt x="1027" y="2393"/>
                  </a:lnTo>
                  <a:lnTo>
                    <a:pt x="1100" y="2320"/>
                  </a:lnTo>
                  <a:lnTo>
                    <a:pt x="1124" y="2247"/>
                  </a:lnTo>
                  <a:lnTo>
                    <a:pt x="1173" y="2149"/>
                  </a:lnTo>
                  <a:lnTo>
                    <a:pt x="1173" y="2052"/>
                  </a:lnTo>
                  <a:lnTo>
                    <a:pt x="1173" y="488"/>
                  </a:lnTo>
                  <a:lnTo>
                    <a:pt x="1173" y="391"/>
                  </a:lnTo>
                  <a:lnTo>
                    <a:pt x="1124" y="293"/>
                  </a:lnTo>
                  <a:lnTo>
                    <a:pt x="1100" y="220"/>
                  </a:lnTo>
                  <a:lnTo>
                    <a:pt x="1027" y="147"/>
                  </a:lnTo>
                  <a:lnTo>
                    <a:pt x="953" y="73"/>
                  </a:lnTo>
                  <a:lnTo>
                    <a:pt x="880" y="49"/>
                  </a:lnTo>
                  <a:lnTo>
                    <a:pt x="783"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31"/>
            <p:cNvSpPr/>
            <p:nvPr/>
          </p:nvSpPr>
          <p:spPr>
            <a:xfrm>
              <a:off x="882875" y="238125"/>
              <a:ext cx="29325" cy="63500"/>
            </a:xfrm>
            <a:custGeom>
              <a:rect b="b" l="l" r="r" t="t"/>
              <a:pathLst>
                <a:path extrusionOk="0" h="2540" w="1173">
                  <a:moveTo>
                    <a:pt x="391" y="0"/>
                  </a:moveTo>
                  <a:lnTo>
                    <a:pt x="294" y="49"/>
                  </a:lnTo>
                  <a:lnTo>
                    <a:pt x="220" y="73"/>
                  </a:lnTo>
                  <a:lnTo>
                    <a:pt x="147" y="147"/>
                  </a:lnTo>
                  <a:lnTo>
                    <a:pt x="74" y="220"/>
                  </a:lnTo>
                  <a:lnTo>
                    <a:pt x="49" y="293"/>
                  </a:lnTo>
                  <a:lnTo>
                    <a:pt x="1" y="391"/>
                  </a:lnTo>
                  <a:lnTo>
                    <a:pt x="1" y="488"/>
                  </a:lnTo>
                  <a:lnTo>
                    <a:pt x="1" y="2052"/>
                  </a:lnTo>
                  <a:lnTo>
                    <a:pt x="1" y="2149"/>
                  </a:lnTo>
                  <a:lnTo>
                    <a:pt x="49" y="2247"/>
                  </a:lnTo>
                  <a:lnTo>
                    <a:pt x="74" y="2320"/>
                  </a:lnTo>
                  <a:lnTo>
                    <a:pt x="147" y="2393"/>
                  </a:lnTo>
                  <a:lnTo>
                    <a:pt x="220" y="2467"/>
                  </a:lnTo>
                  <a:lnTo>
                    <a:pt x="294" y="2491"/>
                  </a:lnTo>
                  <a:lnTo>
                    <a:pt x="391" y="2540"/>
                  </a:lnTo>
                  <a:lnTo>
                    <a:pt x="782" y="2540"/>
                  </a:lnTo>
                  <a:lnTo>
                    <a:pt x="880" y="2491"/>
                  </a:lnTo>
                  <a:lnTo>
                    <a:pt x="953" y="2467"/>
                  </a:lnTo>
                  <a:lnTo>
                    <a:pt x="1026" y="2393"/>
                  </a:lnTo>
                  <a:lnTo>
                    <a:pt x="1100" y="2320"/>
                  </a:lnTo>
                  <a:lnTo>
                    <a:pt x="1124" y="2247"/>
                  </a:lnTo>
                  <a:lnTo>
                    <a:pt x="1173" y="2149"/>
                  </a:lnTo>
                  <a:lnTo>
                    <a:pt x="1173" y="2052"/>
                  </a:lnTo>
                  <a:lnTo>
                    <a:pt x="1173" y="488"/>
                  </a:lnTo>
                  <a:lnTo>
                    <a:pt x="1173" y="391"/>
                  </a:lnTo>
                  <a:lnTo>
                    <a:pt x="1124" y="293"/>
                  </a:lnTo>
                  <a:lnTo>
                    <a:pt x="1100" y="220"/>
                  </a:lnTo>
                  <a:lnTo>
                    <a:pt x="1026" y="147"/>
                  </a:lnTo>
                  <a:lnTo>
                    <a:pt x="953" y="73"/>
                  </a:lnTo>
                  <a:lnTo>
                    <a:pt x="880" y="49"/>
                  </a:lnTo>
                  <a:lnTo>
                    <a:pt x="782"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31"/>
            <p:cNvSpPr/>
            <p:nvPr/>
          </p:nvSpPr>
          <p:spPr>
            <a:xfrm>
              <a:off x="584925" y="261325"/>
              <a:ext cx="378575" cy="464050"/>
            </a:xfrm>
            <a:custGeom>
              <a:rect b="b" l="l" r="r" t="t"/>
              <a:pathLst>
                <a:path extrusionOk="0" h="18562" w="15143">
                  <a:moveTo>
                    <a:pt x="2540" y="171"/>
                  </a:moveTo>
                  <a:lnTo>
                    <a:pt x="2711" y="195"/>
                  </a:lnTo>
                  <a:lnTo>
                    <a:pt x="2882" y="244"/>
                  </a:lnTo>
                  <a:lnTo>
                    <a:pt x="3053" y="318"/>
                  </a:lnTo>
                  <a:lnTo>
                    <a:pt x="3175" y="440"/>
                  </a:lnTo>
                  <a:lnTo>
                    <a:pt x="3297" y="562"/>
                  </a:lnTo>
                  <a:lnTo>
                    <a:pt x="3370" y="733"/>
                  </a:lnTo>
                  <a:lnTo>
                    <a:pt x="3419" y="904"/>
                  </a:lnTo>
                  <a:lnTo>
                    <a:pt x="3444" y="1075"/>
                  </a:lnTo>
                  <a:lnTo>
                    <a:pt x="3419" y="1246"/>
                  </a:lnTo>
                  <a:lnTo>
                    <a:pt x="3370" y="1417"/>
                  </a:lnTo>
                  <a:lnTo>
                    <a:pt x="3297" y="1588"/>
                  </a:lnTo>
                  <a:lnTo>
                    <a:pt x="3175" y="1710"/>
                  </a:lnTo>
                  <a:lnTo>
                    <a:pt x="3053" y="1832"/>
                  </a:lnTo>
                  <a:lnTo>
                    <a:pt x="2882" y="1905"/>
                  </a:lnTo>
                  <a:lnTo>
                    <a:pt x="2711" y="1954"/>
                  </a:lnTo>
                  <a:lnTo>
                    <a:pt x="2540" y="1978"/>
                  </a:lnTo>
                  <a:lnTo>
                    <a:pt x="2369" y="1954"/>
                  </a:lnTo>
                  <a:lnTo>
                    <a:pt x="2198" y="1905"/>
                  </a:lnTo>
                  <a:lnTo>
                    <a:pt x="2027" y="1832"/>
                  </a:lnTo>
                  <a:lnTo>
                    <a:pt x="1905" y="1710"/>
                  </a:lnTo>
                  <a:lnTo>
                    <a:pt x="1783" y="1588"/>
                  </a:lnTo>
                  <a:lnTo>
                    <a:pt x="1710" y="1417"/>
                  </a:lnTo>
                  <a:lnTo>
                    <a:pt x="1661" y="1246"/>
                  </a:lnTo>
                  <a:lnTo>
                    <a:pt x="1636" y="1075"/>
                  </a:lnTo>
                  <a:lnTo>
                    <a:pt x="1661" y="904"/>
                  </a:lnTo>
                  <a:lnTo>
                    <a:pt x="1710" y="733"/>
                  </a:lnTo>
                  <a:lnTo>
                    <a:pt x="1783" y="562"/>
                  </a:lnTo>
                  <a:lnTo>
                    <a:pt x="1905" y="440"/>
                  </a:lnTo>
                  <a:lnTo>
                    <a:pt x="2027" y="318"/>
                  </a:lnTo>
                  <a:lnTo>
                    <a:pt x="2198" y="244"/>
                  </a:lnTo>
                  <a:lnTo>
                    <a:pt x="2369" y="195"/>
                  </a:lnTo>
                  <a:lnTo>
                    <a:pt x="2540" y="171"/>
                  </a:lnTo>
                  <a:close/>
                  <a:moveTo>
                    <a:pt x="5862" y="171"/>
                  </a:moveTo>
                  <a:lnTo>
                    <a:pt x="6033" y="195"/>
                  </a:lnTo>
                  <a:lnTo>
                    <a:pt x="6204" y="244"/>
                  </a:lnTo>
                  <a:lnTo>
                    <a:pt x="6374" y="318"/>
                  </a:lnTo>
                  <a:lnTo>
                    <a:pt x="6497" y="440"/>
                  </a:lnTo>
                  <a:lnTo>
                    <a:pt x="6619" y="562"/>
                  </a:lnTo>
                  <a:lnTo>
                    <a:pt x="6692" y="733"/>
                  </a:lnTo>
                  <a:lnTo>
                    <a:pt x="6741" y="904"/>
                  </a:lnTo>
                  <a:lnTo>
                    <a:pt x="6765" y="1075"/>
                  </a:lnTo>
                  <a:lnTo>
                    <a:pt x="6741" y="1246"/>
                  </a:lnTo>
                  <a:lnTo>
                    <a:pt x="6692" y="1417"/>
                  </a:lnTo>
                  <a:lnTo>
                    <a:pt x="6619" y="1588"/>
                  </a:lnTo>
                  <a:lnTo>
                    <a:pt x="6497" y="1710"/>
                  </a:lnTo>
                  <a:lnTo>
                    <a:pt x="6374" y="1832"/>
                  </a:lnTo>
                  <a:lnTo>
                    <a:pt x="6204" y="1905"/>
                  </a:lnTo>
                  <a:lnTo>
                    <a:pt x="6033" y="1954"/>
                  </a:lnTo>
                  <a:lnTo>
                    <a:pt x="5862" y="1978"/>
                  </a:lnTo>
                  <a:lnTo>
                    <a:pt x="5691" y="1954"/>
                  </a:lnTo>
                  <a:lnTo>
                    <a:pt x="5520" y="1905"/>
                  </a:lnTo>
                  <a:lnTo>
                    <a:pt x="5349" y="1832"/>
                  </a:lnTo>
                  <a:lnTo>
                    <a:pt x="5227" y="1710"/>
                  </a:lnTo>
                  <a:lnTo>
                    <a:pt x="5104" y="1588"/>
                  </a:lnTo>
                  <a:lnTo>
                    <a:pt x="5031" y="1417"/>
                  </a:lnTo>
                  <a:lnTo>
                    <a:pt x="4982" y="1246"/>
                  </a:lnTo>
                  <a:lnTo>
                    <a:pt x="4958" y="1075"/>
                  </a:lnTo>
                  <a:lnTo>
                    <a:pt x="4982" y="904"/>
                  </a:lnTo>
                  <a:lnTo>
                    <a:pt x="5031" y="733"/>
                  </a:lnTo>
                  <a:lnTo>
                    <a:pt x="5104" y="562"/>
                  </a:lnTo>
                  <a:lnTo>
                    <a:pt x="5227" y="440"/>
                  </a:lnTo>
                  <a:lnTo>
                    <a:pt x="5349" y="318"/>
                  </a:lnTo>
                  <a:lnTo>
                    <a:pt x="5520" y="244"/>
                  </a:lnTo>
                  <a:lnTo>
                    <a:pt x="5691" y="195"/>
                  </a:lnTo>
                  <a:lnTo>
                    <a:pt x="5862" y="171"/>
                  </a:lnTo>
                  <a:close/>
                  <a:moveTo>
                    <a:pt x="9183" y="171"/>
                  </a:moveTo>
                  <a:lnTo>
                    <a:pt x="9354" y="195"/>
                  </a:lnTo>
                  <a:lnTo>
                    <a:pt x="9525" y="244"/>
                  </a:lnTo>
                  <a:lnTo>
                    <a:pt x="9696" y="318"/>
                  </a:lnTo>
                  <a:lnTo>
                    <a:pt x="9818" y="440"/>
                  </a:lnTo>
                  <a:lnTo>
                    <a:pt x="9940" y="562"/>
                  </a:lnTo>
                  <a:lnTo>
                    <a:pt x="10014" y="733"/>
                  </a:lnTo>
                  <a:lnTo>
                    <a:pt x="10062" y="904"/>
                  </a:lnTo>
                  <a:lnTo>
                    <a:pt x="10087" y="1075"/>
                  </a:lnTo>
                  <a:lnTo>
                    <a:pt x="10062" y="1246"/>
                  </a:lnTo>
                  <a:lnTo>
                    <a:pt x="10014" y="1417"/>
                  </a:lnTo>
                  <a:lnTo>
                    <a:pt x="9940" y="1588"/>
                  </a:lnTo>
                  <a:lnTo>
                    <a:pt x="9818" y="1710"/>
                  </a:lnTo>
                  <a:lnTo>
                    <a:pt x="9696" y="1832"/>
                  </a:lnTo>
                  <a:lnTo>
                    <a:pt x="9525" y="1905"/>
                  </a:lnTo>
                  <a:lnTo>
                    <a:pt x="9354" y="1954"/>
                  </a:lnTo>
                  <a:lnTo>
                    <a:pt x="9183" y="1978"/>
                  </a:lnTo>
                  <a:lnTo>
                    <a:pt x="9012" y="1954"/>
                  </a:lnTo>
                  <a:lnTo>
                    <a:pt x="8841" y="1905"/>
                  </a:lnTo>
                  <a:lnTo>
                    <a:pt x="8670" y="1832"/>
                  </a:lnTo>
                  <a:lnTo>
                    <a:pt x="8548" y="1710"/>
                  </a:lnTo>
                  <a:lnTo>
                    <a:pt x="8426" y="1588"/>
                  </a:lnTo>
                  <a:lnTo>
                    <a:pt x="8353" y="1417"/>
                  </a:lnTo>
                  <a:lnTo>
                    <a:pt x="8304" y="1246"/>
                  </a:lnTo>
                  <a:lnTo>
                    <a:pt x="8279" y="1075"/>
                  </a:lnTo>
                  <a:lnTo>
                    <a:pt x="8304" y="904"/>
                  </a:lnTo>
                  <a:lnTo>
                    <a:pt x="8353" y="733"/>
                  </a:lnTo>
                  <a:lnTo>
                    <a:pt x="8426" y="562"/>
                  </a:lnTo>
                  <a:lnTo>
                    <a:pt x="8548" y="440"/>
                  </a:lnTo>
                  <a:lnTo>
                    <a:pt x="8670" y="318"/>
                  </a:lnTo>
                  <a:lnTo>
                    <a:pt x="8841" y="244"/>
                  </a:lnTo>
                  <a:lnTo>
                    <a:pt x="9012" y="195"/>
                  </a:lnTo>
                  <a:lnTo>
                    <a:pt x="9183" y="171"/>
                  </a:lnTo>
                  <a:close/>
                  <a:moveTo>
                    <a:pt x="12505" y="171"/>
                  </a:moveTo>
                  <a:lnTo>
                    <a:pt x="12676" y="195"/>
                  </a:lnTo>
                  <a:lnTo>
                    <a:pt x="12847" y="244"/>
                  </a:lnTo>
                  <a:lnTo>
                    <a:pt x="13018" y="318"/>
                  </a:lnTo>
                  <a:lnTo>
                    <a:pt x="13140" y="440"/>
                  </a:lnTo>
                  <a:lnTo>
                    <a:pt x="13262" y="562"/>
                  </a:lnTo>
                  <a:lnTo>
                    <a:pt x="13335" y="733"/>
                  </a:lnTo>
                  <a:lnTo>
                    <a:pt x="13384" y="904"/>
                  </a:lnTo>
                  <a:lnTo>
                    <a:pt x="13408" y="1075"/>
                  </a:lnTo>
                  <a:lnTo>
                    <a:pt x="13384" y="1246"/>
                  </a:lnTo>
                  <a:lnTo>
                    <a:pt x="13335" y="1417"/>
                  </a:lnTo>
                  <a:lnTo>
                    <a:pt x="13262" y="1588"/>
                  </a:lnTo>
                  <a:lnTo>
                    <a:pt x="13140" y="1710"/>
                  </a:lnTo>
                  <a:lnTo>
                    <a:pt x="13018" y="1832"/>
                  </a:lnTo>
                  <a:lnTo>
                    <a:pt x="12847" y="1905"/>
                  </a:lnTo>
                  <a:lnTo>
                    <a:pt x="12676" y="1954"/>
                  </a:lnTo>
                  <a:lnTo>
                    <a:pt x="12505" y="1978"/>
                  </a:lnTo>
                  <a:lnTo>
                    <a:pt x="12334" y="1954"/>
                  </a:lnTo>
                  <a:lnTo>
                    <a:pt x="12163" y="1905"/>
                  </a:lnTo>
                  <a:lnTo>
                    <a:pt x="11992" y="1832"/>
                  </a:lnTo>
                  <a:lnTo>
                    <a:pt x="11870" y="1710"/>
                  </a:lnTo>
                  <a:lnTo>
                    <a:pt x="11748" y="1588"/>
                  </a:lnTo>
                  <a:lnTo>
                    <a:pt x="11674" y="1417"/>
                  </a:lnTo>
                  <a:lnTo>
                    <a:pt x="11625" y="1246"/>
                  </a:lnTo>
                  <a:lnTo>
                    <a:pt x="11601" y="1075"/>
                  </a:lnTo>
                  <a:lnTo>
                    <a:pt x="11625" y="904"/>
                  </a:lnTo>
                  <a:lnTo>
                    <a:pt x="11674" y="733"/>
                  </a:lnTo>
                  <a:lnTo>
                    <a:pt x="11748" y="562"/>
                  </a:lnTo>
                  <a:lnTo>
                    <a:pt x="11870" y="440"/>
                  </a:lnTo>
                  <a:lnTo>
                    <a:pt x="11992" y="318"/>
                  </a:lnTo>
                  <a:lnTo>
                    <a:pt x="12163" y="244"/>
                  </a:lnTo>
                  <a:lnTo>
                    <a:pt x="12334" y="195"/>
                  </a:lnTo>
                  <a:lnTo>
                    <a:pt x="12505" y="171"/>
                  </a:lnTo>
                  <a:close/>
                  <a:moveTo>
                    <a:pt x="13091" y="5520"/>
                  </a:moveTo>
                  <a:lnTo>
                    <a:pt x="13189" y="5544"/>
                  </a:lnTo>
                  <a:lnTo>
                    <a:pt x="13262" y="5593"/>
                  </a:lnTo>
                  <a:lnTo>
                    <a:pt x="13311" y="5666"/>
                  </a:lnTo>
                  <a:lnTo>
                    <a:pt x="13335" y="5764"/>
                  </a:lnTo>
                  <a:lnTo>
                    <a:pt x="13311" y="5862"/>
                  </a:lnTo>
                  <a:lnTo>
                    <a:pt x="13262" y="5935"/>
                  </a:lnTo>
                  <a:lnTo>
                    <a:pt x="13189" y="5984"/>
                  </a:lnTo>
                  <a:lnTo>
                    <a:pt x="13091" y="6008"/>
                  </a:lnTo>
                  <a:lnTo>
                    <a:pt x="1954" y="6008"/>
                  </a:lnTo>
                  <a:lnTo>
                    <a:pt x="1856" y="5984"/>
                  </a:lnTo>
                  <a:lnTo>
                    <a:pt x="1783" y="5935"/>
                  </a:lnTo>
                  <a:lnTo>
                    <a:pt x="1734" y="5862"/>
                  </a:lnTo>
                  <a:lnTo>
                    <a:pt x="1710" y="5764"/>
                  </a:lnTo>
                  <a:lnTo>
                    <a:pt x="1734" y="5666"/>
                  </a:lnTo>
                  <a:lnTo>
                    <a:pt x="1783" y="5593"/>
                  </a:lnTo>
                  <a:lnTo>
                    <a:pt x="1856" y="5544"/>
                  </a:lnTo>
                  <a:lnTo>
                    <a:pt x="1954" y="5520"/>
                  </a:lnTo>
                  <a:close/>
                  <a:moveTo>
                    <a:pt x="13189" y="7840"/>
                  </a:moveTo>
                  <a:lnTo>
                    <a:pt x="13262" y="7913"/>
                  </a:lnTo>
                  <a:lnTo>
                    <a:pt x="13311" y="7986"/>
                  </a:lnTo>
                  <a:lnTo>
                    <a:pt x="13335" y="8084"/>
                  </a:lnTo>
                  <a:lnTo>
                    <a:pt x="13311" y="8182"/>
                  </a:lnTo>
                  <a:lnTo>
                    <a:pt x="13262" y="8255"/>
                  </a:lnTo>
                  <a:lnTo>
                    <a:pt x="13189" y="8304"/>
                  </a:lnTo>
                  <a:lnTo>
                    <a:pt x="13091" y="8328"/>
                  </a:lnTo>
                  <a:lnTo>
                    <a:pt x="1954" y="8328"/>
                  </a:lnTo>
                  <a:lnTo>
                    <a:pt x="1856" y="8304"/>
                  </a:lnTo>
                  <a:lnTo>
                    <a:pt x="1783" y="8255"/>
                  </a:lnTo>
                  <a:lnTo>
                    <a:pt x="1734" y="8182"/>
                  </a:lnTo>
                  <a:lnTo>
                    <a:pt x="1710" y="8084"/>
                  </a:lnTo>
                  <a:lnTo>
                    <a:pt x="1734" y="7986"/>
                  </a:lnTo>
                  <a:lnTo>
                    <a:pt x="1783" y="7913"/>
                  </a:lnTo>
                  <a:lnTo>
                    <a:pt x="1856" y="7840"/>
                  </a:lnTo>
                  <a:close/>
                  <a:moveTo>
                    <a:pt x="13091" y="10136"/>
                  </a:moveTo>
                  <a:lnTo>
                    <a:pt x="13189" y="10160"/>
                  </a:lnTo>
                  <a:lnTo>
                    <a:pt x="13262" y="10209"/>
                  </a:lnTo>
                  <a:lnTo>
                    <a:pt x="13311" y="10282"/>
                  </a:lnTo>
                  <a:lnTo>
                    <a:pt x="13335" y="10380"/>
                  </a:lnTo>
                  <a:lnTo>
                    <a:pt x="13311" y="10478"/>
                  </a:lnTo>
                  <a:lnTo>
                    <a:pt x="13262" y="10551"/>
                  </a:lnTo>
                  <a:lnTo>
                    <a:pt x="13189" y="10600"/>
                  </a:lnTo>
                  <a:lnTo>
                    <a:pt x="13091" y="10624"/>
                  </a:lnTo>
                  <a:lnTo>
                    <a:pt x="1954" y="10624"/>
                  </a:lnTo>
                  <a:lnTo>
                    <a:pt x="1856" y="10600"/>
                  </a:lnTo>
                  <a:lnTo>
                    <a:pt x="1783" y="10551"/>
                  </a:lnTo>
                  <a:lnTo>
                    <a:pt x="1734" y="10478"/>
                  </a:lnTo>
                  <a:lnTo>
                    <a:pt x="1710" y="10380"/>
                  </a:lnTo>
                  <a:lnTo>
                    <a:pt x="1734" y="10282"/>
                  </a:lnTo>
                  <a:lnTo>
                    <a:pt x="1783" y="10209"/>
                  </a:lnTo>
                  <a:lnTo>
                    <a:pt x="1856" y="10160"/>
                  </a:lnTo>
                  <a:lnTo>
                    <a:pt x="1954" y="10136"/>
                  </a:lnTo>
                  <a:close/>
                  <a:moveTo>
                    <a:pt x="8206" y="12456"/>
                  </a:moveTo>
                  <a:lnTo>
                    <a:pt x="8304" y="12480"/>
                  </a:lnTo>
                  <a:lnTo>
                    <a:pt x="8377" y="12529"/>
                  </a:lnTo>
                  <a:lnTo>
                    <a:pt x="8426" y="12602"/>
                  </a:lnTo>
                  <a:lnTo>
                    <a:pt x="8450" y="12700"/>
                  </a:lnTo>
                  <a:lnTo>
                    <a:pt x="8426" y="12798"/>
                  </a:lnTo>
                  <a:lnTo>
                    <a:pt x="8377" y="12871"/>
                  </a:lnTo>
                  <a:lnTo>
                    <a:pt x="8304" y="12920"/>
                  </a:lnTo>
                  <a:lnTo>
                    <a:pt x="8206" y="12944"/>
                  </a:lnTo>
                  <a:lnTo>
                    <a:pt x="1954" y="12944"/>
                  </a:lnTo>
                  <a:lnTo>
                    <a:pt x="1856" y="12920"/>
                  </a:lnTo>
                  <a:lnTo>
                    <a:pt x="1783" y="12871"/>
                  </a:lnTo>
                  <a:lnTo>
                    <a:pt x="1734" y="12798"/>
                  </a:lnTo>
                  <a:lnTo>
                    <a:pt x="1710" y="12700"/>
                  </a:lnTo>
                  <a:lnTo>
                    <a:pt x="1734" y="12602"/>
                  </a:lnTo>
                  <a:lnTo>
                    <a:pt x="1783" y="12529"/>
                  </a:lnTo>
                  <a:lnTo>
                    <a:pt x="1856" y="12480"/>
                  </a:lnTo>
                  <a:lnTo>
                    <a:pt x="1954" y="12456"/>
                  </a:lnTo>
                  <a:close/>
                  <a:moveTo>
                    <a:pt x="782" y="0"/>
                  </a:moveTo>
                  <a:lnTo>
                    <a:pt x="635" y="25"/>
                  </a:lnTo>
                  <a:lnTo>
                    <a:pt x="489" y="73"/>
                  </a:lnTo>
                  <a:lnTo>
                    <a:pt x="342" y="122"/>
                  </a:lnTo>
                  <a:lnTo>
                    <a:pt x="220" y="220"/>
                  </a:lnTo>
                  <a:lnTo>
                    <a:pt x="122" y="342"/>
                  </a:lnTo>
                  <a:lnTo>
                    <a:pt x="73" y="489"/>
                  </a:lnTo>
                  <a:lnTo>
                    <a:pt x="24" y="635"/>
                  </a:lnTo>
                  <a:lnTo>
                    <a:pt x="0" y="782"/>
                  </a:lnTo>
                  <a:lnTo>
                    <a:pt x="0" y="17780"/>
                  </a:lnTo>
                  <a:lnTo>
                    <a:pt x="24" y="17927"/>
                  </a:lnTo>
                  <a:lnTo>
                    <a:pt x="73" y="18073"/>
                  </a:lnTo>
                  <a:lnTo>
                    <a:pt x="122" y="18220"/>
                  </a:lnTo>
                  <a:lnTo>
                    <a:pt x="220" y="18342"/>
                  </a:lnTo>
                  <a:lnTo>
                    <a:pt x="342" y="18440"/>
                  </a:lnTo>
                  <a:lnTo>
                    <a:pt x="489" y="18488"/>
                  </a:lnTo>
                  <a:lnTo>
                    <a:pt x="635" y="18537"/>
                  </a:lnTo>
                  <a:lnTo>
                    <a:pt x="782" y="18562"/>
                  </a:lnTo>
                  <a:lnTo>
                    <a:pt x="14361" y="18562"/>
                  </a:lnTo>
                  <a:lnTo>
                    <a:pt x="14507" y="18537"/>
                  </a:lnTo>
                  <a:lnTo>
                    <a:pt x="14654" y="18488"/>
                  </a:lnTo>
                  <a:lnTo>
                    <a:pt x="14800" y="18440"/>
                  </a:lnTo>
                  <a:lnTo>
                    <a:pt x="14923" y="18342"/>
                  </a:lnTo>
                  <a:lnTo>
                    <a:pt x="15020" y="18220"/>
                  </a:lnTo>
                  <a:lnTo>
                    <a:pt x="15069" y="18073"/>
                  </a:lnTo>
                  <a:lnTo>
                    <a:pt x="15118" y="17927"/>
                  </a:lnTo>
                  <a:lnTo>
                    <a:pt x="15142" y="17780"/>
                  </a:lnTo>
                  <a:lnTo>
                    <a:pt x="15142" y="782"/>
                  </a:lnTo>
                  <a:lnTo>
                    <a:pt x="15118" y="635"/>
                  </a:lnTo>
                  <a:lnTo>
                    <a:pt x="15069" y="489"/>
                  </a:lnTo>
                  <a:lnTo>
                    <a:pt x="15020" y="342"/>
                  </a:lnTo>
                  <a:lnTo>
                    <a:pt x="14923" y="220"/>
                  </a:lnTo>
                  <a:lnTo>
                    <a:pt x="14800" y="122"/>
                  </a:lnTo>
                  <a:lnTo>
                    <a:pt x="14654" y="73"/>
                  </a:lnTo>
                  <a:lnTo>
                    <a:pt x="14507" y="25"/>
                  </a:lnTo>
                  <a:lnTo>
                    <a:pt x="14361"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1" name="Google Shape;611;p31"/>
          <p:cNvGrpSpPr/>
          <p:nvPr/>
        </p:nvGrpSpPr>
        <p:grpSpPr>
          <a:xfrm>
            <a:off x="910227" y="406125"/>
            <a:ext cx="371623" cy="309362"/>
            <a:chOff x="1244325" y="314425"/>
            <a:chExt cx="444525" cy="370050"/>
          </a:xfrm>
        </p:grpSpPr>
        <p:sp>
          <p:nvSpPr>
            <p:cNvPr id="612" name="Google Shape;612;p31"/>
            <p:cNvSpPr/>
            <p:nvPr/>
          </p:nvSpPr>
          <p:spPr>
            <a:xfrm>
              <a:off x="1388425" y="463425"/>
              <a:ext cx="143525" cy="143500"/>
            </a:xfrm>
            <a:custGeom>
              <a:rect b="b" l="l" r="r" t="t"/>
              <a:pathLst>
                <a:path extrusionOk="0" h="5740" w="5741">
                  <a:moveTo>
                    <a:pt x="2809" y="0"/>
                  </a:moveTo>
                  <a:lnTo>
                    <a:pt x="2492" y="49"/>
                  </a:lnTo>
                  <a:lnTo>
                    <a:pt x="2199" y="122"/>
                  </a:lnTo>
                  <a:lnTo>
                    <a:pt x="1906" y="244"/>
                  </a:lnTo>
                  <a:lnTo>
                    <a:pt x="1637" y="366"/>
                  </a:lnTo>
                  <a:lnTo>
                    <a:pt x="1368" y="537"/>
                  </a:lnTo>
                  <a:lnTo>
                    <a:pt x="1149" y="708"/>
                  </a:lnTo>
                  <a:lnTo>
                    <a:pt x="904" y="904"/>
                  </a:lnTo>
                  <a:lnTo>
                    <a:pt x="709" y="1124"/>
                  </a:lnTo>
                  <a:lnTo>
                    <a:pt x="538" y="1368"/>
                  </a:lnTo>
                  <a:lnTo>
                    <a:pt x="367" y="1636"/>
                  </a:lnTo>
                  <a:lnTo>
                    <a:pt x="245" y="1905"/>
                  </a:lnTo>
                  <a:lnTo>
                    <a:pt x="147" y="2198"/>
                  </a:lnTo>
                  <a:lnTo>
                    <a:pt x="74" y="2491"/>
                  </a:lnTo>
                  <a:lnTo>
                    <a:pt x="25" y="2809"/>
                  </a:lnTo>
                  <a:lnTo>
                    <a:pt x="1" y="3126"/>
                  </a:lnTo>
                  <a:lnTo>
                    <a:pt x="25" y="3517"/>
                  </a:lnTo>
                  <a:lnTo>
                    <a:pt x="98" y="3908"/>
                  </a:lnTo>
                  <a:lnTo>
                    <a:pt x="221" y="4274"/>
                  </a:lnTo>
                  <a:lnTo>
                    <a:pt x="392" y="4641"/>
                  </a:lnTo>
                  <a:lnTo>
                    <a:pt x="611" y="4958"/>
                  </a:lnTo>
                  <a:lnTo>
                    <a:pt x="856" y="5251"/>
                  </a:lnTo>
                  <a:lnTo>
                    <a:pt x="1124" y="5520"/>
                  </a:lnTo>
                  <a:lnTo>
                    <a:pt x="1442" y="5740"/>
                  </a:lnTo>
                  <a:lnTo>
                    <a:pt x="1393" y="5422"/>
                  </a:lnTo>
                  <a:lnTo>
                    <a:pt x="1368" y="5080"/>
                  </a:lnTo>
                  <a:lnTo>
                    <a:pt x="1393" y="4689"/>
                  </a:lnTo>
                  <a:lnTo>
                    <a:pt x="1442" y="4323"/>
                  </a:lnTo>
                  <a:lnTo>
                    <a:pt x="1539" y="3957"/>
                  </a:lnTo>
                  <a:lnTo>
                    <a:pt x="1662" y="3639"/>
                  </a:lnTo>
                  <a:lnTo>
                    <a:pt x="1808" y="3297"/>
                  </a:lnTo>
                  <a:lnTo>
                    <a:pt x="2003" y="3004"/>
                  </a:lnTo>
                  <a:lnTo>
                    <a:pt x="2223" y="2711"/>
                  </a:lnTo>
                  <a:lnTo>
                    <a:pt x="2468" y="2442"/>
                  </a:lnTo>
                  <a:lnTo>
                    <a:pt x="2712" y="2198"/>
                  </a:lnTo>
                  <a:lnTo>
                    <a:pt x="3005" y="2003"/>
                  </a:lnTo>
                  <a:lnTo>
                    <a:pt x="3322" y="1807"/>
                  </a:lnTo>
                  <a:lnTo>
                    <a:pt x="3640" y="1661"/>
                  </a:lnTo>
                  <a:lnTo>
                    <a:pt x="3982" y="1514"/>
                  </a:lnTo>
                  <a:lnTo>
                    <a:pt x="4324" y="1441"/>
                  </a:lnTo>
                  <a:lnTo>
                    <a:pt x="4690" y="1368"/>
                  </a:lnTo>
                  <a:lnTo>
                    <a:pt x="5423" y="1368"/>
                  </a:lnTo>
                  <a:lnTo>
                    <a:pt x="5740" y="1417"/>
                  </a:lnTo>
                  <a:lnTo>
                    <a:pt x="5520" y="1124"/>
                  </a:lnTo>
                  <a:lnTo>
                    <a:pt x="5252" y="831"/>
                  </a:lnTo>
                  <a:lnTo>
                    <a:pt x="4959" y="586"/>
                  </a:lnTo>
                  <a:lnTo>
                    <a:pt x="4641" y="391"/>
                  </a:lnTo>
                  <a:lnTo>
                    <a:pt x="4299" y="220"/>
                  </a:lnTo>
                  <a:lnTo>
                    <a:pt x="3933" y="98"/>
                  </a:lnTo>
                  <a:lnTo>
                    <a:pt x="3542" y="25"/>
                  </a:lnTo>
                  <a:lnTo>
                    <a:pt x="3127"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31"/>
            <p:cNvSpPr/>
            <p:nvPr/>
          </p:nvSpPr>
          <p:spPr>
            <a:xfrm>
              <a:off x="1244325" y="314425"/>
              <a:ext cx="444525" cy="370050"/>
            </a:xfrm>
            <a:custGeom>
              <a:rect b="b" l="l" r="r" t="t"/>
              <a:pathLst>
                <a:path extrusionOk="0" h="14802" w="17781">
                  <a:moveTo>
                    <a:pt x="11748" y="2101"/>
                  </a:moveTo>
                  <a:lnTo>
                    <a:pt x="11846" y="2126"/>
                  </a:lnTo>
                  <a:lnTo>
                    <a:pt x="11919" y="2175"/>
                  </a:lnTo>
                  <a:lnTo>
                    <a:pt x="11968" y="2248"/>
                  </a:lnTo>
                  <a:lnTo>
                    <a:pt x="11993" y="2346"/>
                  </a:lnTo>
                  <a:lnTo>
                    <a:pt x="11968" y="2419"/>
                  </a:lnTo>
                  <a:lnTo>
                    <a:pt x="11919" y="2492"/>
                  </a:lnTo>
                  <a:lnTo>
                    <a:pt x="11846" y="2541"/>
                  </a:lnTo>
                  <a:lnTo>
                    <a:pt x="11748" y="2565"/>
                  </a:lnTo>
                  <a:lnTo>
                    <a:pt x="6033" y="2565"/>
                  </a:lnTo>
                  <a:lnTo>
                    <a:pt x="5936" y="2541"/>
                  </a:lnTo>
                  <a:lnTo>
                    <a:pt x="5862" y="2492"/>
                  </a:lnTo>
                  <a:lnTo>
                    <a:pt x="5814" y="2419"/>
                  </a:lnTo>
                  <a:lnTo>
                    <a:pt x="5789" y="2346"/>
                  </a:lnTo>
                  <a:lnTo>
                    <a:pt x="5814" y="2248"/>
                  </a:lnTo>
                  <a:lnTo>
                    <a:pt x="5862" y="2175"/>
                  </a:lnTo>
                  <a:lnTo>
                    <a:pt x="5936" y="2126"/>
                  </a:lnTo>
                  <a:lnTo>
                    <a:pt x="6033" y="2101"/>
                  </a:lnTo>
                  <a:close/>
                  <a:moveTo>
                    <a:pt x="15949" y="4519"/>
                  </a:moveTo>
                  <a:lnTo>
                    <a:pt x="16047" y="4568"/>
                  </a:lnTo>
                  <a:lnTo>
                    <a:pt x="16145" y="4592"/>
                  </a:lnTo>
                  <a:lnTo>
                    <a:pt x="16193" y="4666"/>
                  </a:lnTo>
                  <a:lnTo>
                    <a:pt x="16267" y="4739"/>
                  </a:lnTo>
                  <a:lnTo>
                    <a:pt x="16316" y="4812"/>
                  </a:lnTo>
                  <a:lnTo>
                    <a:pt x="16340" y="4910"/>
                  </a:lnTo>
                  <a:lnTo>
                    <a:pt x="16340" y="5008"/>
                  </a:lnTo>
                  <a:lnTo>
                    <a:pt x="16340" y="5789"/>
                  </a:lnTo>
                  <a:lnTo>
                    <a:pt x="16340" y="5887"/>
                  </a:lnTo>
                  <a:lnTo>
                    <a:pt x="16316" y="5985"/>
                  </a:lnTo>
                  <a:lnTo>
                    <a:pt x="16267" y="6058"/>
                  </a:lnTo>
                  <a:lnTo>
                    <a:pt x="16193" y="6131"/>
                  </a:lnTo>
                  <a:lnTo>
                    <a:pt x="16145" y="6204"/>
                  </a:lnTo>
                  <a:lnTo>
                    <a:pt x="16047" y="6229"/>
                  </a:lnTo>
                  <a:lnTo>
                    <a:pt x="15949" y="6278"/>
                  </a:lnTo>
                  <a:lnTo>
                    <a:pt x="14069" y="6278"/>
                  </a:lnTo>
                  <a:lnTo>
                    <a:pt x="13971" y="6229"/>
                  </a:lnTo>
                  <a:lnTo>
                    <a:pt x="13898" y="6204"/>
                  </a:lnTo>
                  <a:lnTo>
                    <a:pt x="13824" y="6131"/>
                  </a:lnTo>
                  <a:lnTo>
                    <a:pt x="13751" y="6058"/>
                  </a:lnTo>
                  <a:lnTo>
                    <a:pt x="13727" y="5985"/>
                  </a:lnTo>
                  <a:lnTo>
                    <a:pt x="13678" y="5887"/>
                  </a:lnTo>
                  <a:lnTo>
                    <a:pt x="13678" y="5789"/>
                  </a:lnTo>
                  <a:lnTo>
                    <a:pt x="13678" y="5008"/>
                  </a:lnTo>
                  <a:lnTo>
                    <a:pt x="13678" y="4910"/>
                  </a:lnTo>
                  <a:lnTo>
                    <a:pt x="13727" y="4812"/>
                  </a:lnTo>
                  <a:lnTo>
                    <a:pt x="13751" y="4739"/>
                  </a:lnTo>
                  <a:lnTo>
                    <a:pt x="13824" y="4666"/>
                  </a:lnTo>
                  <a:lnTo>
                    <a:pt x="13898" y="4592"/>
                  </a:lnTo>
                  <a:lnTo>
                    <a:pt x="13971" y="4568"/>
                  </a:lnTo>
                  <a:lnTo>
                    <a:pt x="14069" y="4519"/>
                  </a:lnTo>
                  <a:close/>
                  <a:moveTo>
                    <a:pt x="8891" y="5105"/>
                  </a:moveTo>
                  <a:lnTo>
                    <a:pt x="9306" y="5130"/>
                  </a:lnTo>
                  <a:lnTo>
                    <a:pt x="9697" y="5179"/>
                  </a:lnTo>
                  <a:lnTo>
                    <a:pt x="10063" y="5276"/>
                  </a:lnTo>
                  <a:lnTo>
                    <a:pt x="10430" y="5423"/>
                  </a:lnTo>
                  <a:lnTo>
                    <a:pt x="10796" y="5594"/>
                  </a:lnTo>
                  <a:lnTo>
                    <a:pt x="11113" y="5789"/>
                  </a:lnTo>
                  <a:lnTo>
                    <a:pt x="11406" y="6009"/>
                  </a:lnTo>
                  <a:lnTo>
                    <a:pt x="11700" y="6278"/>
                  </a:lnTo>
                  <a:lnTo>
                    <a:pt x="11968" y="6546"/>
                  </a:lnTo>
                  <a:lnTo>
                    <a:pt x="12188" y="6864"/>
                  </a:lnTo>
                  <a:lnTo>
                    <a:pt x="12383" y="7181"/>
                  </a:lnTo>
                  <a:lnTo>
                    <a:pt x="12554" y="7523"/>
                  </a:lnTo>
                  <a:lnTo>
                    <a:pt x="12676" y="7890"/>
                  </a:lnTo>
                  <a:lnTo>
                    <a:pt x="12774" y="8280"/>
                  </a:lnTo>
                  <a:lnTo>
                    <a:pt x="12847" y="8671"/>
                  </a:lnTo>
                  <a:lnTo>
                    <a:pt x="12872" y="9086"/>
                  </a:lnTo>
                  <a:lnTo>
                    <a:pt x="12847" y="9477"/>
                  </a:lnTo>
                  <a:lnTo>
                    <a:pt x="12774" y="9868"/>
                  </a:lnTo>
                  <a:lnTo>
                    <a:pt x="12676" y="10259"/>
                  </a:lnTo>
                  <a:lnTo>
                    <a:pt x="12554" y="10625"/>
                  </a:lnTo>
                  <a:lnTo>
                    <a:pt x="12383" y="10967"/>
                  </a:lnTo>
                  <a:lnTo>
                    <a:pt x="12188" y="11309"/>
                  </a:lnTo>
                  <a:lnTo>
                    <a:pt x="11968" y="11602"/>
                  </a:lnTo>
                  <a:lnTo>
                    <a:pt x="11700" y="11895"/>
                  </a:lnTo>
                  <a:lnTo>
                    <a:pt x="11406" y="12139"/>
                  </a:lnTo>
                  <a:lnTo>
                    <a:pt x="11113" y="12383"/>
                  </a:lnTo>
                  <a:lnTo>
                    <a:pt x="10796" y="12579"/>
                  </a:lnTo>
                  <a:lnTo>
                    <a:pt x="10430" y="12750"/>
                  </a:lnTo>
                  <a:lnTo>
                    <a:pt x="10063" y="12872"/>
                  </a:lnTo>
                  <a:lnTo>
                    <a:pt x="9697" y="12970"/>
                  </a:lnTo>
                  <a:lnTo>
                    <a:pt x="9306" y="13018"/>
                  </a:lnTo>
                  <a:lnTo>
                    <a:pt x="8891" y="13043"/>
                  </a:lnTo>
                  <a:lnTo>
                    <a:pt x="8476" y="13018"/>
                  </a:lnTo>
                  <a:lnTo>
                    <a:pt x="8085" y="12970"/>
                  </a:lnTo>
                  <a:lnTo>
                    <a:pt x="7719" y="12872"/>
                  </a:lnTo>
                  <a:lnTo>
                    <a:pt x="7352" y="12750"/>
                  </a:lnTo>
                  <a:lnTo>
                    <a:pt x="6986" y="12579"/>
                  </a:lnTo>
                  <a:lnTo>
                    <a:pt x="6668" y="12383"/>
                  </a:lnTo>
                  <a:lnTo>
                    <a:pt x="6375" y="12139"/>
                  </a:lnTo>
                  <a:lnTo>
                    <a:pt x="6082" y="11895"/>
                  </a:lnTo>
                  <a:lnTo>
                    <a:pt x="5814" y="11602"/>
                  </a:lnTo>
                  <a:lnTo>
                    <a:pt x="5594" y="11309"/>
                  </a:lnTo>
                  <a:lnTo>
                    <a:pt x="5398" y="10967"/>
                  </a:lnTo>
                  <a:lnTo>
                    <a:pt x="5227" y="10625"/>
                  </a:lnTo>
                  <a:lnTo>
                    <a:pt x="5105" y="10259"/>
                  </a:lnTo>
                  <a:lnTo>
                    <a:pt x="5008" y="9868"/>
                  </a:lnTo>
                  <a:lnTo>
                    <a:pt x="4934" y="9477"/>
                  </a:lnTo>
                  <a:lnTo>
                    <a:pt x="4910" y="9086"/>
                  </a:lnTo>
                  <a:lnTo>
                    <a:pt x="4934" y="8671"/>
                  </a:lnTo>
                  <a:lnTo>
                    <a:pt x="5008" y="8280"/>
                  </a:lnTo>
                  <a:lnTo>
                    <a:pt x="5105" y="7890"/>
                  </a:lnTo>
                  <a:lnTo>
                    <a:pt x="5227" y="7523"/>
                  </a:lnTo>
                  <a:lnTo>
                    <a:pt x="5398" y="7181"/>
                  </a:lnTo>
                  <a:lnTo>
                    <a:pt x="5594" y="6864"/>
                  </a:lnTo>
                  <a:lnTo>
                    <a:pt x="5814" y="6546"/>
                  </a:lnTo>
                  <a:lnTo>
                    <a:pt x="6082" y="6278"/>
                  </a:lnTo>
                  <a:lnTo>
                    <a:pt x="6375" y="6009"/>
                  </a:lnTo>
                  <a:lnTo>
                    <a:pt x="6668" y="5789"/>
                  </a:lnTo>
                  <a:lnTo>
                    <a:pt x="6986" y="5594"/>
                  </a:lnTo>
                  <a:lnTo>
                    <a:pt x="7352" y="5423"/>
                  </a:lnTo>
                  <a:lnTo>
                    <a:pt x="7719" y="5276"/>
                  </a:lnTo>
                  <a:lnTo>
                    <a:pt x="8085" y="5179"/>
                  </a:lnTo>
                  <a:lnTo>
                    <a:pt x="8476" y="5130"/>
                  </a:lnTo>
                  <a:lnTo>
                    <a:pt x="8891" y="5105"/>
                  </a:lnTo>
                  <a:close/>
                  <a:moveTo>
                    <a:pt x="5301" y="1"/>
                  </a:moveTo>
                  <a:lnTo>
                    <a:pt x="5154" y="50"/>
                  </a:lnTo>
                  <a:lnTo>
                    <a:pt x="5008" y="123"/>
                  </a:lnTo>
                  <a:lnTo>
                    <a:pt x="4861" y="221"/>
                  </a:lnTo>
                  <a:lnTo>
                    <a:pt x="4739" y="318"/>
                  </a:lnTo>
                  <a:lnTo>
                    <a:pt x="4641" y="465"/>
                  </a:lnTo>
                  <a:lnTo>
                    <a:pt x="4568" y="611"/>
                  </a:lnTo>
                  <a:lnTo>
                    <a:pt x="4519" y="758"/>
                  </a:lnTo>
                  <a:lnTo>
                    <a:pt x="4080" y="2565"/>
                  </a:lnTo>
                  <a:lnTo>
                    <a:pt x="3249" y="2565"/>
                  </a:lnTo>
                  <a:lnTo>
                    <a:pt x="3249" y="2468"/>
                  </a:lnTo>
                  <a:lnTo>
                    <a:pt x="3225" y="2370"/>
                  </a:lnTo>
                  <a:lnTo>
                    <a:pt x="3176" y="2297"/>
                  </a:lnTo>
                  <a:lnTo>
                    <a:pt x="3103" y="2223"/>
                  </a:lnTo>
                  <a:lnTo>
                    <a:pt x="3054" y="2150"/>
                  </a:lnTo>
                  <a:lnTo>
                    <a:pt x="2956" y="2126"/>
                  </a:lnTo>
                  <a:lnTo>
                    <a:pt x="2858" y="2077"/>
                  </a:lnTo>
                  <a:lnTo>
                    <a:pt x="1955" y="2077"/>
                  </a:lnTo>
                  <a:lnTo>
                    <a:pt x="1857" y="2126"/>
                  </a:lnTo>
                  <a:lnTo>
                    <a:pt x="1784" y="2150"/>
                  </a:lnTo>
                  <a:lnTo>
                    <a:pt x="1711" y="2223"/>
                  </a:lnTo>
                  <a:lnTo>
                    <a:pt x="1637" y="2297"/>
                  </a:lnTo>
                  <a:lnTo>
                    <a:pt x="1613" y="2370"/>
                  </a:lnTo>
                  <a:lnTo>
                    <a:pt x="1564" y="2468"/>
                  </a:lnTo>
                  <a:lnTo>
                    <a:pt x="1564" y="2565"/>
                  </a:lnTo>
                  <a:lnTo>
                    <a:pt x="782" y="2565"/>
                  </a:lnTo>
                  <a:lnTo>
                    <a:pt x="636" y="2590"/>
                  </a:lnTo>
                  <a:lnTo>
                    <a:pt x="489" y="2639"/>
                  </a:lnTo>
                  <a:lnTo>
                    <a:pt x="343" y="2687"/>
                  </a:lnTo>
                  <a:lnTo>
                    <a:pt x="221" y="2785"/>
                  </a:lnTo>
                  <a:lnTo>
                    <a:pt x="123" y="2907"/>
                  </a:lnTo>
                  <a:lnTo>
                    <a:pt x="74" y="3054"/>
                  </a:lnTo>
                  <a:lnTo>
                    <a:pt x="25" y="3200"/>
                  </a:lnTo>
                  <a:lnTo>
                    <a:pt x="1" y="3347"/>
                  </a:lnTo>
                  <a:lnTo>
                    <a:pt x="1" y="14020"/>
                  </a:lnTo>
                  <a:lnTo>
                    <a:pt x="25" y="14191"/>
                  </a:lnTo>
                  <a:lnTo>
                    <a:pt x="74" y="14337"/>
                  </a:lnTo>
                  <a:lnTo>
                    <a:pt x="123" y="14459"/>
                  </a:lnTo>
                  <a:lnTo>
                    <a:pt x="221" y="14581"/>
                  </a:lnTo>
                  <a:lnTo>
                    <a:pt x="343" y="14679"/>
                  </a:lnTo>
                  <a:lnTo>
                    <a:pt x="489" y="14752"/>
                  </a:lnTo>
                  <a:lnTo>
                    <a:pt x="636" y="14801"/>
                  </a:lnTo>
                  <a:lnTo>
                    <a:pt x="17146" y="14801"/>
                  </a:lnTo>
                  <a:lnTo>
                    <a:pt x="17292" y="14752"/>
                  </a:lnTo>
                  <a:lnTo>
                    <a:pt x="17439" y="14679"/>
                  </a:lnTo>
                  <a:lnTo>
                    <a:pt x="17561" y="14581"/>
                  </a:lnTo>
                  <a:lnTo>
                    <a:pt x="17659" y="14459"/>
                  </a:lnTo>
                  <a:lnTo>
                    <a:pt x="17708" y="14337"/>
                  </a:lnTo>
                  <a:lnTo>
                    <a:pt x="17756" y="14191"/>
                  </a:lnTo>
                  <a:lnTo>
                    <a:pt x="17781" y="14020"/>
                  </a:lnTo>
                  <a:lnTo>
                    <a:pt x="17781" y="3347"/>
                  </a:lnTo>
                  <a:lnTo>
                    <a:pt x="17756" y="3200"/>
                  </a:lnTo>
                  <a:lnTo>
                    <a:pt x="17708" y="3054"/>
                  </a:lnTo>
                  <a:lnTo>
                    <a:pt x="17659" y="2907"/>
                  </a:lnTo>
                  <a:lnTo>
                    <a:pt x="17561" y="2785"/>
                  </a:lnTo>
                  <a:lnTo>
                    <a:pt x="17439" y="2687"/>
                  </a:lnTo>
                  <a:lnTo>
                    <a:pt x="17292" y="2639"/>
                  </a:lnTo>
                  <a:lnTo>
                    <a:pt x="17146" y="2590"/>
                  </a:lnTo>
                  <a:lnTo>
                    <a:pt x="16999" y="2565"/>
                  </a:lnTo>
                  <a:lnTo>
                    <a:pt x="13702" y="2565"/>
                  </a:lnTo>
                  <a:lnTo>
                    <a:pt x="13263" y="758"/>
                  </a:lnTo>
                  <a:lnTo>
                    <a:pt x="13214" y="611"/>
                  </a:lnTo>
                  <a:lnTo>
                    <a:pt x="13141" y="465"/>
                  </a:lnTo>
                  <a:lnTo>
                    <a:pt x="13043" y="318"/>
                  </a:lnTo>
                  <a:lnTo>
                    <a:pt x="12921" y="221"/>
                  </a:lnTo>
                  <a:lnTo>
                    <a:pt x="12774" y="123"/>
                  </a:lnTo>
                  <a:lnTo>
                    <a:pt x="12628" y="50"/>
                  </a:lnTo>
                  <a:lnTo>
                    <a:pt x="12481"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4" name="Google Shape;614;p31"/>
          <p:cNvGrpSpPr/>
          <p:nvPr/>
        </p:nvGrpSpPr>
        <p:grpSpPr>
          <a:xfrm>
            <a:off x="1481925" y="404599"/>
            <a:ext cx="355300" cy="312413"/>
            <a:chOff x="1928175" y="312600"/>
            <a:chExt cx="425000" cy="373700"/>
          </a:xfrm>
        </p:grpSpPr>
        <p:sp>
          <p:nvSpPr>
            <p:cNvPr id="615" name="Google Shape;615;p31"/>
            <p:cNvSpPr/>
            <p:nvPr/>
          </p:nvSpPr>
          <p:spPr>
            <a:xfrm>
              <a:off x="1928175" y="312600"/>
              <a:ext cx="425000" cy="373700"/>
            </a:xfrm>
            <a:custGeom>
              <a:rect b="b" l="l" r="r" t="t"/>
              <a:pathLst>
                <a:path extrusionOk="0" h="14948" w="17000">
                  <a:moveTo>
                    <a:pt x="16022" y="978"/>
                  </a:moveTo>
                  <a:lnTo>
                    <a:pt x="16022" y="13971"/>
                  </a:lnTo>
                  <a:lnTo>
                    <a:pt x="978" y="13971"/>
                  </a:lnTo>
                  <a:lnTo>
                    <a:pt x="978" y="978"/>
                  </a:lnTo>
                  <a:close/>
                  <a:moveTo>
                    <a:pt x="782" y="1"/>
                  </a:moveTo>
                  <a:lnTo>
                    <a:pt x="636" y="25"/>
                  </a:lnTo>
                  <a:lnTo>
                    <a:pt x="489" y="74"/>
                  </a:lnTo>
                  <a:lnTo>
                    <a:pt x="343" y="147"/>
                  </a:lnTo>
                  <a:lnTo>
                    <a:pt x="221" y="245"/>
                  </a:lnTo>
                  <a:lnTo>
                    <a:pt x="123" y="343"/>
                  </a:lnTo>
                  <a:lnTo>
                    <a:pt x="74" y="489"/>
                  </a:lnTo>
                  <a:lnTo>
                    <a:pt x="25" y="636"/>
                  </a:lnTo>
                  <a:lnTo>
                    <a:pt x="1" y="782"/>
                  </a:lnTo>
                  <a:lnTo>
                    <a:pt x="1" y="14166"/>
                  </a:lnTo>
                  <a:lnTo>
                    <a:pt x="25" y="14313"/>
                  </a:lnTo>
                  <a:lnTo>
                    <a:pt x="74" y="14459"/>
                  </a:lnTo>
                  <a:lnTo>
                    <a:pt x="123" y="14606"/>
                  </a:lnTo>
                  <a:lnTo>
                    <a:pt x="221" y="14703"/>
                  </a:lnTo>
                  <a:lnTo>
                    <a:pt x="343" y="14801"/>
                  </a:lnTo>
                  <a:lnTo>
                    <a:pt x="489" y="14874"/>
                  </a:lnTo>
                  <a:lnTo>
                    <a:pt x="636" y="14923"/>
                  </a:lnTo>
                  <a:lnTo>
                    <a:pt x="782" y="14948"/>
                  </a:lnTo>
                  <a:lnTo>
                    <a:pt x="16218" y="14948"/>
                  </a:lnTo>
                  <a:lnTo>
                    <a:pt x="16364" y="14923"/>
                  </a:lnTo>
                  <a:lnTo>
                    <a:pt x="16511" y="14874"/>
                  </a:lnTo>
                  <a:lnTo>
                    <a:pt x="16657" y="14801"/>
                  </a:lnTo>
                  <a:lnTo>
                    <a:pt x="16779" y="14703"/>
                  </a:lnTo>
                  <a:lnTo>
                    <a:pt x="16877" y="14606"/>
                  </a:lnTo>
                  <a:lnTo>
                    <a:pt x="16926" y="14459"/>
                  </a:lnTo>
                  <a:lnTo>
                    <a:pt x="16975" y="14313"/>
                  </a:lnTo>
                  <a:lnTo>
                    <a:pt x="16999" y="14166"/>
                  </a:lnTo>
                  <a:lnTo>
                    <a:pt x="16999" y="782"/>
                  </a:lnTo>
                  <a:lnTo>
                    <a:pt x="16975" y="636"/>
                  </a:lnTo>
                  <a:lnTo>
                    <a:pt x="16926" y="489"/>
                  </a:lnTo>
                  <a:lnTo>
                    <a:pt x="16877" y="343"/>
                  </a:lnTo>
                  <a:lnTo>
                    <a:pt x="16779" y="245"/>
                  </a:lnTo>
                  <a:lnTo>
                    <a:pt x="16657" y="147"/>
                  </a:lnTo>
                  <a:lnTo>
                    <a:pt x="16511" y="74"/>
                  </a:lnTo>
                  <a:lnTo>
                    <a:pt x="16364" y="25"/>
                  </a:lnTo>
                  <a:lnTo>
                    <a:pt x="16218"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1"/>
            <p:cNvSpPr/>
            <p:nvPr/>
          </p:nvSpPr>
          <p:spPr>
            <a:xfrm>
              <a:off x="1964825" y="349250"/>
              <a:ext cx="351700" cy="300425"/>
            </a:xfrm>
            <a:custGeom>
              <a:rect b="b" l="l" r="r" t="t"/>
              <a:pathLst>
                <a:path extrusionOk="0" h="12017" w="14068">
                  <a:moveTo>
                    <a:pt x="10111" y="1563"/>
                  </a:moveTo>
                  <a:lnTo>
                    <a:pt x="10307" y="1588"/>
                  </a:lnTo>
                  <a:lnTo>
                    <a:pt x="10502" y="1612"/>
                  </a:lnTo>
                  <a:lnTo>
                    <a:pt x="10697" y="1661"/>
                  </a:lnTo>
                  <a:lnTo>
                    <a:pt x="10868" y="1734"/>
                  </a:lnTo>
                  <a:lnTo>
                    <a:pt x="11039" y="1807"/>
                  </a:lnTo>
                  <a:lnTo>
                    <a:pt x="11186" y="1905"/>
                  </a:lnTo>
                  <a:lnTo>
                    <a:pt x="11357" y="2027"/>
                  </a:lnTo>
                  <a:lnTo>
                    <a:pt x="11479" y="2149"/>
                  </a:lnTo>
                  <a:lnTo>
                    <a:pt x="11625" y="2271"/>
                  </a:lnTo>
                  <a:lnTo>
                    <a:pt x="11723" y="2442"/>
                  </a:lnTo>
                  <a:lnTo>
                    <a:pt x="11821" y="2589"/>
                  </a:lnTo>
                  <a:lnTo>
                    <a:pt x="11894" y="2760"/>
                  </a:lnTo>
                  <a:lnTo>
                    <a:pt x="11967" y="2955"/>
                  </a:lnTo>
                  <a:lnTo>
                    <a:pt x="12016" y="3126"/>
                  </a:lnTo>
                  <a:lnTo>
                    <a:pt x="12041" y="3322"/>
                  </a:lnTo>
                  <a:lnTo>
                    <a:pt x="12065" y="3517"/>
                  </a:lnTo>
                  <a:lnTo>
                    <a:pt x="12041" y="3737"/>
                  </a:lnTo>
                  <a:lnTo>
                    <a:pt x="12016" y="3908"/>
                  </a:lnTo>
                  <a:lnTo>
                    <a:pt x="11967" y="4103"/>
                  </a:lnTo>
                  <a:lnTo>
                    <a:pt x="11894" y="4274"/>
                  </a:lnTo>
                  <a:lnTo>
                    <a:pt x="11821" y="4445"/>
                  </a:lnTo>
                  <a:lnTo>
                    <a:pt x="11723" y="4616"/>
                  </a:lnTo>
                  <a:lnTo>
                    <a:pt x="11625" y="4763"/>
                  </a:lnTo>
                  <a:lnTo>
                    <a:pt x="11479" y="4909"/>
                  </a:lnTo>
                  <a:lnTo>
                    <a:pt x="11357" y="5031"/>
                  </a:lnTo>
                  <a:lnTo>
                    <a:pt x="11186" y="5153"/>
                  </a:lnTo>
                  <a:lnTo>
                    <a:pt x="11039" y="5251"/>
                  </a:lnTo>
                  <a:lnTo>
                    <a:pt x="10868" y="5324"/>
                  </a:lnTo>
                  <a:lnTo>
                    <a:pt x="10697" y="5398"/>
                  </a:lnTo>
                  <a:lnTo>
                    <a:pt x="10502" y="5446"/>
                  </a:lnTo>
                  <a:lnTo>
                    <a:pt x="10307" y="5471"/>
                  </a:lnTo>
                  <a:lnTo>
                    <a:pt x="9916" y="5471"/>
                  </a:lnTo>
                  <a:lnTo>
                    <a:pt x="9720" y="5446"/>
                  </a:lnTo>
                  <a:lnTo>
                    <a:pt x="9525" y="5398"/>
                  </a:lnTo>
                  <a:lnTo>
                    <a:pt x="9354" y="5324"/>
                  </a:lnTo>
                  <a:lnTo>
                    <a:pt x="9183" y="5251"/>
                  </a:lnTo>
                  <a:lnTo>
                    <a:pt x="9012" y="5153"/>
                  </a:lnTo>
                  <a:lnTo>
                    <a:pt x="8866" y="5031"/>
                  </a:lnTo>
                  <a:lnTo>
                    <a:pt x="8719" y="4909"/>
                  </a:lnTo>
                  <a:lnTo>
                    <a:pt x="8597" y="4763"/>
                  </a:lnTo>
                  <a:lnTo>
                    <a:pt x="8475" y="4616"/>
                  </a:lnTo>
                  <a:lnTo>
                    <a:pt x="8377" y="4445"/>
                  </a:lnTo>
                  <a:lnTo>
                    <a:pt x="8304" y="4274"/>
                  </a:lnTo>
                  <a:lnTo>
                    <a:pt x="8231" y="4103"/>
                  </a:lnTo>
                  <a:lnTo>
                    <a:pt x="8182" y="3908"/>
                  </a:lnTo>
                  <a:lnTo>
                    <a:pt x="8157" y="3737"/>
                  </a:lnTo>
                  <a:lnTo>
                    <a:pt x="8157" y="3517"/>
                  </a:lnTo>
                  <a:lnTo>
                    <a:pt x="8157" y="3322"/>
                  </a:lnTo>
                  <a:lnTo>
                    <a:pt x="8182" y="3126"/>
                  </a:lnTo>
                  <a:lnTo>
                    <a:pt x="8231" y="2955"/>
                  </a:lnTo>
                  <a:lnTo>
                    <a:pt x="8304" y="2760"/>
                  </a:lnTo>
                  <a:lnTo>
                    <a:pt x="8377" y="2589"/>
                  </a:lnTo>
                  <a:lnTo>
                    <a:pt x="8475" y="2442"/>
                  </a:lnTo>
                  <a:lnTo>
                    <a:pt x="8597" y="2271"/>
                  </a:lnTo>
                  <a:lnTo>
                    <a:pt x="8719" y="2149"/>
                  </a:lnTo>
                  <a:lnTo>
                    <a:pt x="8866" y="2027"/>
                  </a:lnTo>
                  <a:lnTo>
                    <a:pt x="9012" y="1905"/>
                  </a:lnTo>
                  <a:lnTo>
                    <a:pt x="9183" y="1807"/>
                  </a:lnTo>
                  <a:lnTo>
                    <a:pt x="9354" y="1734"/>
                  </a:lnTo>
                  <a:lnTo>
                    <a:pt x="9525" y="1661"/>
                  </a:lnTo>
                  <a:lnTo>
                    <a:pt x="9720" y="1612"/>
                  </a:lnTo>
                  <a:lnTo>
                    <a:pt x="9916" y="1588"/>
                  </a:lnTo>
                  <a:lnTo>
                    <a:pt x="10111" y="1563"/>
                  </a:lnTo>
                  <a:close/>
                  <a:moveTo>
                    <a:pt x="0" y="0"/>
                  </a:moveTo>
                  <a:lnTo>
                    <a:pt x="0" y="9232"/>
                  </a:lnTo>
                  <a:lnTo>
                    <a:pt x="3248" y="5080"/>
                  </a:lnTo>
                  <a:lnTo>
                    <a:pt x="3346" y="4958"/>
                  </a:lnTo>
                  <a:lnTo>
                    <a:pt x="3468" y="4885"/>
                  </a:lnTo>
                  <a:lnTo>
                    <a:pt x="3590" y="4836"/>
                  </a:lnTo>
                  <a:lnTo>
                    <a:pt x="3737" y="4811"/>
                  </a:lnTo>
                  <a:lnTo>
                    <a:pt x="3859" y="4836"/>
                  </a:lnTo>
                  <a:lnTo>
                    <a:pt x="4005" y="4885"/>
                  </a:lnTo>
                  <a:lnTo>
                    <a:pt x="4128" y="4958"/>
                  </a:lnTo>
                  <a:lnTo>
                    <a:pt x="4225" y="5080"/>
                  </a:lnTo>
                  <a:lnTo>
                    <a:pt x="9647" y="12016"/>
                  </a:lnTo>
                  <a:lnTo>
                    <a:pt x="10233" y="12016"/>
                  </a:lnTo>
                  <a:lnTo>
                    <a:pt x="10087" y="11772"/>
                  </a:lnTo>
                  <a:lnTo>
                    <a:pt x="8157" y="9305"/>
                  </a:lnTo>
                  <a:lnTo>
                    <a:pt x="9403" y="7718"/>
                  </a:lnTo>
                  <a:lnTo>
                    <a:pt x="9501" y="7596"/>
                  </a:lnTo>
                  <a:lnTo>
                    <a:pt x="9623" y="7522"/>
                  </a:lnTo>
                  <a:lnTo>
                    <a:pt x="9745" y="7473"/>
                  </a:lnTo>
                  <a:lnTo>
                    <a:pt x="9891" y="7449"/>
                  </a:lnTo>
                  <a:lnTo>
                    <a:pt x="10014" y="7473"/>
                  </a:lnTo>
                  <a:lnTo>
                    <a:pt x="10160" y="7522"/>
                  </a:lnTo>
                  <a:lnTo>
                    <a:pt x="10282" y="7596"/>
                  </a:lnTo>
                  <a:lnTo>
                    <a:pt x="10380" y="7718"/>
                  </a:lnTo>
                  <a:lnTo>
                    <a:pt x="13750" y="12016"/>
                  </a:lnTo>
                  <a:lnTo>
                    <a:pt x="14068" y="12016"/>
                  </a:lnTo>
                  <a:lnTo>
                    <a:pt x="14068"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7" name="Google Shape;617;p31"/>
          <p:cNvSpPr/>
          <p:nvPr/>
        </p:nvSpPr>
        <p:spPr>
          <a:xfrm>
            <a:off x="2077702" y="393385"/>
            <a:ext cx="290970" cy="334860"/>
          </a:xfrm>
          <a:custGeom>
            <a:rect b="b" l="l" r="r" t="t"/>
            <a:pathLst>
              <a:path extrusionOk="0" h="16022" w="13922">
                <a:moveTo>
                  <a:pt x="13922" y="0"/>
                </a:moveTo>
                <a:lnTo>
                  <a:pt x="3249" y="3249"/>
                </a:lnTo>
                <a:lnTo>
                  <a:pt x="3249" y="12651"/>
                </a:lnTo>
                <a:lnTo>
                  <a:pt x="2907" y="12627"/>
                </a:lnTo>
                <a:lnTo>
                  <a:pt x="2565" y="12627"/>
                </a:lnTo>
                <a:lnTo>
                  <a:pt x="2198" y="12676"/>
                </a:lnTo>
                <a:lnTo>
                  <a:pt x="1832" y="12774"/>
                </a:lnTo>
                <a:lnTo>
                  <a:pt x="1612" y="12847"/>
                </a:lnTo>
                <a:lnTo>
                  <a:pt x="1393" y="12945"/>
                </a:lnTo>
                <a:lnTo>
                  <a:pt x="1197" y="13067"/>
                </a:lnTo>
                <a:lnTo>
                  <a:pt x="1002" y="13164"/>
                </a:lnTo>
                <a:lnTo>
                  <a:pt x="806" y="13311"/>
                </a:lnTo>
                <a:lnTo>
                  <a:pt x="660" y="13433"/>
                </a:lnTo>
                <a:lnTo>
                  <a:pt x="513" y="13580"/>
                </a:lnTo>
                <a:lnTo>
                  <a:pt x="391" y="13726"/>
                </a:lnTo>
                <a:lnTo>
                  <a:pt x="269" y="13897"/>
                </a:lnTo>
                <a:lnTo>
                  <a:pt x="171" y="14044"/>
                </a:lnTo>
                <a:lnTo>
                  <a:pt x="98" y="14215"/>
                </a:lnTo>
                <a:lnTo>
                  <a:pt x="49" y="14386"/>
                </a:lnTo>
                <a:lnTo>
                  <a:pt x="25" y="14532"/>
                </a:lnTo>
                <a:lnTo>
                  <a:pt x="0" y="14703"/>
                </a:lnTo>
                <a:lnTo>
                  <a:pt x="25" y="14874"/>
                </a:lnTo>
                <a:lnTo>
                  <a:pt x="49" y="15021"/>
                </a:lnTo>
                <a:lnTo>
                  <a:pt x="123" y="15191"/>
                </a:lnTo>
                <a:lnTo>
                  <a:pt x="196" y="15338"/>
                </a:lnTo>
                <a:lnTo>
                  <a:pt x="293" y="15460"/>
                </a:lnTo>
                <a:lnTo>
                  <a:pt x="416" y="15582"/>
                </a:lnTo>
                <a:lnTo>
                  <a:pt x="562" y="15680"/>
                </a:lnTo>
                <a:lnTo>
                  <a:pt x="709" y="15778"/>
                </a:lnTo>
                <a:lnTo>
                  <a:pt x="880" y="15851"/>
                </a:lnTo>
                <a:lnTo>
                  <a:pt x="1075" y="15924"/>
                </a:lnTo>
                <a:lnTo>
                  <a:pt x="1246" y="15973"/>
                </a:lnTo>
                <a:lnTo>
                  <a:pt x="1466" y="15997"/>
                </a:lnTo>
                <a:lnTo>
                  <a:pt x="1661" y="16022"/>
                </a:lnTo>
                <a:lnTo>
                  <a:pt x="1881" y="16022"/>
                </a:lnTo>
                <a:lnTo>
                  <a:pt x="2101" y="15997"/>
                </a:lnTo>
                <a:lnTo>
                  <a:pt x="2345" y="15973"/>
                </a:lnTo>
                <a:lnTo>
                  <a:pt x="2565" y="15924"/>
                </a:lnTo>
                <a:lnTo>
                  <a:pt x="2809" y="15875"/>
                </a:lnTo>
                <a:lnTo>
                  <a:pt x="3224" y="15704"/>
                </a:lnTo>
                <a:lnTo>
                  <a:pt x="3591" y="15509"/>
                </a:lnTo>
                <a:lnTo>
                  <a:pt x="3908" y="15289"/>
                </a:lnTo>
                <a:lnTo>
                  <a:pt x="4177" y="15021"/>
                </a:lnTo>
                <a:lnTo>
                  <a:pt x="4372" y="14752"/>
                </a:lnTo>
                <a:lnTo>
                  <a:pt x="4470" y="14605"/>
                </a:lnTo>
                <a:lnTo>
                  <a:pt x="4543" y="14459"/>
                </a:lnTo>
                <a:lnTo>
                  <a:pt x="4592" y="14312"/>
                </a:lnTo>
                <a:lnTo>
                  <a:pt x="4616" y="14166"/>
                </a:lnTo>
                <a:lnTo>
                  <a:pt x="4641" y="14019"/>
                </a:lnTo>
                <a:lnTo>
                  <a:pt x="4641" y="13873"/>
                </a:lnTo>
                <a:lnTo>
                  <a:pt x="4641" y="6204"/>
                </a:lnTo>
                <a:lnTo>
                  <a:pt x="12505" y="3737"/>
                </a:lnTo>
                <a:lnTo>
                  <a:pt x="12505" y="10136"/>
                </a:lnTo>
                <a:lnTo>
                  <a:pt x="12187" y="10111"/>
                </a:lnTo>
                <a:lnTo>
                  <a:pt x="11846" y="10111"/>
                </a:lnTo>
                <a:lnTo>
                  <a:pt x="11479" y="10160"/>
                </a:lnTo>
                <a:lnTo>
                  <a:pt x="11113" y="10258"/>
                </a:lnTo>
                <a:lnTo>
                  <a:pt x="10893" y="10331"/>
                </a:lnTo>
                <a:lnTo>
                  <a:pt x="10673" y="10429"/>
                </a:lnTo>
                <a:lnTo>
                  <a:pt x="10453" y="10551"/>
                </a:lnTo>
                <a:lnTo>
                  <a:pt x="10283" y="10649"/>
                </a:lnTo>
                <a:lnTo>
                  <a:pt x="10087" y="10795"/>
                </a:lnTo>
                <a:lnTo>
                  <a:pt x="9941" y="10917"/>
                </a:lnTo>
                <a:lnTo>
                  <a:pt x="9794" y="11064"/>
                </a:lnTo>
                <a:lnTo>
                  <a:pt x="9648" y="11211"/>
                </a:lnTo>
                <a:lnTo>
                  <a:pt x="9550" y="11381"/>
                </a:lnTo>
                <a:lnTo>
                  <a:pt x="9452" y="11528"/>
                </a:lnTo>
                <a:lnTo>
                  <a:pt x="9379" y="11699"/>
                </a:lnTo>
                <a:lnTo>
                  <a:pt x="9330" y="11870"/>
                </a:lnTo>
                <a:lnTo>
                  <a:pt x="9306" y="12016"/>
                </a:lnTo>
                <a:lnTo>
                  <a:pt x="9281" y="12187"/>
                </a:lnTo>
                <a:lnTo>
                  <a:pt x="9306" y="12358"/>
                </a:lnTo>
                <a:lnTo>
                  <a:pt x="9330" y="12505"/>
                </a:lnTo>
                <a:lnTo>
                  <a:pt x="9403" y="12676"/>
                </a:lnTo>
                <a:lnTo>
                  <a:pt x="9477" y="12822"/>
                </a:lnTo>
                <a:lnTo>
                  <a:pt x="9574" y="12945"/>
                </a:lnTo>
                <a:lnTo>
                  <a:pt x="9696" y="13067"/>
                </a:lnTo>
                <a:lnTo>
                  <a:pt x="9843" y="13164"/>
                </a:lnTo>
                <a:lnTo>
                  <a:pt x="9989" y="13262"/>
                </a:lnTo>
                <a:lnTo>
                  <a:pt x="10160" y="13335"/>
                </a:lnTo>
                <a:lnTo>
                  <a:pt x="10331" y="13409"/>
                </a:lnTo>
                <a:lnTo>
                  <a:pt x="10527" y="13457"/>
                </a:lnTo>
                <a:lnTo>
                  <a:pt x="10747" y="13482"/>
                </a:lnTo>
                <a:lnTo>
                  <a:pt x="10942" y="13506"/>
                </a:lnTo>
                <a:lnTo>
                  <a:pt x="11162" y="13506"/>
                </a:lnTo>
                <a:lnTo>
                  <a:pt x="11382" y="13482"/>
                </a:lnTo>
                <a:lnTo>
                  <a:pt x="11626" y="13457"/>
                </a:lnTo>
                <a:lnTo>
                  <a:pt x="11846" y="13409"/>
                </a:lnTo>
                <a:lnTo>
                  <a:pt x="12090" y="13360"/>
                </a:lnTo>
                <a:lnTo>
                  <a:pt x="12456" y="13213"/>
                </a:lnTo>
                <a:lnTo>
                  <a:pt x="12798" y="13042"/>
                </a:lnTo>
                <a:lnTo>
                  <a:pt x="13091" y="12822"/>
                </a:lnTo>
                <a:lnTo>
                  <a:pt x="13360" y="12603"/>
                </a:lnTo>
                <a:lnTo>
                  <a:pt x="13580" y="12358"/>
                </a:lnTo>
                <a:lnTo>
                  <a:pt x="13751" y="12090"/>
                </a:lnTo>
                <a:lnTo>
                  <a:pt x="13848" y="11821"/>
                </a:lnTo>
                <a:lnTo>
                  <a:pt x="13897" y="11675"/>
                </a:lnTo>
                <a:lnTo>
                  <a:pt x="13922" y="11552"/>
                </a:lnTo>
                <a:lnTo>
                  <a:pt x="13922"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31"/>
          <p:cNvSpPr/>
          <p:nvPr/>
        </p:nvSpPr>
        <p:spPr>
          <a:xfrm>
            <a:off x="2661148" y="394410"/>
            <a:ext cx="251176" cy="332812"/>
          </a:xfrm>
          <a:custGeom>
            <a:rect b="b" l="l" r="r" t="t"/>
            <a:pathLst>
              <a:path extrusionOk="0" h="15924" w="12018">
                <a:moveTo>
                  <a:pt x="6278" y="3444"/>
                </a:moveTo>
                <a:lnTo>
                  <a:pt x="6522" y="3493"/>
                </a:lnTo>
                <a:lnTo>
                  <a:pt x="6766" y="3542"/>
                </a:lnTo>
                <a:lnTo>
                  <a:pt x="7010" y="3639"/>
                </a:lnTo>
                <a:lnTo>
                  <a:pt x="7230" y="3737"/>
                </a:lnTo>
                <a:lnTo>
                  <a:pt x="7450" y="3883"/>
                </a:lnTo>
                <a:lnTo>
                  <a:pt x="7645" y="4030"/>
                </a:lnTo>
                <a:lnTo>
                  <a:pt x="7816" y="4201"/>
                </a:lnTo>
                <a:lnTo>
                  <a:pt x="7987" y="4372"/>
                </a:lnTo>
                <a:lnTo>
                  <a:pt x="8134" y="4567"/>
                </a:lnTo>
                <a:lnTo>
                  <a:pt x="8280" y="4787"/>
                </a:lnTo>
                <a:lnTo>
                  <a:pt x="8378" y="5007"/>
                </a:lnTo>
                <a:lnTo>
                  <a:pt x="8476" y="5251"/>
                </a:lnTo>
                <a:lnTo>
                  <a:pt x="8525" y="5495"/>
                </a:lnTo>
                <a:lnTo>
                  <a:pt x="8573" y="5740"/>
                </a:lnTo>
                <a:lnTo>
                  <a:pt x="8573" y="6008"/>
                </a:lnTo>
                <a:lnTo>
                  <a:pt x="8573" y="6277"/>
                </a:lnTo>
                <a:lnTo>
                  <a:pt x="8525" y="6521"/>
                </a:lnTo>
                <a:lnTo>
                  <a:pt x="8476" y="6765"/>
                </a:lnTo>
                <a:lnTo>
                  <a:pt x="8378" y="7010"/>
                </a:lnTo>
                <a:lnTo>
                  <a:pt x="8280" y="7229"/>
                </a:lnTo>
                <a:lnTo>
                  <a:pt x="8134" y="7449"/>
                </a:lnTo>
                <a:lnTo>
                  <a:pt x="7987" y="7645"/>
                </a:lnTo>
                <a:lnTo>
                  <a:pt x="7816" y="7816"/>
                </a:lnTo>
                <a:lnTo>
                  <a:pt x="7645" y="7987"/>
                </a:lnTo>
                <a:lnTo>
                  <a:pt x="7450" y="8133"/>
                </a:lnTo>
                <a:lnTo>
                  <a:pt x="7230" y="8280"/>
                </a:lnTo>
                <a:lnTo>
                  <a:pt x="7010" y="8377"/>
                </a:lnTo>
                <a:lnTo>
                  <a:pt x="6766" y="8475"/>
                </a:lnTo>
                <a:lnTo>
                  <a:pt x="6522" y="8524"/>
                </a:lnTo>
                <a:lnTo>
                  <a:pt x="6278" y="8573"/>
                </a:lnTo>
                <a:lnTo>
                  <a:pt x="5740" y="8573"/>
                </a:lnTo>
                <a:lnTo>
                  <a:pt x="5496" y="8524"/>
                </a:lnTo>
                <a:lnTo>
                  <a:pt x="5252" y="8475"/>
                </a:lnTo>
                <a:lnTo>
                  <a:pt x="5008" y="8377"/>
                </a:lnTo>
                <a:lnTo>
                  <a:pt x="4788" y="8280"/>
                </a:lnTo>
                <a:lnTo>
                  <a:pt x="4568" y="8133"/>
                </a:lnTo>
                <a:lnTo>
                  <a:pt x="4373" y="7987"/>
                </a:lnTo>
                <a:lnTo>
                  <a:pt x="4202" y="7816"/>
                </a:lnTo>
                <a:lnTo>
                  <a:pt x="4031" y="7645"/>
                </a:lnTo>
                <a:lnTo>
                  <a:pt x="3884" y="7449"/>
                </a:lnTo>
                <a:lnTo>
                  <a:pt x="3738" y="7229"/>
                </a:lnTo>
                <a:lnTo>
                  <a:pt x="3640" y="7010"/>
                </a:lnTo>
                <a:lnTo>
                  <a:pt x="3542" y="6765"/>
                </a:lnTo>
                <a:lnTo>
                  <a:pt x="3493" y="6521"/>
                </a:lnTo>
                <a:lnTo>
                  <a:pt x="3445" y="6277"/>
                </a:lnTo>
                <a:lnTo>
                  <a:pt x="3445" y="6008"/>
                </a:lnTo>
                <a:lnTo>
                  <a:pt x="3445" y="5740"/>
                </a:lnTo>
                <a:lnTo>
                  <a:pt x="3493" y="5495"/>
                </a:lnTo>
                <a:lnTo>
                  <a:pt x="3542" y="5251"/>
                </a:lnTo>
                <a:lnTo>
                  <a:pt x="3640" y="5007"/>
                </a:lnTo>
                <a:lnTo>
                  <a:pt x="3738" y="4787"/>
                </a:lnTo>
                <a:lnTo>
                  <a:pt x="3884" y="4567"/>
                </a:lnTo>
                <a:lnTo>
                  <a:pt x="4031" y="4372"/>
                </a:lnTo>
                <a:lnTo>
                  <a:pt x="4202" y="4201"/>
                </a:lnTo>
                <a:lnTo>
                  <a:pt x="4373" y="4030"/>
                </a:lnTo>
                <a:lnTo>
                  <a:pt x="4568" y="3883"/>
                </a:lnTo>
                <a:lnTo>
                  <a:pt x="4788" y="3737"/>
                </a:lnTo>
                <a:lnTo>
                  <a:pt x="5008" y="3639"/>
                </a:lnTo>
                <a:lnTo>
                  <a:pt x="5252" y="3542"/>
                </a:lnTo>
                <a:lnTo>
                  <a:pt x="5496" y="3493"/>
                </a:lnTo>
                <a:lnTo>
                  <a:pt x="5740" y="3444"/>
                </a:lnTo>
                <a:close/>
                <a:moveTo>
                  <a:pt x="5691" y="0"/>
                </a:moveTo>
                <a:lnTo>
                  <a:pt x="5398" y="25"/>
                </a:lnTo>
                <a:lnTo>
                  <a:pt x="5105" y="73"/>
                </a:lnTo>
                <a:lnTo>
                  <a:pt x="4788" y="122"/>
                </a:lnTo>
                <a:lnTo>
                  <a:pt x="4519" y="196"/>
                </a:lnTo>
                <a:lnTo>
                  <a:pt x="4226" y="269"/>
                </a:lnTo>
                <a:lnTo>
                  <a:pt x="3664" y="464"/>
                </a:lnTo>
                <a:lnTo>
                  <a:pt x="3152" y="733"/>
                </a:lnTo>
                <a:lnTo>
                  <a:pt x="2639" y="1026"/>
                </a:lnTo>
                <a:lnTo>
                  <a:pt x="2199" y="1368"/>
                </a:lnTo>
                <a:lnTo>
                  <a:pt x="1759" y="1759"/>
                </a:lnTo>
                <a:lnTo>
                  <a:pt x="1369" y="2198"/>
                </a:lnTo>
                <a:lnTo>
                  <a:pt x="1027" y="2638"/>
                </a:lnTo>
                <a:lnTo>
                  <a:pt x="734" y="3151"/>
                </a:lnTo>
                <a:lnTo>
                  <a:pt x="465" y="3664"/>
                </a:lnTo>
                <a:lnTo>
                  <a:pt x="270" y="4225"/>
                </a:lnTo>
                <a:lnTo>
                  <a:pt x="196" y="4518"/>
                </a:lnTo>
                <a:lnTo>
                  <a:pt x="123" y="4787"/>
                </a:lnTo>
                <a:lnTo>
                  <a:pt x="74" y="5105"/>
                </a:lnTo>
                <a:lnTo>
                  <a:pt x="25" y="5398"/>
                </a:lnTo>
                <a:lnTo>
                  <a:pt x="1" y="5691"/>
                </a:lnTo>
                <a:lnTo>
                  <a:pt x="1" y="6008"/>
                </a:lnTo>
                <a:lnTo>
                  <a:pt x="25" y="6448"/>
                </a:lnTo>
                <a:lnTo>
                  <a:pt x="74" y="6887"/>
                </a:lnTo>
                <a:lnTo>
                  <a:pt x="147" y="7352"/>
                </a:lnTo>
                <a:lnTo>
                  <a:pt x="270" y="7791"/>
                </a:lnTo>
                <a:lnTo>
                  <a:pt x="392" y="8231"/>
                </a:lnTo>
                <a:lnTo>
                  <a:pt x="563" y="8670"/>
                </a:lnTo>
                <a:lnTo>
                  <a:pt x="734" y="9110"/>
                </a:lnTo>
                <a:lnTo>
                  <a:pt x="929" y="9550"/>
                </a:lnTo>
                <a:lnTo>
                  <a:pt x="1149" y="9965"/>
                </a:lnTo>
                <a:lnTo>
                  <a:pt x="1393" y="10404"/>
                </a:lnTo>
                <a:lnTo>
                  <a:pt x="1906" y="11210"/>
                </a:lnTo>
                <a:lnTo>
                  <a:pt x="2443" y="11992"/>
                </a:lnTo>
                <a:lnTo>
                  <a:pt x="3005" y="12725"/>
                </a:lnTo>
                <a:lnTo>
                  <a:pt x="3567" y="13408"/>
                </a:lnTo>
                <a:lnTo>
                  <a:pt x="4104" y="14019"/>
                </a:lnTo>
                <a:lnTo>
                  <a:pt x="4617" y="14581"/>
                </a:lnTo>
                <a:lnTo>
                  <a:pt x="5081" y="15045"/>
                </a:lnTo>
                <a:lnTo>
                  <a:pt x="5740" y="15680"/>
                </a:lnTo>
                <a:lnTo>
                  <a:pt x="6009" y="15924"/>
                </a:lnTo>
                <a:lnTo>
                  <a:pt x="6278" y="15680"/>
                </a:lnTo>
                <a:lnTo>
                  <a:pt x="6937" y="15045"/>
                </a:lnTo>
                <a:lnTo>
                  <a:pt x="7401" y="14581"/>
                </a:lnTo>
                <a:lnTo>
                  <a:pt x="7914" y="14019"/>
                </a:lnTo>
                <a:lnTo>
                  <a:pt x="8451" y="13408"/>
                </a:lnTo>
                <a:lnTo>
                  <a:pt x="9013" y="12725"/>
                </a:lnTo>
                <a:lnTo>
                  <a:pt x="9575" y="11992"/>
                </a:lnTo>
                <a:lnTo>
                  <a:pt x="10112" y="11210"/>
                </a:lnTo>
                <a:lnTo>
                  <a:pt x="10625" y="10404"/>
                </a:lnTo>
                <a:lnTo>
                  <a:pt x="10869" y="9965"/>
                </a:lnTo>
                <a:lnTo>
                  <a:pt x="11089" y="9550"/>
                </a:lnTo>
                <a:lnTo>
                  <a:pt x="11284" y="9110"/>
                </a:lnTo>
                <a:lnTo>
                  <a:pt x="11455" y="8670"/>
                </a:lnTo>
                <a:lnTo>
                  <a:pt x="11626" y="8231"/>
                </a:lnTo>
                <a:lnTo>
                  <a:pt x="11748" y="7791"/>
                </a:lnTo>
                <a:lnTo>
                  <a:pt x="11871" y="7352"/>
                </a:lnTo>
                <a:lnTo>
                  <a:pt x="11944" y="6887"/>
                </a:lnTo>
                <a:lnTo>
                  <a:pt x="11993" y="6448"/>
                </a:lnTo>
                <a:lnTo>
                  <a:pt x="12017" y="6008"/>
                </a:lnTo>
                <a:lnTo>
                  <a:pt x="12017" y="5691"/>
                </a:lnTo>
                <a:lnTo>
                  <a:pt x="11993" y="5398"/>
                </a:lnTo>
                <a:lnTo>
                  <a:pt x="11944" y="5105"/>
                </a:lnTo>
                <a:lnTo>
                  <a:pt x="11895" y="4787"/>
                </a:lnTo>
                <a:lnTo>
                  <a:pt x="11822" y="4518"/>
                </a:lnTo>
                <a:lnTo>
                  <a:pt x="11748" y="4225"/>
                </a:lnTo>
                <a:lnTo>
                  <a:pt x="11553" y="3664"/>
                </a:lnTo>
                <a:lnTo>
                  <a:pt x="11284" y="3151"/>
                </a:lnTo>
                <a:lnTo>
                  <a:pt x="10991" y="2638"/>
                </a:lnTo>
                <a:lnTo>
                  <a:pt x="10649" y="2198"/>
                </a:lnTo>
                <a:lnTo>
                  <a:pt x="10259" y="1759"/>
                </a:lnTo>
                <a:lnTo>
                  <a:pt x="9819" y="1368"/>
                </a:lnTo>
                <a:lnTo>
                  <a:pt x="9379" y="1026"/>
                </a:lnTo>
                <a:lnTo>
                  <a:pt x="8866" y="733"/>
                </a:lnTo>
                <a:lnTo>
                  <a:pt x="8354" y="464"/>
                </a:lnTo>
                <a:lnTo>
                  <a:pt x="7792" y="269"/>
                </a:lnTo>
                <a:lnTo>
                  <a:pt x="7499" y="196"/>
                </a:lnTo>
                <a:lnTo>
                  <a:pt x="7230" y="122"/>
                </a:lnTo>
                <a:lnTo>
                  <a:pt x="6913" y="73"/>
                </a:lnTo>
                <a:lnTo>
                  <a:pt x="6620" y="25"/>
                </a:lnTo>
                <a:lnTo>
                  <a:pt x="6326"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9" name="Google Shape;619;p31"/>
          <p:cNvGrpSpPr/>
          <p:nvPr/>
        </p:nvGrpSpPr>
        <p:grpSpPr>
          <a:xfrm>
            <a:off x="3145963" y="388276"/>
            <a:ext cx="408386" cy="345080"/>
            <a:chOff x="3918650" y="293075"/>
            <a:chExt cx="488500" cy="412775"/>
          </a:xfrm>
        </p:grpSpPr>
        <p:sp>
          <p:nvSpPr>
            <p:cNvPr id="620" name="Google Shape;620;p31"/>
            <p:cNvSpPr/>
            <p:nvPr/>
          </p:nvSpPr>
          <p:spPr>
            <a:xfrm>
              <a:off x="4085350" y="293675"/>
              <a:ext cx="154500" cy="412175"/>
            </a:xfrm>
            <a:custGeom>
              <a:rect b="b" l="l" r="r" t="t"/>
              <a:pathLst>
                <a:path extrusionOk="0" h="16487" w="6180">
                  <a:moveTo>
                    <a:pt x="709" y="5496"/>
                  </a:moveTo>
                  <a:lnTo>
                    <a:pt x="806" y="5520"/>
                  </a:lnTo>
                  <a:lnTo>
                    <a:pt x="1050" y="5667"/>
                  </a:lnTo>
                  <a:lnTo>
                    <a:pt x="1270" y="5813"/>
                  </a:lnTo>
                  <a:lnTo>
                    <a:pt x="1344" y="5886"/>
                  </a:lnTo>
                  <a:lnTo>
                    <a:pt x="1368" y="5984"/>
                  </a:lnTo>
                  <a:lnTo>
                    <a:pt x="1344" y="6082"/>
                  </a:lnTo>
                  <a:lnTo>
                    <a:pt x="1319" y="6155"/>
                  </a:lnTo>
                  <a:lnTo>
                    <a:pt x="1221" y="6228"/>
                  </a:lnTo>
                  <a:lnTo>
                    <a:pt x="1124" y="6253"/>
                  </a:lnTo>
                  <a:lnTo>
                    <a:pt x="1050" y="6228"/>
                  </a:lnTo>
                  <a:lnTo>
                    <a:pt x="977" y="6204"/>
                  </a:lnTo>
                  <a:lnTo>
                    <a:pt x="782" y="6082"/>
                  </a:lnTo>
                  <a:lnTo>
                    <a:pt x="586" y="5960"/>
                  </a:lnTo>
                  <a:lnTo>
                    <a:pt x="513" y="5911"/>
                  </a:lnTo>
                  <a:lnTo>
                    <a:pt x="464" y="5838"/>
                  </a:lnTo>
                  <a:lnTo>
                    <a:pt x="464" y="5740"/>
                  </a:lnTo>
                  <a:lnTo>
                    <a:pt x="489" y="5642"/>
                  </a:lnTo>
                  <a:lnTo>
                    <a:pt x="538" y="5569"/>
                  </a:lnTo>
                  <a:lnTo>
                    <a:pt x="611" y="5520"/>
                  </a:lnTo>
                  <a:lnTo>
                    <a:pt x="709" y="5496"/>
                  </a:lnTo>
                  <a:close/>
                  <a:moveTo>
                    <a:pt x="1685" y="6351"/>
                  </a:moveTo>
                  <a:lnTo>
                    <a:pt x="1783" y="6375"/>
                  </a:lnTo>
                  <a:lnTo>
                    <a:pt x="1856" y="6448"/>
                  </a:lnTo>
                  <a:lnTo>
                    <a:pt x="2003" y="6668"/>
                  </a:lnTo>
                  <a:lnTo>
                    <a:pt x="2125" y="6888"/>
                  </a:lnTo>
                  <a:lnTo>
                    <a:pt x="2150" y="6986"/>
                  </a:lnTo>
                  <a:lnTo>
                    <a:pt x="2150" y="7083"/>
                  </a:lnTo>
                  <a:lnTo>
                    <a:pt x="2101" y="7156"/>
                  </a:lnTo>
                  <a:lnTo>
                    <a:pt x="2027" y="7230"/>
                  </a:lnTo>
                  <a:lnTo>
                    <a:pt x="1979" y="7254"/>
                  </a:lnTo>
                  <a:lnTo>
                    <a:pt x="1856" y="7254"/>
                  </a:lnTo>
                  <a:lnTo>
                    <a:pt x="1783" y="7230"/>
                  </a:lnTo>
                  <a:lnTo>
                    <a:pt x="1734" y="7181"/>
                  </a:lnTo>
                  <a:lnTo>
                    <a:pt x="1685" y="7132"/>
                  </a:lnTo>
                  <a:lnTo>
                    <a:pt x="1441" y="6741"/>
                  </a:lnTo>
                  <a:lnTo>
                    <a:pt x="1417" y="6644"/>
                  </a:lnTo>
                  <a:lnTo>
                    <a:pt x="1417" y="6546"/>
                  </a:lnTo>
                  <a:lnTo>
                    <a:pt x="1441" y="6448"/>
                  </a:lnTo>
                  <a:lnTo>
                    <a:pt x="1515" y="6399"/>
                  </a:lnTo>
                  <a:lnTo>
                    <a:pt x="1612" y="6351"/>
                  </a:lnTo>
                  <a:close/>
                  <a:moveTo>
                    <a:pt x="2247" y="7498"/>
                  </a:moveTo>
                  <a:lnTo>
                    <a:pt x="2345" y="7523"/>
                  </a:lnTo>
                  <a:lnTo>
                    <a:pt x="2418" y="7572"/>
                  </a:lnTo>
                  <a:lnTo>
                    <a:pt x="2467" y="7645"/>
                  </a:lnTo>
                  <a:lnTo>
                    <a:pt x="2662" y="8109"/>
                  </a:lnTo>
                  <a:lnTo>
                    <a:pt x="2662" y="8207"/>
                  </a:lnTo>
                  <a:lnTo>
                    <a:pt x="2638" y="8304"/>
                  </a:lnTo>
                  <a:lnTo>
                    <a:pt x="2589" y="8378"/>
                  </a:lnTo>
                  <a:lnTo>
                    <a:pt x="2516" y="8426"/>
                  </a:lnTo>
                  <a:lnTo>
                    <a:pt x="2418" y="8451"/>
                  </a:lnTo>
                  <a:lnTo>
                    <a:pt x="2345" y="8426"/>
                  </a:lnTo>
                  <a:lnTo>
                    <a:pt x="2272" y="8402"/>
                  </a:lnTo>
                  <a:lnTo>
                    <a:pt x="2223" y="8353"/>
                  </a:lnTo>
                  <a:lnTo>
                    <a:pt x="2198" y="8280"/>
                  </a:lnTo>
                  <a:lnTo>
                    <a:pt x="2027" y="7840"/>
                  </a:lnTo>
                  <a:lnTo>
                    <a:pt x="2003" y="7743"/>
                  </a:lnTo>
                  <a:lnTo>
                    <a:pt x="2027" y="7645"/>
                  </a:lnTo>
                  <a:lnTo>
                    <a:pt x="2076" y="7572"/>
                  </a:lnTo>
                  <a:lnTo>
                    <a:pt x="2150" y="7523"/>
                  </a:lnTo>
                  <a:lnTo>
                    <a:pt x="2247" y="7498"/>
                  </a:lnTo>
                  <a:close/>
                  <a:moveTo>
                    <a:pt x="2711" y="8720"/>
                  </a:moveTo>
                  <a:lnTo>
                    <a:pt x="2785" y="8744"/>
                  </a:lnTo>
                  <a:lnTo>
                    <a:pt x="2858" y="8793"/>
                  </a:lnTo>
                  <a:lnTo>
                    <a:pt x="2907" y="8866"/>
                  </a:lnTo>
                  <a:lnTo>
                    <a:pt x="3078" y="9355"/>
                  </a:lnTo>
                  <a:lnTo>
                    <a:pt x="3102" y="9452"/>
                  </a:lnTo>
                  <a:lnTo>
                    <a:pt x="3078" y="9526"/>
                  </a:lnTo>
                  <a:lnTo>
                    <a:pt x="3004" y="9599"/>
                  </a:lnTo>
                  <a:lnTo>
                    <a:pt x="2931" y="9648"/>
                  </a:lnTo>
                  <a:lnTo>
                    <a:pt x="2858" y="9672"/>
                  </a:lnTo>
                  <a:lnTo>
                    <a:pt x="2785" y="9672"/>
                  </a:lnTo>
                  <a:lnTo>
                    <a:pt x="2711" y="9623"/>
                  </a:lnTo>
                  <a:lnTo>
                    <a:pt x="2662" y="9574"/>
                  </a:lnTo>
                  <a:lnTo>
                    <a:pt x="2614" y="9501"/>
                  </a:lnTo>
                  <a:lnTo>
                    <a:pt x="2467" y="9037"/>
                  </a:lnTo>
                  <a:lnTo>
                    <a:pt x="2443" y="8939"/>
                  </a:lnTo>
                  <a:lnTo>
                    <a:pt x="2467" y="8842"/>
                  </a:lnTo>
                  <a:lnTo>
                    <a:pt x="2516" y="8768"/>
                  </a:lnTo>
                  <a:lnTo>
                    <a:pt x="2614" y="8720"/>
                  </a:lnTo>
                  <a:close/>
                  <a:moveTo>
                    <a:pt x="3224" y="9941"/>
                  </a:moveTo>
                  <a:lnTo>
                    <a:pt x="3297" y="10014"/>
                  </a:lnTo>
                  <a:lnTo>
                    <a:pt x="3346" y="10087"/>
                  </a:lnTo>
                  <a:lnTo>
                    <a:pt x="3542" y="10527"/>
                  </a:lnTo>
                  <a:lnTo>
                    <a:pt x="3566" y="10625"/>
                  </a:lnTo>
                  <a:lnTo>
                    <a:pt x="3566" y="10722"/>
                  </a:lnTo>
                  <a:lnTo>
                    <a:pt x="3517" y="10796"/>
                  </a:lnTo>
                  <a:lnTo>
                    <a:pt x="3444" y="10844"/>
                  </a:lnTo>
                  <a:lnTo>
                    <a:pt x="3322" y="10869"/>
                  </a:lnTo>
                  <a:lnTo>
                    <a:pt x="3273" y="10869"/>
                  </a:lnTo>
                  <a:lnTo>
                    <a:pt x="3200" y="10844"/>
                  </a:lnTo>
                  <a:lnTo>
                    <a:pt x="3151" y="10796"/>
                  </a:lnTo>
                  <a:lnTo>
                    <a:pt x="3102" y="10747"/>
                  </a:lnTo>
                  <a:lnTo>
                    <a:pt x="2907" y="10258"/>
                  </a:lnTo>
                  <a:lnTo>
                    <a:pt x="2882" y="10161"/>
                  </a:lnTo>
                  <a:lnTo>
                    <a:pt x="2907" y="10087"/>
                  </a:lnTo>
                  <a:lnTo>
                    <a:pt x="2955" y="10014"/>
                  </a:lnTo>
                  <a:lnTo>
                    <a:pt x="3029" y="9941"/>
                  </a:lnTo>
                  <a:close/>
                  <a:moveTo>
                    <a:pt x="3761" y="11089"/>
                  </a:moveTo>
                  <a:lnTo>
                    <a:pt x="3835" y="11137"/>
                  </a:lnTo>
                  <a:lnTo>
                    <a:pt x="3908" y="11211"/>
                  </a:lnTo>
                  <a:lnTo>
                    <a:pt x="4177" y="11577"/>
                  </a:lnTo>
                  <a:lnTo>
                    <a:pt x="4225" y="11675"/>
                  </a:lnTo>
                  <a:lnTo>
                    <a:pt x="4250" y="11748"/>
                  </a:lnTo>
                  <a:lnTo>
                    <a:pt x="4201" y="11846"/>
                  </a:lnTo>
                  <a:lnTo>
                    <a:pt x="4152" y="11919"/>
                  </a:lnTo>
                  <a:lnTo>
                    <a:pt x="4079" y="11968"/>
                  </a:lnTo>
                  <a:lnTo>
                    <a:pt x="3884" y="11968"/>
                  </a:lnTo>
                  <a:lnTo>
                    <a:pt x="3810" y="11895"/>
                  </a:lnTo>
                  <a:lnTo>
                    <a:pt x="3664" y="11675"/>
                  </a:lnTo>
                  <a:lnTo>
                    <a:pt x="3493" y="11455"/>
                  </a:lnTo>
                  <a:lnTo>
                    <a:pt x="3468" y="11382"/>
                  </a:lnTo>
                  <a:lnTo>
                    <a:pt x="3468" y="11284"/>
                  </a:lnTo>
                  <a:lnTo>
                    <a:pt x="3517" y="11186"/>
                  </a:lnTo>
                  <a:lnTo>
                    <a:pt x="3566" y="11137"/>
                  </a:lnTo>
                  <a:lnTo>
                    <a:pt x="3664" y="11089"/>
                  </a:lnTo>
                  <a:close/>
                  <a:moveTo>
                    <a:pt x="4616" y="12041"/>
                  </a:moveTo>
                  <a:lnTo>
                    <a:pt x="4714" y="12090"/>
                  </a:lnTo>
                  <a:lnTo>
                    <a:pt x="4909" y="12212"/>
                  </a:lnTo>
                  <a:lnTo>
                    <a:pt x="5105" y="12334"/>
                  </a:lnTo>
                  <a:lnTo>
                    <a:pt x="5178" y="12383"/>
                  </a:lnTo>
                  <a:lnTo>
                    <a:pt x="5227" y="12481"/>
                  </a:lnTo>
                  <a:lnTo>
                    <a:pt x="5227" y="12554"/>
                  </a:lnTo>
                  <a:lnTo>
                    <a:pt x="5202" y="12652"/>
                  </a:lnTo>
                  <a:lnTo>
                    <a:pt x="5154" y="12725"/>
                  </a:lnTo>
                  <a:lnTo>
                    <a:pt x="5105" y="12749"/>
                  </a:lnTo>
                  <a:lnTo>
                    <a:pt x="5056" y="12774"/>
                  </a:lnTo>
                  <a:lnTo>
                    <a:pt x="4983" y="12798"/>
                  </a:lnTo>
                  <a:lnTo>
                    <a:pt x="4885" y="12774"/>
                  </a:lnTo>
                  <a:lnTo>
                    <a:pt x="4641" y="12627"/>
                  </a:lnTo>
                  <a:lnTo>
                    <a:pt x="4421" y="12481"/>
                  </a:lnTo>
                  <a:lnTo>
                    <a:pt x="4348" y="12407"/>
                  </a:lnTo>
                  <a:lnTo>
                    <a:pt x="4323" y="12310"/>
                  </a:lnTo>
                  <a:lnTo>
                    <a:pt x="4323" y="12236"/>
                  </a:lnTo>
                  <a:lnTo>
                    <a:pt x="4372" y="12139"/>
                  </a:lnTo>
                  <a:lnTo>
                    <a:pt x="4445" y="12066"/>
                  </a:lnTo>
                  <a:lnTo>
                    <a:pt x="4543" y="12041"/>
                  </a:lnTo>
                  <a:close/>
                  <a:moveTo>
                    <a:pt x="0" y="1"/>
                  </a:moveTo>
                  <a:lnTo>
                    <a:pt x="0" y="5325"/>
                  </a:lnTo>
                  <a:lnTo>
                    <a:pt x="74" y="5349"/>
                  </a:lnTo>
                  <a:lnTo>
                    <a:pt x="147" y="5422"/>
                  </a:lnTo>
                  <a:lnTo>
                    <a:pt x="171" y="5496"/>
                  </a:lnTo>
                  <a:lnTo>
                    <a:pt x="171" y="5569"/>
                  </a:lnTo>
                  <a:lnTo>
                    <a:pt x="171" y="5642"/>
                  </a:lnTo>
                  <a:lnTo>
                    <a:pt x="122" y="5716"/>
                  </a:lnTo>
                  <a:lnTo>
                    <a:pt x="74" y="5764"/>
                  </a:lnTo>
                  <a:lnTo>
                    <a:pt x="0" y="5789"/>
                  </a:lnTo>
                  <a:lnTo>
                    <a:pt x="0" y="13360"/>
                  </a:lnTo>
                  <a:lnTo>
                    <a:pt x="6179" y="16486"/>
                  </a:lnTo>
                  <a:lnTo>
                    <a:pt x="6179" y="13116"/>
                  </a:lnTo>
                  <a:lnTo>
                    <a:pt x="5935" y="13091"/>
                  </a:lnTo>
                  <a:lnTo>
                    <a:pt x="5691" y="13042"/>
                  </a:lnTo>
                  <a:lnTo>
                    <a:pt x="5593" y="12994"/>
                  </a:lnTo>
                  <a:lnTo>
                    <a:pt x="5520" y="12945"/>
                  </a:lnTo>
                  <a:lnTo>
                    <a:pt x="5495" y="12847"/>
                  </a:lnTo>
                  <a:lnTo>
                    <a:pt x="5495" y="12749"/>
                  </a:lnTo>
                  <a:lnTo>
                    <a:pt x="5520" y="12676"/>
                  </a:lnTo>
                  <a:lnTo>
                    <a:pt x="5593" y="12603"/>
                  </a:lnTo>
                  <a:lnTo>
                    <a:pt x="5691" y="12554"/>
                  </a:lnTo>
                  <a:lnTo>
                    <a:pt x="5789" y="12554"/>
                  </a:lnTo>
                  <a:lnTo>
                    <a:pt x="6179" y="12627"/>
                  </a:lnTo>
                  <a:lnTo>
                    <a:pt x="6179" y="3127"/>
                  </a:lnTo>
                  <a:lnTo>
                    <a:pt x="0"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31"/>
            <p:cNvSpPr/>
            <p:nvPr/>
          </p:nvSpPr>
          <p:spPr>
            <a:xfrm>
              <a:off x="3918650" y="293075"/>
              <a:ext cx="153900" cy="407275"/>
            </a:xfrm>
            <a:custGeom>
              <a:rect b="b" l="l" r="r" t="t"/>
              <a:pathLst>
                <a:path extrusionOk="0" h="16291" w="6156">
                  <a:moveTo>
                    <a:pt x="5349" y="5495"/>
                  </a:moveTo>
                  <a:lnTo>
                    <a:pt x="5447" y="5520"/>
                  </a:lnTo>
                  <a:lnTo>
                    <a:pt x="5520" y="5569"/>
                  </a:lnTo>
                  <a:lnTo>
                    <a:pt x="5569" y="5666"/>
                  </a:lnTo>
                  <a:lnTo>
                    <a:pt x="5569" y="5764"/>
                  </a:lnTo>
                  <a:lnTo>
                    <a:pt x="5545" y="5837"/>
                  </a:lnTo>
                  <a:lnTo>
                    <a:pt x="5496" y="5935"/>
                  </a:lnTo>
                  <a:lnTo>
                    <a:pt x="5423" y="5984"/>
                  </a:lnTo>
                  <a:lnTo>
                    <a:pt x="5203" y="6057"/>
                  </a:lnTo>
                  <a:lnTo>
                    <a:pt x="5008" y="6155"/>
                  </a:lnTo>
                  <a:lnTo>
                    <a:pt x="4934" y="6179"/>
                  </a:lnTo>
                  <a:lnTo>
                    <a:pt x="4812" y="6179"/>
                  </a:lnTo>
                  <a:lnTo>
                    <a:pt x="4763" y="6155"/>
                  </a:lnTo>
                  <a:lnTo>
                    <a:pt x="4714" y="6106"/>
                  </a:lnTo>
                  <a:lnTo>
                    <a:pt x="4666" y="6057"/>
                  </a:lnTo>
                  <a:lnTo>
                    <a:pt x="4641" y="5959"/>
                  </a:lnTo>
                  <a:lnTo>
                    <a:pt x="4641" y="5862"/>
                  </a:lnTo>
                  <a:lnTo>
                    <a:pt x="4690" y="5788"/>
                  </a:lnTo>
                  <a:lnTo>
                    <a:pt x="4763" y="5740"/>
                  </a:lnTo>
                  <a:lnTo>
                    <a:pt x="5008" y="5617"/>
                  </a:lnTo>
                  <a:lnTo>
                    <a:pt x="5252" y="5520"/>
                  </a:lnTo>
                  <a:lnTo>
                    <a:pt x="5349" y="5495"/>
                  </a:lnTo>
                  <a:close/>
                  <a:moveTo>
                    <a:pt x="4250" y="6155"/>
                  </a:moveTo>
                  <a:lnTo>
                    <a:pt x="4348" y="6179"/>
                  </a:lnTo>
                  <a:lnTo>
                    <a:pt x="4421" y="6252"/>
                  </a:lnTo>
                  <a:lnTo>
                    <a:pt x="4470" y="6326"/>
                  </a:lnTo>
                  <a:lnTo>
                    <a:pt x="4470" y="6423"/>
                  </a:lnTo>
                  <a:lnTo>
                    <a:pt x="4446" y="6497"/>
                  </a:lnTo>
                  <a:lnTo>
                    <a:pt x="4397" y="6594"/>
                  </a:lnTo>
                  <a:lnTo>
                    <a:pt x="4226" y="6741"/>
                  </a:lnTo>
                  <a:lnTo>
                    <a:pt x="4079" y="6912"/>
                  </a:lnTo>
                  <a:lnTo>
                    <a:pt x="3982" y="6985"/>
                  </a:lnTo>
                  <a:lnTo>
                    <a:pt x="3884" y="7010"/>
                  </a:lnTo>
                  <a:lnTo>
                    <a:pt x="3811" y="6985"/>
                  </a:lnTo>
                  <a:lnTo>
                    <a:pt x="3738" y="6936"/>
                  </a:lnTo>
                  <a:lnTo>
                    <a:pt x="3664" y="6863"/>
                  </a:lnTo>
                  <a:lnTo>
                    <a:pt x="3640" y="6790"/>
                  </a:lnTo>
                  <a:lnTo>
                    <a:pt x="3664" y="6692"/>
                  </a:lnTo>
                  <a:lnTo>
                    <a:pt x="3713" y="6594"/>
                  </a:lnTo>
                  <a:lnTo>
                    <a:pt x="3884" y="6399"/>
                  </a:lnTo>
                  <a:lnTo>
                    <a:pt x="4079" y="6228"/>
                  </a:lnTo>
                  <a:lnTo>
                    <a:pt x="4153" y="6179"/>
                  </a:lnTo>
                  <a:lnTo>
                    <a:pt x="4250" y="6155"/>
                  </a:lnTo>
                  <a:close/>
                  <a:moveTo>
                    <a:pt x="3469" y="7156"/>
                  </a:moveTo>
                  <a:lnTo>
                    <a:pt x="3542" y="7205"/>
                  </a:lnTo>
                  <a:lnTo>
                    <a:pt x="3615" y="7254"/>
                  </a:lnTo>
                  <a:lnTo>
                    <a:pt x="3664" y="7351"/>
                  </a:lnTo>
                  <a:lnTo>
                    <a:pt x="3664" y="7449"/>
                  </a:lnTo>
                  <a:lnTo>
                    <a:pt x="3640" y="7547"/>
                  </a:lnTo>
                  <a:lnTo>
                    <a:pt x="3396" y="7962"/>
                  </a:lnTo>
                  <a:lnTo>
                    <a:pt x="3371" y="8011"/>
                  </a:lnTo>
                  <a:lnTo>
                    <a:pt x="3298" y="8060"/>
                  </a:lnTo>
                  <a:lnTo>
                    <a:pt x="3249" y="8084"/>
                  </a:lnTo>
                  <a:lnTo>
                    <a:pt x="3176" y="8084"/>
                  </a:lnTo>
                  <a:lnTo>
                    <a:pt x="3078" y="8060"/>
                  </a:lnTo>
                  <a:lnTo>
                    <a:pt x="3005" y="8011"/>
                  </a:lnTo>
                  <a:lnTo>
                    <a:pt x="2956" y="7913"/>
                  </a:lnTo>
                  <a:lnTo>
                    <a:pt x="2932" y="7840"/>
                  </a:lnTo>
                  <a:lnTo>
                    <a:pt x="2956" y="7742"/>
                  </a:lnTo>
                  <a:lnTo>
                    <a:pt x="3225" y="7278"/>
                  </a:lnTo>
                  <a:lnTo>
                    <a:pt x="3273" y="7205"/>
                  </a:lnTo>
                  <a:lnTo>
                    <a:pt x="3371" y="7180"/>
                  </a:lnTo>
                  <a:lnTo>
                    <a:pt x="3469" y="7156"/>
                  </a:lnTo>
                  <a:close/>
                  <a:moveTo>
                    <a:pt x="2858" y="8328"/>
                  </a:moveTo>
                  <a:lnTo>
                    <a:pt x="2956" y="8353"/>
                  </a:lnTo>
                  <a:lnTo>
                    <a:pt x="3029" y="8402"/>
                  </a:lnTo>
                  <a:lnTo>
                    <a:pt x="3078" y="8475"/>
                  </a:lnTo>
                  <a:lnTo>
                    <a:pt x="3103" y="8573"/>
                  </a:lnTo>
                  <a:lnTo>
                    <a:pt x="3103" y="8670"/>
                  </a:lnTo>
                  <a:lnTo>
                    <a:pt x="2932" y="9110"/>
                  </a:lnTo>
                  <a:lnTo>
                    <a:pt x="2907" y="9183"/>
                  </a:lnTo>
                  <a:lnTo>
                    <a:pt x="2858" y="9232"/>
                  </a:lnTo>
                  <a:lnTo>
                    <a:pt x="2785" y="9281"/>
                  </a:lnTo>
                  <a:lnTo>
                    <a:pt x="2638" y="9281"/>
                  </a:lnTo>
                  <a:lnTo>
                    <a:pt x="2541" y="9232"/>
                  </a:lnTo>
                  <a:lnTo>
                    <a:pt x="2492" y="9159"/>
                  </a:lnTo>
                  <a:lnTo>
                    <a:pt x="2468" y="9061"/>
                  </a:lnTo>
                  <a:lnTo>
                    <a:pt x="2468" y="8963"/>
                  </a:lnTo>
                  <a:lnTo>
                    <a:pt x="2638" y="8499"/>
                  </a:lnTo>
                  <a:lnTo>
                    <a:pt x="2687" y="8402"/>
                  </a:lnTo>
                  <a:lnTo>
                    <a:pt x="2761" y="8353"/>
                  </a:lnTo>
                  <a:lnTo>
                    <a:pt x="2858" y="8328"/>
                  </a:lnTo>
                  <a:close/>
                  <a:moveTo>
                    <a:pt x="2541" y="9574"/>
                  </a:moveTo>
                  <a:lnTo>
                    <a:pt x="2638" y="9623"/>
                  </a:lnTo>
                  <a:lnTo>
                    <a:pt x="2712" y="9696"/>
                  </a:lnTo>
                  <a:lnTo>
                    <a:pt x="2736" y="9769"/>
                  </a:lnTo>
                  <a:lnTo>
                    <a:pt x="2736" y="9867"/>
                  </a:lnTo>
                  <a:lnTo>
                    <a:pt x="2638" y="10355"/>
                  </a:lnTo>
                  <a:lnTo>
                    <a:pt x="2590" y="10429"/>
                  </a:lnTo>
                  <a:lnTo>
                    <a:pt x="2541" y="10502"/>
                  </a:lnTo>
                  <a:lnTo>
                    <a:pt x="2468" y="10526"/>
                  </a:lnTo>
                  <a:lnTo>
                    <a:pt x="2394" y="10551"/>
                  </a:lnTo>
                  <a:lnTo>
                    <a:pt x="2345" y="10551"/>
                  </a:lnTo>
                  <a:lnTo>
                    <a:pt x="2248" y="10502"/>
                  </a:lnTo>
                  <a:lnTo>
                    <a:pt x="2199" y="10429"/>
                  </a:lnTo>
                  <a:lnTo>
                    <a:pt x="2150" y="10355"/>
                  </a:lnTo>
                  <a:lnTo>
                    <a:pt x="2150" y="10258"/>
                  </a:lnTo>
                  <a:lnTo>
                    <a:pt x="2248" y="9769"/>
                  </a:lnTo>
                  <a:lnTo>
                    <a:pt x="2297" y="9672"/>
                  </a:lnTo>
                  <a:lnTo>
                    <a:pt x="2370" y="9598"/>
                  </a:lnTo>
                  <a:lnTo>
                    <a:pt x="2443" y="9574"/>
                  </a:lnTo>
                  <a:close/>
                  <a:moveTo>
                    <a:pt x="2297" y="10844"/>
                  </a:moveTo>
                  <a:lnTo>
                    <a:pt x="2394" y="10868"/>
                  </a:lnTo>
                  <a:lnTo>
                    <a:pt x="2468" y="10942"/>
                  </a:lnTo>
                  <a:lnTo>
                    <a:pt x="2516" y="11015"/>
                  </a:lnTo>
                  <a:lnTo>
                    <a:pt x="2516" y="11113"/>
                  </a:lnTo>
                  <a:lnTo>
                    <a:pt x="2492" y="11357"/>
                  </a:lnTo>
                  <a:lnTo>
                    <a:pt x="2468" y="11430"/>
                  </a:lnTo>
                  <a:lnTo>
                    <a:pt x="2419" y="11503"/>
                  </a:lnTo>
                  <a:lnTo>
                    <a:pt x="2345" y="11552"/>
                  </a:lnTo>
                  <a:lnTo>
                    <a:pt x="2248" y="11577"/>
                  </a:lnTo>
                  <a:lnTo>
                    <a:pt x="2223" y="11577"/>
                  </a:lnTo>
                  <a:lnTo>
                    <a:pt x="2126" y="11552"/>
                  </a:lnTo>
                  <a:lnTo>
                    <a:pt x="2052" y="11503"/>
                  </a:lnTo>
                  <a:lnTo>
                    <a:pt x="2028" y="11406"/>
                  </a:lnTo>
                  <a:lnTo>
                    <a:pt x="2003" y="11308"/>
                  </a:lnTo>
                  <a:lnTo>
                    <a:pt x="2028" y="11064"/>
                  </a:lnTo>
                  <a:lnTo>
                    <a:pt x="2052" y="10966"/>
                  </a:lnTo>
                  <a:lnTo>
                    <a:pt x="2126" y="10893"/>
                  </a:lnTo>
                  <a:lnTo>
                    <a:pt x="2199" y="10844"/>
                  </a:lnTo>
                  <a:close/>
                  <a:moveTo>
                    <a:pt x="6155" y="0"/>
                  </a:moveTo>
                  <a:lnTo>
                    <a:pt x="538" y="2858"/>
                  </a:lnTo>
                  <a:lnTo>
                    <a:pt x="416" y="2906"/>
                  </a:lnTo>
                  <a:lnTo>
                    <a:pt x="318" y="3004"/>
                  </a:lnTo>
                  <a:lnTo>
                    <a:pt x="221" y="3102"/>
                  </a:lnTo>
                  <a:lnTo>
                    <a:pt x="147" y="3224"/>
                  </a:lnTo>
                  <a:lnTo>
                    <a:pt x="74" y="3322"/>
                  </a:lnTo>
                  <a:lnTo>
                    <a:pt x="25" y="3444"/>
                  </a:lnTo>
                  <a:lnTo>
                    <a:pt x="1" y="3566"/>
                  </a:lnTo>
                  <a:lnTo>
                    <a:pt x="1" y="3688"/>
                  </a:lnTo>
                  <a:lnTo>
                    <a:pt x="1" y="15924"/>
                  </a:lnTo>
                  <a:lnTo>
                    <a:pt x="1" y="16046"/>
                  </a:lnTo>
                  <a:lnTo>
                    <a:pt x="50" y="16119"/>
                  </a:lnTo>
                  <a:lnTo>
                    <a:pt x="98" y="16193"/>
                  </a:lnTo>
                  <a:lnTo>
                    <a:pt x="172" y="16241"/>
                  </a:lnTo>
                  <a:lnTo>
                    <a:pt x="245" y="16266"/>
                  </a:lnTo>
                  <a:lnTo>
                    <a:pt x="343" y="16290"/>
                  </a:lnTo>
                  <a:lnTo>
                    <a:pt x="465" y="16266"/>
                  </a:lnTo>
                  <a:lnTo>
                    <a:pt x="563" y="16217"/>
                  </a:lnTo>
                  <a:lnTo>
                    <a:pt x="6155" y="13360"/>
                  </a:lnTo>
                  <a:lnTo>
                    <a:pt x="6155" y="5813"/>
                  </a:lnTo>
                  <a:lnTo>
                    <a:pt x="6009" y="5813"/>
                  </a:lnTo>
                  <a:lnTo>
                    <a:pt x="5936" y="5764"/>
                  </a:lnTo>
                  <a:lnTo>
                    <a:pt x="5887" y="5691"/>
                  </a:lnTo>
                  <a:lnTo>
                    <a:pt x="5862" y="5593"/>
                  </a:lnTo>
                  <a:lnTo>
                    <a:pt x="5887" y="5495"/>
                  </a:lnTo>
                  <a:lnTo>
                    <a:pt x="5936" y="5422"/>
                  </a:lnTo>
                  <a:lnTo>
                    <a:pt x="6009" y="5373"/>
                  </a:lnTo>
                  <a:lnTo>
                    <a:pt x="6082" y="5349"/>
                  </a:lnTo>
                  <a:lnTo>
                    <a:pt x="6155" y="5324"/>
                  </a:lnTo>
                  <a:lnTo>
                    <a:pt x="6155"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31"/>
            <p:cNvSpPr/>
            <p:nvPr/>
          </p:nvSpPr>
          <p:spPr>
            <a:xfrm>
              <a:off x="4253250" y="298550"/>
              <a:ext cx="153900" cy="406675"/>
            </a:xfrm>
            <a:custGeom>
              <a:rect b="b" l="l" r="r" t="t"/>
              <a:pathLst>
                <a:path extrusionOk="0" h="16267" w="6156">
                  <a:moveTo>
                    <a:pt x="3713" y="4348"/>
                  </a:moveTo>
                  <a:lnTo>
                    <a:pt x="3737" y="4373"/>
                  </a:lnTo>
                  <a:lnTo>
                    <a:pt x="3786" y="4397"/>
                  </a:lnTo>
                  <a:lnTo>
                    <a:pt x="3811" y="4421"/>
                  </a:lnTo>
                  <a:lnTo>
                    <a:pt x="3835" y="4544"/>
                  </a:lnTo>
                  <a:lnTo>
                    <a:pt x="3811" y="4666"/>
                  </a:lnTo>
                  <a:lnTo>
                    <a:pt x="3737" y="4812"/>
                  </a:lnTo>
                  <a:lnTo>
                    <a:pt x="3224" y="5716"/>
                  </a:lnTo>
                  <a:lnTo>
                    <a:pt x="3762" y="6009"/>
                  </a:lnTo>
                  <a:lnTo>
                    <a:pt x="3786" y="6033"/>
                  </a:lnTo>
                  <a:lnTo>
                    <a:pt x="3811" y="6082"/>
                  </a:lnTo>
                  <a:lnTo>
                    <a:pt x="3835" y="6180"/>
                  </a:lnTo>
                  <a:lnTo>
                    <a:pt x="3811" y="6326"/>
                  </a:lnTo>
                  <a:lnTo>
                    <a:pt x="3762" y="6473"/>
                  </a:lnTo>
                  <a:lnTo>
                    <a:pt x="3664" y="6595"/>
                  </a:lnTo>
                  <a:lnTo>
                    <a:pt x="3566" y="6668"/>
                  </a:lnTo>
                  <a:lnTo>
                    <a:pt x="3444" y="6717"/>
                  </a:lnTo>
                  <a:lnTo>
                    <a:pt x="3395" y="6717"/>
                  </a:lnTo>
                  <a:lnTo>
                    <a:pt x="3371" y="6693"/>
                  </a:lnTo>
                  <a:lnTo>
                    <a:pt x="2834" y="6400"/>
                  </a:lnTo>
                  <a:lnTo>
                    <a:pt x="2321" y="7303"/>
                  </a:lnTo>
                  <a:lnTo>
                    <a:pt x="2223" y="7426"/>
                  </a:lnTo>
                  <a:lnTo>
                    <a:pt x="2125" y="7499"/>
                  </a:lnTo>
                  <a:lnTo>
                    <a:pt x="2003" y="7548"/>
                  </a:lnTo>
                  <a:lnTo>
                    <a:pt x="1954" y="7548"/>
                  </a:lnTo>
                  <a:lnTo>
                    <a:pt x="1930" y="7523"/>
                  </a:lnTo>
                  <a:lnTo>
                    <a:pt x="1881" y="7499"/>
                  </a:lnTo>
                  <a:lnTo>
                    <a:pt x="1857" y="7450"/>
                  </a:lnTo>
                  <a:lnTo>
                    <a:pt x="1832" y="7352"/>
                  </a:lnTo>
                  <a:lnTo>
                    <a:pt x="1857" y="7206"/>
                  </a:lnTo>
                  <a:lnTo>
                    <a:pt x="1930" y="7059"/>
                  </a:lnTo>
                  <a:lnTo>
                    <a:pt x="2443" y="6156"/>
                  </a:lnTo>
                  <a:lnTo>
                    <a:pt x="1906" y="5862"/>
                  </a:lnTo>
                  <a:lnTo>
                    <a:pt x="1881" y="5838"/>
                  </a:lnTo>
                  <a:lnTo>
                    <a:pt x="1857" y="5789"/>
                  </a:lnTo>
                  <a:lnTo>
                    <a:pt x="1832" y="5691"/>
                  </a:lnTo>
                  <a:lnTo>
                    <a:pt x="1857" y="5569"/>
                  </a:lnTo>
                  <a:lnTo>
                    <a:pt x="1906" y="5423"/>
                  </a:lnTo>
                  <a:lnTo>
                    <a:pt x="2003" y="5301"/>
                  </a:lnTo>
                  <a:lnTo>
                    <a:pt x="2101" y="5203"/>
                  </a:lnTo>
                  <a:lnTo>
                    <a:pt x="2223" y="5179"/>
                  </a:lnTo>
                  <a:lnTo>
                    <a:pt x="2272" y="5179"/>
                  </a:lnTo>
                  <a:lnTo>
                    <a:pt x="2296" y="5203"/>
                  </a:lnTo>
                  <a:lnTo>
                    <a:pt x="2834" y="5496"/>
                  </a:lnTo>
                  <a:lnTo>
                    <a:pt x="3347" y="4592"/>
                  </a:lnTo>
                  <a:lnTo>
                    <a:pt x="3444" y="4470"/>
                  </a:lnTo>
                  <a:lnTo>
                    <a:pt x="3542" y="4373"/>
                  </a:lnTo>
                  <a:lnTo>
                    <a:pt x="3664" y="4348"/>
                  </a:lnTo>
                  <a:close/>
                  <a:moveTo>
                    <a:pt x="3176" y="7303"/>
                  </a:moveTo>
                  <a:lnTo>
                    <a:pt x="3249" y="7328"/>
                  </a:lnTo>
                  <a:lnTo>
                    <a:pt x="3322" y="7401"/>
                  </a:lnTo>
                  <a:lnTo>
                    <a:pt x="3371" y="7474"/>
                  </a:lnTo>
                  <a:lnTo>
                    <a:pt x="3420" y="7743"/>
                  </a:lnTo>
                  <a:lnTo>
                    <a:pt x="3420" y="7841"/>
                  </a:lnTo>
                  <a:lnTo>
                    <a:pt x="3371" y="7914"/>
                  </a:lnTo>
                  <a:lnTo>
                    <a:pt x="3298" y="7987"/>
                  </a:lnTo>
                  <a:lnTo>
                    <a:pt x="3224" y="8012"/>
                  </a:lnTo>
                  <a:lnTo>
                    <a:pt x="3102" y="8012"/>
                  </a:lnTo>
                  <a:lnTo>
                    <a:pt x="3029" y="7963"/>
                  </a:lnTo>
                  <a:lnTo>
                    <a:pt x="2956" y="7914"/>
                  </a:lnTo>
                  <a:lnTo>
                    <a:pt x="2931" y="7816"/>
                  </a:lnTo>
                  <a:lnTo>
                    <a:pt x="2883" y="7596"/>
                  </a:lnTo>
                  <a:lnTo>
                    <a:pt x="2883" y="7499"/>
                  </a:lnTo>
                  <a:lnTo>
                    <a:pt x="2907" y="7426"/>
                  </a:lnTo>
                  <a:lnTo>
                    <a:pt x="2980" y="7352"/>
                  </a:lnTo>
                  <a:lnTo>
                    <a:pt x="3078" y="7303"/>
                  </a:lnTo>
                  <a:close/>
                  <a:moveTo>
                    <a:pt x="3249" y="8354"/>
                  </a:moveTo>
                  <a:lnTo>
                    <a:pt x="3347" y="8378"/>
                  </a:lnTo>
                  <a:lnTo>
                    <a:pt x="3444" y="8427"/>
                  </a:lnTo>
                  <a:lnTo>
                    <a:pt x="3493" y="8500"/>
                  </a:lnTo>
                  <a:lnTo>
                    <a:pt x="3518" y="8598"/>
                  </a:lnTo>
                  <a:lnTo>
                    <a:pt x="3542" y="9013"/>
                  </a:lnTo>
                  <a:lnTo>
                    <a:pt x="3518" y="9111"/>
                  </a:lnTo>
                  <a:lnTo>
                    <a:pt x="3518" y="9208"/>
                  </a:lnTo>
                  <a:lnTo>
                    <a:pt x="3469" y="9282"/>
                  </a:lnTo>
                  <a:lnTo>
                    <a:pt x="3371" y="9331"/>
                  </a:lnTo>
                  <a:lnTo>
                    <a:pt x="3273" y="9355"/>
                  </a:lnTo>
                  <a:lnTo>
                    <a:pt x="3176" y="9331"/>
                  </a:lnTo>
                  <a:lnTo>
                    <a:pt x="3102" y="9282"/>
                  </a:lnTo>
                  <a:lnTo>
                    <a:pt x="3054" y="9184"/>
                  </a:lnTo>
                  <a:lnTo>
                    <a:pt x="3029" y="9086"/>
                  </a:lnTo>
                  <a:lnTo>
                    <a:pt x="3054" y="9013"/>
                  </a:lnTo>
                  <a:lnTo>
                    <a:pt x="3029" y="8622"/>
                  </a:lnTo>
                  <a:lnTo>
                    <a:pt x="3054" y="8525"/>
                  </a:lnTo>
                  <a:lnTo>
                    <a:pt x="3102" y="8451"/>
                  </a:lnTo>
                  <a:lnTo>
                    <a:pt x="3176" y="8378"/>
                  </a:lnTo>
                  <a:lnTo>
                    <a:pt x="3249" y="8354"/>
                  </a:lnTo>
                  <a:close/>
                  <a:moveTo>
                    <a:pt x="3249" y="9648"/>
                  </a:moveTo>
                  <a:lnTo>
                    <a:pt x="3347" y="9697"/>
                  </a:lnTo>
                  <a:lnTo>
                    <a:pt x="3420" y="9746"/>
                  </a:lnTo>
                  <a:lnTo>
                    <a:pt x="3469" y="9843"/>
                  </a:lnTo>
                  <a:lnTo>
                    <a:pt x="3469" y="9941"/>
                  </a:lnTo>
                  <a:lnTo>
                    <a:pt x="3347" y="10454"/>
                  </a:lnTo>
                  <a:lnTo>
                    <a:pt x="3322" y="10527"/>
                  </a:lnTo>
                  <a:lnTo>
                    <a:pt x="3273" y="10576"/>
                  </a:lnTo>
                  <a:lnTo>
                    <a:pt x="3200" y="10601"/>
                  </a:lnTo>
                  <a:lnTo>
                    <a:pt x="3127" y="10625"/>
                  </a:lnTo>
                  <a:lnTo>
                    <a:pt x="3054" y="10625"/>
                  </a:lnTo>
                  <a:lnTo>
                    <a:pt x="2956" y="10576"/>
                  </a:lnTo>
                  <a:lnTo>
                    <a:pt x="2907" y="10503"/>
                  </a:lnTo>
                  <a:lnTo>
                    <a:pt x="2883" y="10405"/>
                  </a:lnTo>
                  <a:lnTo>
                    <a:pt x="2883" y="10307"/>
                  </a:lnTo>
                  <a:lnTo>
                    <a:pt x="2980" y="9868"/>
                  </a:lnTo>
                  <a:lnTo>
                    <a:pt x="3005" y="9770"/>
                  </a:lnTo>
                  <a:lnTo>
                    <a:pt x="3078" y="9697"/>
                  </a:lnTo>
                  <a:lnTo>
                    <a:pt x="3151" y="9648"/>
                  </a:lnTo>
                  <a:close/>
                  <a:moveTo>
                    <a:pt x="2858" y="10869"/>
                  </a:moveTo>
                  <a:lnTo>
                    <a:pt x="2931" y="10894"/>
                  </a:lnTo>
                  <a:lnTo>
                    <a:pt x="3005" y="10967"/>
                  </a:lnTo>
                  <a:lnTo>
                    <a:pt x="3054" y="11040"/>
                  </a:lnTo>
                  <a:lnTo>
                    <a:pt x="3078" y="11138"/>
                  </a:lnTo>
                  <a:lnTo>
                    <a:pt x="3029" y="11236"/>
                  </a:lnTo>
                  <a:lnTo>
                    <a:pt x="2907" y="11480"/>
                  </a:lnTo>
                  <a:lnTo>
                    <a:pt x="2736" y="11700"/>
                  </a:lnTo>
                  <a:lnTo>
                    <a:pt x="2663" y="11748"/>
                  </a:lnTo>
                  <a:lnTo>
                    <a:pt x="2565" y="11773"/>
                  </a:lnTo>
                  <a:lnTo>
                    <a:pt x="2467" y="11773"/>
                  </a:lnTo>
                  <a:lnTo>
                    <a:pt x="2394" y="11724"/>
                  </a:lnTo>
                  <a:lnTo>
                    <a:pt x="2345" y="11651"/>
                  </a:lnTo>
                  <a:lnTo>
                    <a:pt x="2321" y="11577"/>
                  </a:lnTo>
                  <a:lnTo>
                    <a:pt x="2321" y="11480"/>
                  </a:lnTo>
                  <a:lnTo>
                    <a:pt x="2370" y="11382"/>
                  </a:lnTo>
                  <a:lnTo>
                    <a:pt x="2492" y="11211"/>
                  </a:lnTo>
                  <a:lnTo>
                    <a:pt x="2614" y="11016"/>
                  </a:lnTo>
                  <a:lnTo>
                    <a:pt x="2663" y="10918"/>
                  </a:lnTo>
                  <a:lnTo>
                    <a:pt x="2760" y="10894"/>
                  </a:lnTo>
                  <a:lnTo>
                    <a:pt x="2858" y="10869"/>
                  </a:lnTo>
                  <a:close/>
                  <a:moveTo>
                    <a:pt x="2028" y="11846"/>
                  </a:moveTo>
                  <a:lnTo>
                    <a:pt x="2101" y="11871"/>
                  </a:lnTo>
                  <a:lnTo>
                    <a:pt x="2174" y="11944"/>
                  </a:lnTo>
                  <a:lnTo>
                    <a:pt x="2223" y="12041"/>
                  </a:lnTo>
                  <a:lnTo>
                    <a:pt x="2223" y="12115"/>
                  </a:lnTo>
                  <a:lnTo>
                    <a:pt x="2174" y="12212"/>
                  </a:lnTo>
                  <a:lnTo>
                    <a:pt x="2125" y="12286"/>
                  </a:lnTo>
                  <a:lnTo>
                    <a:pt x="1881" y="12432"/>
                  </a:lnTo>
                  <a:lnTo>
                    <a:pt x="1661" y="12554"/>
                  </a:lnTo>
                  <a:lnTo>
                    <a:pt x="1539" y="12579"/>
                  </a:lnTo>
                  <a:lnTo>
                    <a:pt x="1490" y="12554"/>
                  </a:lnTo>
                  <a:lnTo>
                    <a:pt x="1417" y="12530"/>
                  </a:lnTo>
                  <a:lnTo>
                    <a:pt x="1368" y="12481"/>
                  </a:lnTo>
                  <a:lnTo>
                    <a:pt x="1319" y="12432"/>
                  </a:lnTo>
                  <a:lnTo>
                    <a:pt x="1295" y="12335"/>
                  </a:lnTo>
                  <a:lnTo>
                    <a:pt x="1319" y="12237"/>
                  </a:lnTo>
                  <a:lnTo>
                    <a:pt x="1368" y="12164"/>
                  </a:lnTo>
                  <a:lnTo>
                    <a:pt x="1442" y="12115"/>
                  </a:lnTo>
                  <a:lnTo>
                    <a:pt x="1637" y="11993"/>
                  </a:lnTo>
                  <a:lnTo>
                    <a:pt x="1832" y="11871"/>
                  </a:lnTo>
                  <a:lnTo>
                    <a:pt x="1930" y="11846"/>
                  </a:lnTo>
                  <a:close/>
                  <a:moveTo>
                    <a:pt x="831" y="12335"/>
                  </a:moveTo>
                  <a:lnTo>
                    <a:pt x="929" y="12383"/>
                  </a:lnTo>
                  <a:lnTo>
                    <a:pt x="1002" y="12432"/>
                  </a:lnTo>
                  <a:lnTo>
                    <a:pt x="1026" y="12530"/>
                  </a:lnTo>
                  <a:lnTo>
                    <a:pt x="1026" y="12628"/>
                  </a:lnTo>
                  <a:lnTo>
                    <a:pt x="1002" y="12701"/>
                  </a:lnTo>
                  <a:lnTo>
                    <a:pt x="929" y="12774"/>
                  </a:lnTo>
                  <a:lnTo>
                    <a:pt x="855" y="12823"/>
                  </a:lnTo>
                  <a:lnTo>
                    <a:pt x="318" y="12896"/>
                  </a:lnTo>
                  <a:lnTo>
                    <a:pt x="294" y="12896"/>
                  </a:lnTo>
                  <a:lnTo>
                    <a:pt x="220" y="12872"/>
                  </a:lnTo>
                  <a:lnTo>
                    <a:pt x="147" y="12823"/>
                  </a:lnTo>
                  <a:lnTo>
                    <a:pt x="74" y="12774"/>
                  </a:lnTo>
                  <a:lnTo>
                    <a:pt x="49" y="12676"/>
                  </a:lnTo>
                  <a:lnTo>
                    <a:pt x="74" y="12579"/>
                  </a:lnTo>
                  <a:lnTo>
                    <a:pt x="123" y="12506"/>
                  </a:lnTo>
                  <a:lnTo>
                    <a:pt x="196" y="12432"/>
                  </a:lnTo>
                  <a:lnTo>
                    <a:pt x="269" y="12408"/>
                  </a:lnTo>
                  <a:lnTo>
                    <a:pt x="733" y="12335"/>
                  </a:lnTo>
                  <a:close/>
                  <a:moveTo>
                    <a:pt x="5691" y="1"/>
                  </a:moveTo>
                  <a:lnTo>
                    <a:pt x="5593" y="50"/>
                  </a:lnTo>
                  <a:lnTo>
                    <a:pt x="1" y="2907"/>
                  </a:lnTo>
                  <a:lnTo>
                    <a:pt x="1" y="16267"/>
                  </a:lnTo>
                  <a:lnTo>
                    <a:pt x="5618" y="13409"/>
                  </a:lnTo>
                  <a:lnTo>
                    <a:pt x="5740" y="13360"/>
                  </a:lnTo>
                  <a:lnTo>
                    <a:pt x="5838" y="13263"/>
                  </a:lnTo>
                  <a:lnTo>
                    <a:pt x="5935" y="13165"/>
                  </a:lnTo>
                  <a:lnTo>
                    <a:pt x="6009" y="13067"/>
                  </a:lnTo>
                  <a:lnTo>
                    <a:pt x="6082" y="12945"/>
                  </a:lnTo>
                  <a:lnTo>
                    <a:pt x="6131" y="12823"/>
                  </a:lnTo>
                  <a:lnTo>
                    <a:pt x="6155" y="12701"/>
                  </a:lnTo>
                  <a:lnTo>
                    <a:pt x="6155" y="12579"/>
                  </a:lnTo>
                  <a:lnTo>
                    <a:pt x="6155" y="343"/>
                  </a:lnTo>
                  <a:lnTo>
                    <a:pt x="6155" y="221"/>
                  </a:lnTo>
                  <a:lnTo>
                    <a:pt x="6106" y="147"/>
                  </a:lnTo>
                  <a:lnTo>
                    <a:pt x="6058" y="74"/>
                  </a:lnTo>
                  <a:lnTo>
                    <a:pt x="5984" y="25"/>
                  </a:lnTo>
                  <a:lnTo>
                    <a:pt x="5911"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3" name="Google Shape;623;p31"/>
          <p:cNvGrpSpPr/>
          <p:nvPr/>
        </p:nvGrpSpPr>
        <p:grpSpPr>
          <a:xfrm>
            <a:off x="3745730" y="362235"/>
            <a:ext cx="335905" cy="397142"/>
            <a:chOff x="4636075" y="261925"/>
            <a:chExt cx="401800" cy="475050"/>
          </a:xfrm>
        </p:grpSpPr>
        <p:sp>
          <p:nvSpPr>
            <p:cNvPr id="624" name="Google Shape;624;p31"/>
            <p:cNvSpPr/>
            <p:nvPr/>
          </p:nvSpPr>
          <p:spPr>
            <a:xfrm>
              <a:off x="4665400" y="326650"/>
              <a:ext cx="372475" cy="97100"/>
            </a:xfrm>
            <a:custGeom>
              <a:rect b="b" l="l" r="r" t="t"/>
              <a:pathLst>
                <a:path extrusionOk="0" h="3884" w="14899">
                  <a:moveTo>
                    <a:pt x="928" y="0"/>
                  </a:moveTo>
                  <a:lnTo>
                    <a:pt x="733" y="25"/>
                  </a:lnTo>
                  <a:lnTo>
                    <a:pt x="562" y="74"/>
                  </a:lnTo>
                  <a:lnTo>
                    <a:pt x="391" y="171"/>
                  </a:lnTo>
                  <a:lnTo>
                    <a:pt x="269" y="269"/>
                  </a:lnTo>
                  <a:lnTo>
                    <a:pt x="147" y="416"/>
                  </a:lnTo>
                  <a:lnTo>
                    <a:pt x="73" y="562"/>
                  </a:lnTo>
                  <a:lnTo>
                    <a:pt x="0" y="733"/>
                  </a:lnTo>
                  <a:lnTo>
                    <a:pt x="0" y="928"/>
                  </a:lnTo>
                  <a:lnTo>
                    <a:pt x="0" y="2956"/>
                  </a:lnTo>
                  <a:lnTo>
                    <a:pt x="0" y="3151"/>
                  </a:lnTo>
                  <a:lnTo>
                    <a:pt x="73" y="3322"/>
                  </a:lnTo>
                  <a:lnTo>
                    <a:pt x="147" y="3468"/>
                  </a:lnTo>
                  <a:lnTo>
                    <a:pt x="269" y="3615"/>
                  </a:lnTo>
                  <a:lnTo>
                    <a:pt x="391" y="3737"/>
                  </a:lnTo>
                  <a:lnTo>
                    <a:pt x="562" y="3810"/>
                  </a:lnTo>
                  <a:lnTo>
                    <a:pt x="733" y="3859"/>
                  </a:lnTo>
                  <a:lnTo>
                    <a:pt x="928" y="3884"/>
                  </a:lnTo>
                  <a:lnTo>
                    <a:pt x="12798" y="3884"/>
                  </a:lnTo>
                  <a:lnTo>
                    <a:pt x="14898" y="1954"/>
                  </a:lnTo>
                  <a:lnTo>
                    <a:pt x="12798"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31"/>
            <p:cNvSpPr/>
            <p:nvPr/>
          </p:nvSpPr>
          <p:spPr>
            <a:xfrm>
              <a:off x="4636075" y="438375"/>
              <a:ext cx="372475" cy="97125"/>
            </a:xfrm>
            <a:custGeom>
              <a:rect b="b" l="l" r="r" t="t"/>
              <a:pathLst>
                <a:path extrusionOk="0" h="3885" w="14899">
                  <a:moveTo>
                    <a:pt x="2101" y="1"/>
                  </a:moveTo>
                  <a:lnTo>
                    <a:pt x="1" y="1930"/>
                  </a:lnTo>
                  <a:lnTo>
                    <a:pt x="2101" y="3884"/>
                  </a:lnTo>
                  <a:lnTo>
                    <a:pt x="13971" y="3884"/>
                  </a:lnTo>
                  <a:lnTo>
                    <a:pt x="14166" y="3860"/>
                  </a:lnTo>
                  <a:lnTo>
                    <a:pt x="14337" y="3811"/>
                  </a:lnTo>
                  <a:lnTo>
                    <a:pt x="14508" y="3713"/>
                  </a:lnTo>
                  <a:lnTo>
                    <a:pt x="14630" y="3615"/>
                  </a:lnTo>
                  <a:lnTo>
                    <a:pt x="14752" y="3469"/>
                  </a:lnTo>
                  <a:lnTo>
                    <a:pt x="14826" y="3322"/>
                  </a:lnTo>
                  <a:lnTo>
                    <a:pt x="14899" y="3151"/>
                  </a:lnTo>
                  <a:lnTo>
                    <a:pt x="14899" y="2956"/>
                  </a:lnTo>
                  <a:lnTo>
                    <a:pt x="14899" y="929"/>
                  </a:lnTo>
                  <a:lnTo>
                    <a:pt x="14899" y="733"/>
                  </a:lnTo>
                  <a:lnTo>
                    <a:pt x="14826" y="563"/>
                  </a:lnTo>
                  <a:lnTo>
                    <a:pt x="14752" y="416"/>
                  </a:lnTo>
                  <a:lnTo>
                    <a:pt x="14630" y="269"/>
                  </a:lnTo>
                  <a:lnTo>
                    <a:pt x="14508" y="147"/>
                  </a:lnTo>
                  <a:lnTo>
                    <a:pt x="14337" y="74"/>
                  </a:lnTo>
                  <a:lnTo>
                    <a:pt x="14166" y="25"/>
                  </a:lnTo>
                  <a:lnTo>
                    <a:pt x="13971"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31"/>
            <p:cNvSpPr/>
            <p:nvPr/>
          </p:nvSpPr>
          <p:spPr>
            <a:xfrm>
              <a:off x="4814975" y="261925"/>
              <a:ext cx="44000" cy="50100"/>
            </a:xfrm>
            <a:custGeom>
              <a:rect b="b" l="l" r="r" t="t"/>
              <a:pathLst>
                <a:path extrusionOk="0" h="2004" w="1760">
                  <a:moveTo>
                    <a:pt x="563" y="1"/>
                  </a:moveTo>
                  <a:lnTo>
                    <a:pt x="465" y="25"/>
                  </a:lnTo>
                  <a:lnTo>
                    <a:pt x="343" y="49"/>
                  </a:lnTo>
                  <a:lnTo>
                    <a:pt x="245" y="98"/>
                  </a:lnTo>
                  <a:lnTo>
                    <a:pt x="172" y="171"/>
                  </a:lnTo>
                  <a:lnTo>
                    <a:pt x="99" y="269"/>
                  </a:lnTo>
                  <a:lnTo>
                    <a:pt x="25" y="367"/>
                  </a:lnTo>
                  <a:lnTo>
                    <a:pt x="1" y="465"/>
                  </a:lnTo>
                  <a:lnTo>
                    <a:pt x="1" y="587"/>
                  </a:lnTo>
                  <a:lnTo>
                    <a:pt x="1" y="2003"/>
                  </a:lnTo>
                  <a:lnTo>
                    <a:pt x="1759" y="2003"/>
                  </a:lnTo>
                  <a:lnTo>
                    <a:pt x="1759" y="587"/>
                  </a:lnTo>
                  <a:lnTo>
                    <a:pt x="1759" y="465"/>
                  </a:lnTo>
                  <a:lnTo>
                    <a:pt x="1735" y="367"/>
                  </a:lnTo>
                  <a:lnTo>
                    <a:pt x="1662" y="269"/>
                  </a:lnTo>
                  <a:lnTo>
                    <a:pt x="1588" y="171"/>
                  </a:lnTo>
                  <a:lnTo>
                    <a:pt x="1515" y="98"/>
                  </a:lnTo>
                  <a:lnTo>
                    <a:pt x="1417" y="49"/>
                  </a:lnTo>
                  <a:lnTo>
                    <a:pt x="1295" y="25"/>
                  </a:lnTo>
                  <a:lnTo>
                    <a:pt x="1198"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1"/>
            <p:cNvSpPr/>
            <p:nvPr/>
          </p:nvSpPr>
          <p:spPr>
            <a:xfrm>
              <a:off x="4814975" y="550125"/>
              <a:ext cx="44000" cy="186850"/>
            </a:xfrm>
            <a:custGeom>
              <a:rect b="b" l="l" r="r" t="t"/>
              <a:pathLst>
                <a:path extrusionOk="0" h="7474" w="1760">
                  <a:moveTo>
                    <a:pt x="1" y="0"/>
                  </a:moveTo>
                  <a:lnTo>
                    <a:pt x="1" y="7474"/>
                  </a:lnTo>
                  <a:lnTo>
                    <a:pt x="1759" y="7474"/>
                  </a:lnTo>
                  <a:lnTo>
                    <a:pt x="1759"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8" name="Google Shape;628;p31"/>
          <p:cNvSpPr/>
          <p:nvPr/>
        </p:nvSpPr>
        <p:spPr>
          <a:xfrm>
            <a:off x="4284931" y="392863"/>
            <a:ext cx="384894" cy="335905"/>
          </a:xfrm>
          <a:custGeom>
            <a:rect b="b" l="l" r="r" t="t"/>
            <a:pathLst>
              <a:path extrusionOk="0" h="16072" w="18416">
                <a:moveTo>
                  <a:pt x="9208" y="1"/>
                </a:moveTo>
                <a:lnTo>
                  <a:pt x="1" y="8866"/>
                </a:lnTo>
                <a:lnTo>
                  <a:pt x="2882" y="8866"/>
                </a:lnTo>
                <a:lnTo>
                  <a:pt x="2882" y="15290"/>
                </a:lnTo>
                <a:lnTo>
                  <a:pt x="2907" y="15461"/>
                </a:lnTo>
                <a:lnTo>
                  <a:pt x="2956" y="15607"/>
                </a:lnTo>
                <a:lnTo>
                  <a:pt x="3029" y="15729"/>
                </a:lnTo>
                <a:lnTo>
                  <a:pt x="3102" y="15851"/>
                </a:lnTo>
                <a:lnTo>
                  <a:pt x="3224" y="15949"/>
                </a:lnTo>
                <a:lnTo>
                  <a:pt x="3371" y="16022"/>
                </a:lnTo>
                <a:lnTo>
                  <a:pt x="3517" y="16071"/>
                </a:lnTo>
                <a:lnTo>
                  <a:pt x="7425" y="16071"/>
                </a:lnTo>
                <a:lnTo>
                  <a:pt x="7425" y="13458"/>
                </a:lnTo>
                <a:lnTo>
                  <a:pt x="7450" y="13165"/>
                </a:lnTo>
                <a:lnTo>
                  <a:pt x="7547" y="12896"/>
                </a:lnTo>
                <a:lnTo>
                  <a:pt x="7669" y="12652"/>
                </a:lnTo>
                <a:lnTo>
                  <a:pt x="7840" y="12457"/>
                </a:lnTo>
                <a:lnTo>
                  <a:pt x="8060" y="12286"/>
                </a:lnTo>
                <a:lnTo>
                  <a:pt x="8280" y="12164"/>
                </a:lnTo>
                <a:lnTo>
                  <a:pt x="8549" y="12066"/>
                </a:lnTo>
                <a:lnTo>
                  <a:pt x="8842" y="12041"/>
                </a:lnTo>
                <a:lnTo>
                  <a:pt x="9574" y="12041"/>
                </a:lnTo>
                <a:lnTo>
                  <a:pt x="9867" y="12066"/>
                </a:lnTo>
                <a:lnTo>
                  <a:pt x="10136" y="12164"/>
                </a:lnTo>
                <a:lnTo>
                  <a:pt x="10356" y="12286"/>
                </a:lnTo>
                <a:lnTo>
                  <a:pt x="10576" y="12457"/>
                </a:lnTo>
                <a:lnTo>
                  <a:pt x="10747" y="12652"/>
                </a:lnTo>
                <a:lnTo>
                  <a:pt x="10869" y="12896"/>
                </a:lnTo>
                <a:lnTo>
                  <a:pt x="10967" y="13165"/>
                </a:lnTo>
                <a:lnTo>
                  <a:pt x="10991" y="13458"/>
                </a:lnTo>
                <a:lnTo>
                  <a:pt x="10991" y="16071"/>
                </a:lnTo>
                <a:lnTo>
                  <a:pt x="14899" y="16071"/>
                </a:lnTo>
                <a:lnTo>
                  <a:pt x="15045" y="16022"/>
                </a:lnTo>
                <a:lnTo>
                  <a:pt x="15192" y="15949"/>
                </a:lnTo>
                <a:lnTo>
                  <a:pt x="15314" y="15851"/>
                </a:lnTo>
                <a:lnTo>
                  <a:pt x="15387" y="15729"/>
                </a:lnTo>
                <a:lnTo>
                  <a:pt x="15460" y="15607"/>
                </a:lnTo>
                <a:lnTo>
                  <a:pt x="15509" y="15461"/>
                </a:lnTo>
                <a:lnTo>
                  <a:pt x="15534" y="15290"/>
                </a:lnTo>
                <a:lnTo>
                  <a:pt x="15534" y="8866"/>
                </a:lnTo>
                <a:lnTo>
                  <a:pt x="18416" y="8866"/>
                </a:lnTo>
                <a:lnTo>
                  <a:pt x="9208"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9" name="Google Shape;629;p31"/>
          <p:cNvGrpSpPr/>
          <p:nvPr/>
        </p:nvGrpSpPr>
        <p:grpSpPr>
          <a:xfrm>
            <a:off x="4872282" y="395424"/>
            <a:ext cx="336908" cy="330262"/>
            <a:chOff x="5983625" y="301625"/>
            <a:chExt cx="403000" cy="395050"/>
          </a:xfrm>
        </p:grpSpPr>
        <p:sp>
          <p:nvSpPr>
            <p:cNvPr id="630" name="Google Shape;630;p31"/>
            <p:cNvSpPr/>
            <p:nvPr/>
          </p:nvSpPr>
          <p:spPr>
            <a:xfrm>
              <a:off x="5983625" y="319925"/>
              <a:ext cx="403000" cy="67200"/>
            </a:xfrm>
            <a:custGeom>
              <a:rect b="b" l="l" r="r" t="t"/>
              <a:pathLst>
                <a:path extrusionOk="0" h="2688" w="16120">
                  <a:moveTo>
                    <a:pt x="3102" y="416"/>
                  </a:moveTo>
                  <a:lnTo>
                    <a:pt x="3273" y="465"/>
                  </a:lnTo>
                  <a:lnTo>
                    <a:pt x="3444" y="562"/>
                  </a:lnTo>
                  <a:lnTo>
                    <a:pt x="3566" y="660"/>
                  </a:lnTo>
                  <a:lnTo>
                    <a:pt x="3688" y="807"/>
                  </a:lnTo>
                  <a:lnTo>
                    <a:pt x="3762" y="953"/>
                  </a:lnTo>
                  <a:lnTo>
                    <a:pt x="3810" y="1124"/>
                  </a:lnTo>
                  <a:lnTo>
                    <a:pt x="3835" y="1320"/>
                  </a:lnTo>
                  <a:lnTo>
                    <a:pt x="3810" y="1491"/>
                  </a:lnTo>
                  <a:lnTo>
                    <a:pt x="3762" y="1661"/>
                  </a:lnTo>
                  <a:lnTo>
                    <a:pt x="3688" y="1808"/>
                  </a:lnTo>
                  <a:lnTo>
                    <a:pt x="3566" y="1955"/>
                  </a:lnTo>
                  <a:lnTo>
                    <a:pt x="3444" y="2052"/>
                  </a:lnTo>
                  <a:lnTo>
                    <a:pt x="3273" y="2150"/>
                  </a:lnTo>
                  <a:lnTo>
                    <a:pt x="3102" y="2199"/>
                  </a:lnTo>
                  <a:lnTo>
                    <a:pt x="2931" y="2223"/>
                  </a:lnTo>
                  <a:lnTo>
                    <a:pt x="2760" y="2199"/>
                  </a:lnTo>
                  <a:lnTo>
                    <a:pt x="2589" y="2150"/>
                  </a:lnTo>
                  <a:lnTo>
                    <a:pt x="2418" y="2052"/>
                  </a:lnTo>
                  <a:lnTo>
                    <a:pt x="2296" y="1955"/>
                  </a:lnTo>
                  <a:lnTo>
                    <a:pt x="2174" y="1808"/>
                  </a:lnTo>
                  <a:lnTo>
                    <a:pt x="2101" y="1661"/>
                  </a:lnTo>
                  <a:lnTo>
                    <a:pt x="2052" y="1491"/>
                  </a:lnTo>
                  <a:lnTo>
                    <a:pt x="2028" y="1320"/>
                  </a:lnTo>
                  <a:lnTo>
                    <a:pt x="2052" y="1124"/>
                  </a:lnTo>
                  <a:lnTo>
                    <a:pt x="2101" y="953"/>
                  </a:lnTo>
                  <a:lnTo>
                    <a:pt x="2174" y="807"/>
                  </a:lnTo>
                  <a:lnTo>
                    <a:pt x="2296" y="660"/>
                  </a:lnTo>
                  <a:lnTo>
                    <a:pt x="2418" y="562"/>
                  </a:lnTo>
                  <a:lnTo>
                    <a:pt x="2589" y="465"/>
                  </a:lnTo>
                  <a:lnTo>
                    <a:pt x="2760" y="416"/>
                  </a:lnTo>
                  <a:close/>
                  <a:moveTo>
                    <a:pt x="13360" y="416"/>
                  </a:moveTo>
                  <a:lnTo>
                    <a:pt x="13531" y="465"/>
                  </a:lnTo>
                  <a:lnTo>
                    <a:pt x="13702" y="562"/>
                  </a:lnTo>
                  <a:lnTo>
                    <a:pt x="13824" y="660"/>
                  </a:lnTo>
                  <a:lnTo>
                    <a:pt x="13946" y="807"/>
                  </a:lnTo>
                  <a:lnTo>
                    <a:pt x="14019" y="953"/>
                  </a:lnTo>
                  <a:lnTo>
                    <a:pt x="14068" y="1124"/>
                  </a:lnTo>
                  <a:lnTo>
                    <a:pt x="14093" y="1320"/>
                  </a:lnTo>
                  <a:lnTo>
                    <a:pt x="14068" y="1491"/>
                  </a:lnTo>
                  <a:lnTo>
                    <a:pt x="14019" y="1661"/>
                  </a:lnTo>
                  <a:lnTo>
                    <a:pt x="13946" y="1808"/>
                  </a:lnTo>
                  <a:lnTo>
                    <a:pt x="13824" y="1955"/>
                  </a:lnTo>
                  <a:lnTo>
                    <a:pt x="13702" y="2052"/>
                  </a:lnTo>
                  <a:lnTo>
                    <a:pt x="13531" y="2150"/>
                  </a:lnTo>
                  <a:lnTo>
                    <a:pt x="13360" y="2199"/>
                  </a:lnTo>
                  <a:lnTo>
                    <a:pt x="13189" y="2223"/>
                  </a:lnTo>
                  <a:lnTo>
                    <a:pt x="13018" y="2199"/>
                  </a:lnTo>
                  <a:lnTo>
                    <a:pt x="12847" y="2150"/>
                  </a:lnTo>
                  <a:lnTo>
                    <a:pt x="12676" y="2052"/>
                  </a:lnTo>
                  <a:lnTo>
                    <a:pt x="12554" y="1955"/>
                  </a:lnTo>
                  <a:lnTo>
                    <a:pt x="12432" y="1808"/>
                  </a:lnTo>
                  <a:lnTo>
                    <a:pt x="12359" y="1661"/>
                  </a:lnTo>
                  <a:lnTo>
                    <a:pt x="12310" y="1491"/>
                  </a:lnTo>
                  <a:lnTo>
                    <a:pt x="12285" y="1320"/>
                  </a:lnTo>
                  <a:lnTo>
                    <a:pt x="12310" y="1124"/>
                  </a:lnTo>
                  <a:lnTo>
                    <a:pt x="12359" y="953"/>
                  </a:lnTo>
                  <a:lnTo>
                    <a:pt x="12432" y="807"/>
                  </a:lnTo>
                  <a:lnTo>
                    <a:pt x="12554" y="660"/>
                  </a:lnTo>
                  <a:lnTo>
                    <a:pt x="12676" y="562"/>
                  </a:lnTo>
                  <a:lnTo>
                    <a:pt x="12847" y="465"/>
                  </a:lnTo>
                  <a:lnTo>
                    <a:pt x="13018" y="416"/>
                  </a:lnTo>
                  <a:close/>
                  <a:moveTo>
                    <a:pt x="0" y="1"/>
                  </a:moveTo>
                  <a:lnTo>
                    <a:pt x="0" y="2687"/>
                  </a:lnTo>
                  <a:lnTo>
                    <a:pt x="16120" y="2687"/>
                  </a:lnTo>
                  <a:lnTo>
                    <a:pt x="16120"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31"/>
            <p:cNvSpPr/>
            <p:nvPr/>
          </p:nvSpPr>
          <p:spPr>
            <a:xfrm>
              <a:off x="5983625" y="664900"/>
              <a:ext cx="403000" cy="31775"/>
            </a:xfrm>
            <a:custGeom>
              <a:rect b="b" l="l" r="r" t="t"/>
              <a:pathLst>
                <a:path extrusionOk="0" h="1271" w="16120">
                  <a:moveTo>
                    <a:pt x="0" y="1"/>
                  </a:moveTo>
                  <a:lnTo>
                    <a:pt x="0" y="489"/>
                  </a:lnTo>
                  <a:lnTo>
                    <a:pt x="25" y="660"/>
                  </a:lnTo>
                  <a:lnTo>
                    <a:pt x="74" y="807"/>
                  </a:lnTo>
                  <a:lnTo>
                    <a:pt x="147" y="929"/>
                  </a:lnTo>
                  <a:lnTo>
                    <a:pt x="220" y="1051"/>
                  </a:lnTo>
                  <a:lnTo>
                    <a:pt x="342" y="1149"/>
                  </a:lnTo>
                  <a:lnTo>
                    <a:pt x="489" y="1222"/>
                  </a:lnTo>
                  <a:lnTo>
                    <a:pt x="635" y="1271"/>
                  </a:lnTo>
                  <a:lnTo>
                    <a:pt x="15485" y="1271"/>
                  </a:lnTo>
                  <a:lnTo>
                    <a:pt x="15631" y="1222"/>
                  </a:lnTo>
                  <a:lnTo>
                    <a:pt x="15778" y="1149"/>
                  </a:lnTo>
                  <a:lnTo>
                    <a:pt x="15900" y="1051"/>
                  </a:lnTo>
                  <a:lnTo>
                    <a:pt x="15973" y="929"/>
                  </a:lnTo>
                  <a:lnTo>
                    <a:pt x="16046" y="807"/>
                  </a:lnTo>
                  <a:lnTo>
                    <a:pt x="16095" y="660"/>
                  </a:lnTo>
                  <a:lnTo>
                    <a:pt x="16120" y="489"/>
                  </a:lnTo>
                  <a:lnTo>
                    <a:pt x="16120" y="1"/>
                  </a:lnTo>
                  <a:lnTo>
                    <a:pt x="16095" y="172"/>
                  </a:lnTo>
                  <a:lnTo>
                    <a:pt x="16046" y="318"/>
                  </a:lnTo>
                  <a:lnTo>
                    <a:pt x="15973" y="440"/>
                  </a:lnTo>
                  <a:lnTo>
                    <a:pt x="15900" y="562"/>
                  </a:lnTo>
                  <a:lnTo>
                    <a:pt x="15778" y="660"/>
                  </a:lnTo>
                  <a:lnTo>
                    <a:pt x="15631" y="733"/>
                  </a:lnTo>
                  <a:lnTo>
                    <a:pt x="15485" y="782"/>
                  </a:lnTo>
                  <a:lnTo>
                    <a:pt x="635" y="782"/>
                  </a:lnTo>
                  <a:lnTo>
                    <a:pt x="489" y="733"/>
                  </a:lnTo>
                  <a:lnTo>
                    <a:pt x="342" y="660"/>
                  </a:lnTo>
                  <a:lnTo>
                    <a:pt x="220" y="562"/>
                  </a:lnTo>
                  <a:lnTo>
                    <a:pt x="147" y="440"/>
                  </a:lnTo>
                  <a:lnTo>
                    <a:pt x="74" y="318"/>
                  </a:lnTo>
                  <a:lnTo>
                    <a:pt x="25" y="172"/>
                  </a:lnTo>
                  <a:lnTo>
                    <a:pt x="0"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31"/>
            <p:cNvSpPr/>
            <p:nvPr/>
          </p:nvSpPr>
          <p:spPr>
            <a:xfrm>
              <a:off x="6041025" y="301625"/>
              <a:ext cx="29325" cy="63500"/>
            </a:xfrm>
            <a:custGeom>
              <a:rect b="b" l="l" r="r" t="t"/>
              <a:pathLst>
                <a:path extrusionOk="0" h="2540" w="1173">
                  <a:moveTo>
                    <a:pt x="391" y="0"/>
                  </a:moveTo>
                  <a:lnTo>
                    <a:pt x="293" y="49"/>
                  </a:lnTo>
                  <a:lnTo>
                    <a:pt x="220" y="73"/>
                  </a:lnTo>
                  <a:lnTo>
                    <a:pt x="147" y="147"/>
                  </a:lnTo>
                  <a:lnTo>
                    <a:pt x="74" y="220"/>
                  </a:lnTo>
                  <a:lnTo>
                    <a:pt x="49" y="293"/>
                  </a:lnTo>
                  <a:lnTo>
                    <a:pt x="0" y="391"/>
                  </a:lnTo>
                  <a:lnTo>
                    <a:pt x="0" y="488"/>
                  </a:lnTo>
                  <a:lnTo>
                    <a:pt x="0" y="2052"/>
                  </a:lnTo>
                  <a:lnTo>
                    <a:pt x="0" y="2149"/>
                  </a:lnTo>
                  <a:lnTo>
                    <a:pt x="49" y="2247"/>
                  </a:lnTo>
                  <a:lnTo>
                    <a:pt x="74" y="2320"/>
                  </a:lnTo>
                  <a:lnTo>
                    <a:pt x="147" y="2393"/>
                  </a:lnTo>
                  <a:lnTo>
                    <a:pt x="220" y="2467"/>
                  </a:lnTo>
                  <a:lnTo>
                    <a:pt x="293" y="2491"/>
                  </a:lnTo>
                  <a:lnTo>
                    <a:pt x="391" y="2540"/>
                  </a:lnTo>
                  <a:lnTo>
                    <a:pt x="782" y="2540"/>
                  </a:lnTo>
                  <a:lnTo>
                    <a:pt x="879" y="2491"/>
                  </a:lnTo>
                  <a:lnTo>
                    <a:pt x="953" y="2467"/>
                  </a:lnTo>
                  <a:lnTo>
                    <a:pt x="1026" y="2393"/>
                  </a:lnTo>
                  <a:lnTo>
                    <a:pt x="1099" y="2320"/>
                  </a:lnTo>
                  <a:lnTo>
                    <a:pt x="1124" y="2247"/>
                  </a:lnTo>
                  <a:lnTo>
                    <a:pt x="1173" y="2149"/>
                  </a:lnTo>
                  <a:lnTo>
                    <a:pt x="1173" y="2052"/>
                  </a:lnTo>
                  <a:lnTo>
                    <a:pt x="1173" y="488"/>
                  </a:lnTo>
                  <a:lnTo>
                    <a:pt x="1173" y="391"/>
                  </a:lnTo>
                  <a:lnTo>
                    <a:pt x="1124" y="293"/>
                  </a:lnTo>
                  <a:lnTo>
                    <a:pt x="1099" y="220"/>
                  </a:lnTo>
                  <a:lnTo>
                    <a:pt x="1026" y="147"/>
                  </a:lnTo>
                  <a:lnTo>
                    <a:pt x="953" y="73"/>
                  </a:lnTo>
                  <a:lnTo>
                    <a:pt x="879" y="49"/>
                  </a:lnTo>
                  <a:lnTo>
                    <a:pt x="782"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1"/>
            <p:cNvSpPr/>
            <p:nvPr/>
          </p:nvSpPr>
          <p:spPr>
            <a:xfrm>
              <a:off x="6297450" y="301625"/>
              <a:ext cx="29350" cy="63500"/>
            </a:xfrm>
            <a:custGeom>
              <a:rect b="b" l="l" r="r" t="t"/>
              <a:pathLst>
                <a:path extrusionOk="0" h="2540" w="1174">
                  <a:moveTo>
                    <a:pt x="392" y="0"/>
                  </a:moveTo>
                  <a:lnTo>
                    <a:pt x="294" y="49"/>
                  </a:lnTo>
                  <a:lnTo>
                    <a:pt x="221" y="73"/>
                  </a:lnTo>
                  <a:lnTo>
                    <a:pt x="147" y="147"/>
                  </a:lnTo>
                  <a:lnTo>
                    <a:pt x="74" y="220"/>
                  </a:lnTo>
                  <a:lnTo>
                    <a:pt x="50" y="293"/>
                  </a:lnTo>
                  <a:lnTo>
                    <a:pt x="1" y="391"/>
                  </a:lnTo>
                  <a:lnTo>
                    <a:pt x="1" y="488"/>
                  </a:lnTo>
                  <a:lnTo>
                    <a:pt x="1" y="2052"/>
                  </a:lnTo>
                  <a:lnTo>
                    <a:pt x="1" y="2149"/>
                  </a:lnTo>
                  <a:lnTo>
                    <a:pt x="50" y="2247"/>
                  </a:lnTo>
                  <a:lnTo>
                    <a:pt x="74" y="2320"/>
                  </a:lnTo>
                  <a:lnTo>
                    <a:pt x="147" y="2393"/>
                  </a:lnTo>
                  <a:lnTo>
                    <a:pt x="221" y="2467"/>
                  </a:lnTo>
                  <a:lnTo>
                    <a:pt x="294" y="2491"/>
                  </a:lnTo>
                  <a:lnTo>
                    <a:pt x="392" y="2540"/>
                  </a:lnTo>
                  <a:lnTo>
                    <a:pt x="782" y="2540"/>
                  </a:lnTo>
                  <a:lnTo>
                    <a:pt x="880" y="2491"/>
                  </a:lnTo>
                  <a:lnTo>
                    <a:pt x="953" y="2467"/>
                  </a:lnTo>
                  <a:lnTo>
                    <a:pt x="1027" y="2393"/>
                  </a:lnTo>
                  <a:lnTo>
                    <a:pt x="1100" y="2320"/>
                  </a:lnTo>
                  <a:lnTo>
                    <a:pt x="1124" y="2247"/>
                  </a:lnTo>
                  <a:lnTo>
                    <a:pt x="1173" y="2149"/>
                  </a:lnTo>
                  <a:lnTo>
                    <a:pt x="1173" y="2052"/>
                  </a:lnTo>
                  <a:lnTo>
                    <a:pt x="1173" y="488"/>
                  </a:lnTo>
                  <a:lnTo>
                    <a:pt x="1173" y="391"/>
                  </a:lnTo>
                  <a:lnTo>
                    <a:pt x="1124" y="293"/>
                  </a:lnTo>
                  <a:lnTo>
                    <a:pt x="1100" y="220"/>
                  </a:lnTo>
                  <a:lnTo>
                    <a:pt x="1027" y="147"/>
                  </a:lnTo>
                  <a:lnTo>
                    <a:pt x="953" y="73"/>
                  </a:lnTo>
                  <a:lnTo>
                    <a:pt x="880" y="49"/>
                  </a:lnTo>
                  <a:lnTo>
                    <a:pt x="782"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31"/>
            <p:cNvSpPr/>
            <p:nvPr/>
          </p:nvSpPr>
          <p:spPr>
            <a:xfrm>
              <a:off x="6097200" y="509200"/>
              <a:ext cx="50700" cy="53775"/>
            </a:xfrm>
            <a:custGeom>
              <a:rect b="b" l="l" r="r" t="t"/>
              <a:pathLst>
                <a:path extrusionOk="0" h="2151" w="2028">
                  <a:moveTo>
                    <a:pt x="0" y="1"/>
                  </a:moveTo>
                  <a:lnTo>
                    <a:pt x="0" y="2150"/>
                  </a:lnTo>
                  <a:lnTo>
                    <a:pt x="2027" y="2150"/>
                  </a:lnTo>
                  <a:lnTo>
                    <a:pt x="2027"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31"/>
            <p:cNvSpPr/>
            <p:nvPr/>
          </p:nvSpPr>
          <p:spPr>
            <a:xfrm>
              <a:off x="6097200" y="448150"/>
              <a:ext cx="50700" cy="48875"/>
            </a:xfrm>
            <a:custGeom>
              <a:rect b="b" l="l" r="r" t="t"/>
              <a:pathLst>
                <a:path extrusionOk="0" h="1955" w="2028">
                  <a:moveTo>
                    <a:pt x="0" y="1"/>
                  </a:moveTo>
                  <a:lnTo>
                    <a:pt x="0" y="1954"/>
                  </a:lnTo>
                  <a:lnTo>
                    <a:pt x="2027" y="1954"/>
                  </a:lnTo>
                  <a:lnTo>
                    <a:pt x="2027"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31"/>
            <p:cNvSpPr/>
            <p:nvPr/>
          </p:nvSpPr>
          <p:spPr>
            <a:xfrm>
              <a:off x="6097200" y="575150"/>
              <a:ext cx="50700" cy="48875"/>
            </a:xfrm>
            <a:custGeom>
              <a:rect b="b" l="l" r="r" t="t"/>
              <a:pathLst>
                <a:path extrusionOk="0" h="1955" w="2028">
                  <a:moveTo>
                    <a:pt x="0" y="1"/>
                  </a:moveTo>
                  <a:lnTo>
                    <a:pt x="0" y="1954"/>
                  </a:lnTo>
                  <a:lnTo>
                    <a:pt x="2027" y="1954"/>
                  </a:lnTo>
                  <a:lnTo>
                    <a:pt x="2027"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1"/>
            <p:cNvSpPr/>
            <p:nvPr/>
          </p:nvSpPr>
          <p:spPr>
            <a:xfrm>
              <a:off x="6160075" y="575150"/>
              <a:ext cx="50100" cy="48875"/>
            </a:xfrm>
            <a:custGeom>
              <a:rect b="b" l="l" r="r" t="t"/>
              <a:pathLst>
                <a:path extrusionOk="0" h="1955" w="2004">
                  <a:moveTo>
                    <a:pt x="1" y="1"/>
                  </a:moveTo>
                  <a:lnTo>
                    <a:pt x="1" y="1954"/>
                  </a:lnTo>
                  <a:lnTo>
                    <a:pt x="2003" y="1954"/>
                  </a:lnTo>
                  <a:lnTo>
                    <a:pt x="2003"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1"/>
            <p:cNvSpPr/>
            <p:nvPr/>
          </p:nvSpPr>
          <p:spPr>
            <a:xfrm>
              <a:off x="6034300" y="509200"/>
              <a:ext cx="50700" cy="53775"/>
            </a:xfrm>
            <a:custGeom>
              <a:rect b="b" l="l" r="r" t="t"/>
              <a:pathLst>
                <a:path extrusionOk="0" h="2151" w="2028">
                  <a:moveTo>
                    <a:pt x="1" y="1"/>
                  </a:moveTo>
                  <a:lnTo>
                    <a:pt x="1" y="2150"/>
                  </a:lnTo>
                  <a:lnTo>
                    <a:pt x="2028" y="2150"/>
                  </a:lnTo>
                  <a:lnTo>
                    <a:pt x="2028"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31"/>
            <p:cNvSpPr/>
            <p:nvPr/>
          </p:nvSpPr>
          <p:spPr>
            <a:xfrm>
              <a:off x="6034300" y="575150"/>
              <a:ext cx="50700" cy="48875"/>
            </a:xfrm>
            <a:custGeom>
              <a:rect b="b" l="l" r="r" t="t"/>
              <a:pathLst>
                <a:path extrusionOk="0" h="1955" w="2028">
                  <a:moveTo>
                    <a:pt x="1" y="1"/>
                  </a:moveTo>
                  <a:lnTo>
                    <a:pt x="1" y="1954"/>
                  </a:lnTo>
                  <a:lnTo>
                    <a:pt x="2028" y="1954"/>
                  </a:lnTo>
                  <a:lnTo>
                    <a:pt x="2028"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31"/>
            <p:cNvSpPr/>
            <p:nvPr/>
          </p:nvSpPr>
          <p:spPr>
            <a:xfrm>
              <a:off x="6034300" y="448150"/>
              <a:ext cx="50700" cy="48875"/>
            </a:xfrm>
            <a:custGeom>
              <a:rect b="b" l="l" r="r" t="t"/>
              <a:pathLst>
                <a:path extrusionOk="0" h="1955" w="2028">
                  <a:moveTo>
                    <a:pt x="1" y="1"/>
                  </a:moveTo>
                  <a:lnTo>
                    <a:pt x="1" y="1954"/>
                  </a:lnTo>
                  <a:lnTo>
                    <a:pt x="2028" y="1954"/>
                  </a:lnTo>
                  <a:lnTo>
                    <a:pt x="2028"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31"/>
            <p:cNvSpPr/>
            <p:nvPr/>
          </p:nvSpPr>
          <p:spPr>
            <a:xfrm>
              <a:off x="6160075" y="509200"/>
              <a:ext cx="50100" cy="53775"/>
            </a:xfrm>
            <a:custGeom>
              <a:rect b="b" l="l" r="r" t="t"/>
              <a:pathLst>
                <a:path extrusionOk="0" h="2151" w="2004">
                  <a:moveTo>
                    <a:pt x="1" y="1"/>
                  </a:moveTo>
                  <a:lnTo>
                    <a:pt x="1" y="2150"/>
                  </a:lnTo>
                  <a:lnTo>
                    <a:pt x="2003" y="2150"/>
                  </a:lnTo>
                  <a:lnTo>
                    <a:pt x="2003"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31"/>
            <p:cNvSpPr/>
            <p:nvPr/>
          </p:nvSpPr>
          <p:spPr>
            <a:xfrm>
              <a:off x="5983625" y="399300"/>
              <a:ext cx="403000" cy="272950"/>
            </a:xfrm>
            <a:custGeom>
              <a:rect b="b" l="l" r="r" t="t"/>
              <a:pathLst>
                <a:path extrusionOk="0" h="10918" w="16120">
                  <a:moveTo>
                    <a:pt x="14434" y="1466"/>
                  </a:moveTo>
                  <a:lnTo>
                    <a:pt x="14508" y="1515"/>
                  </a:lnTo>
                  <a:lnTo>
                    <a:pt x="14557" y="1613"/>
                  </a:lnTo>
                  <a:lnTo>
                    <a:pt x="14581" y="1710"/>
                  </a:lnTo>
                  <a:lnTo>
                    <a:pt x="14581" y="9233"/>
                  </a:lnTo>
                  <a:lnTo>
                    <a:pt x="14557" y="9330"/>
                  </a:lnTo>
                  <a:lnTo>
                    <a:pt x="14508" y="9404"/>
                  </a:lnTo>
                  <a:lnTo>
                    <a:pt x="14434" y="9452"/>
                  </a:lnTo>
                  <a:lnTo>
                    <a:pt x="14337" y="9477"/>
                  </a:lnTo>
                  <a:lnTo>
                    <a:pt x="1783" y="9477"/>
                  </a:lnTo>
                  <a:lnTo>
                    <a:pt x="1686" y="9452"/>
                  </a:lnTo>
                  <a:lnTo>
                    <a:pt x="1612" y="9404"/>
                  </a:lnTo>
                  <a:lnTo>
                    <a:pt x="1564" y="9330"/>
                  </a:lnTo>
                  <a:lnTo>
                    <a:pt x="1539" y="9233"/>
                  </a:lnTo>
                  <a:lnTo>
                    <a:pt x="1539" y="1710"/>
                  </a:lnTo>
                  <a:lnTo>
                    <a:pt x="1564" y="1613"/>
                  </a:lnTo>
                  <a:lnTo>
                    <a:pt x="1612" y="1515"/>
                  </a:lnTo>
                  <a:lnTo>
                    <a:pt x="1686" y="1466"/>
                  </a:lnTo>
                  <a:close/>
                  <a:moveTo>
                    <a:pt x="0" y="1"/>
                  </a:moveTo>
                  <a:lnTo>
                    <a:pt x="0" y="10332"/>
                  </a:lnTo>
                  <a:lnTo>
                    <a:pt x="25" y="10429"/>
                  </a:lnTo>
                  <a:lnTo>
                    <a:pt x="74" y="10527"/>
                  </a:lnTo>
                  <a:lnTo>
                    <a:pt x="147" y="10625"/>
                  </a:lnTo>
                  <a:lnTo>
                    <a:pt x="220" y="10722"/>
                  </a:lnTo>
                  <a:lnTo>
                    <a:pt x="342" y="10796"/>
                  </a:lnTo>
                  <a:lnTo>
                    <a:pt x="489" y="10869"/>
                  </a:lnTo>
                  <a:lnTo>
                    <a:pt x="635" y="10918"/>
                  </a:lnTo>
                  <a:lnTo>
                    <a:pt x="15485" y="10918"/>
                  </a:lnTo>
                  <a:lnTo>
                    <a:pt x="15631" y="10869"/>
                  </a:lnTo>
                  <a:lnTo>
                    <a:pt x="15778" y="10796"/>
                  </a:lnTo>
                  <a:lnTo>
                    <a:pt x="15900" y="10698"/>
                  </a:lnTo>
                  <a:lnTo>
                    <a:pt x="15973" y="10576"/>
                  </a:lnTo>
                  <a:lnTo>
                    <a:pt x="16046" y="10454"/>
                  </a:lnTo>
                  <a:lnTo>
                    <a:pt x="16095" y="10307"/>
                  </a:lnTo>
                  <a:lnTo>
                    <a:pt x="16120" y="10136"/>
                  </a:lnTo>
                  <a:lnTo>
                    <a:pt x="16120"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31"/>
            <p:cNvSpPr/>
            <p:nvPr/>
          </p:nvSpPr>
          <p:spPr>
            <a:xfrm>
              <a:off x="6285250" y="575150"/>
              <a:ext cx="50700" cy="48875"/>
            </a:xfrm>
            <a:custGeom>
              <a:rect b="b" l="l" r="r" t="t"/>
              <a:pathLst>
                <a:path extrusionOk="0" h="1955" w="2028">
                  <a:moveTo>
                    <a:pt x="0" y="1"/>
                  </a:moveTo>
                  <a:lnTo>
                    <a:pt x="0" y="1954"/>
                  </a:lnTo>
                  <a:lnTo>
                    <a:pt x="2028" y="1954"/>
                  </a:lnTo>
                  <a:lnTo>
                    <a:pt x="2028"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1"/>
            <p:cNvSpPr/>
            <p:nvPr/>
          </p:nvSpPr>
          <p:spPr>
            <a:xfrm>
              <a:off x="6285250" y="509200"/>
              <a:ext cx="50700" cy="53775"/>
            </a:xfrm>
            <a:custGeom>
              <a:rect b="b" l="l" r="r" t="t"/>
              <a:pathLst>
                <a:path extrusionOk="0" h="2151" w="2028">
                  <a:moveTo>
                    <a:pt x="0" y="1"/>
                  </a:moveTo>
                  <a:lnTo>
                    <a:pt x="0" y="2150"/>
                  </a:lnTo>
                  <a:lnTo>
                    <a:pt x="2028" y="2150"/>
                  </a:lnTo>
                  <a:lnTo>
                    <a:pt x="2028"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1"/>
            <p:cNvSpPr/>
            <p:nvPr/>
          </p:nvSpPr>
          <p:spPr>
            <a:xfrm>
              <a:off x="6285250" y="448150"/>
              <a:ext cx="50700" cy="48875"/>
            </a:xfrm>
            <a:custGeom>
              <a:rect b="b" l="l" r="r" t="t"/>
              <a:pathLst>
                <a:path extrusionOk="0" h="1955" w="2028">
                  <a:moveTo>
                    <a:pt x="0" y="1"/>
                  </a:moveTo>
                  <a:lnTo>
                    <a:pt x="0" y="1954"/>
                  </a:lnTo>
                  <a:lnTo>
                    <a:pt x="2028" y="1954"/>
                  </a:lnTo>
                  <a:lnTo>
                    <a:pt x="2028"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1"/>
            <p:cNvSpPr/>
            <p:nvPr/>
          </p:nvSpPr>
          <p:spPr>
            <a:xfrm>
              <a:off x="6222350" y="575150"/>
              <a:ext cx="50700" cy="48875"/>
            </a:xfrm>
            <a:custGeom>
              <a:rect b="b" l="l" r="r" t="t"/>
              <a:pathLst>
                <a:path extrusionOk="0" h="1955" w="2028">
                  <a:moveTo>
                    <a:pt x="1" y="1"/>
                  </a:moveTo>
                  <a:lnTo>
                    <a:pt x="1" y="1954"/>
                  </a:lnTo>
                  <a:lnTo>
                    <a:pt x="2028" y="1954"/>
                  </a:lnTo>
                  <a:lnTo>
                    <a:pt x="2028"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1"/>
            <p:cNvSpPr/>
            <p:nvPr/>
          </p:nvSpPr>
          <p:spPr>
            <a:xfrm>
              <a:off x="6160075" y="448150"/>
              <a:ext cx="50100" cy="48875"/>
            </a:xfrm>
            <a:custGeom>
              <a:rect b="b" l="l" r="r" t="t"/>
              <a:pathLst>
                <a:path extrusionOk="0" h="1955" w="2004">
                  <a:moveTo>
                    <a:pt x="1" y="1"/>
                  </a:moveTo>
                  <a:lnTo>
                    <a:pt x="1" y="1954"/>
                  </a:lnTo>
                  <a:lnTo>
                    <a:pt x="2003" y="1954"/>
                  </a:lnTo>
                  <a:lnTo>
                    <a:pt x="2003"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1"/>
            <p:cNvSpPr/>
            <p:nvPr/>
          </p:nvSpPr>
          <p:spPr>
            <a:xfrm>
              <a:off x="6222350" y="509200"/>
              <a:ext cx="50700" cy="53775"/>
            </a:xfrm>
            <a:custGeom>
              <a:rect b="b" l="l" r="r" t="t"/>
              <a:pathLst>
                <a:path extrusionOk="0" h="2151" w="2028">
                  <a:moveTo>
                    <a:pt x="1" y="1"/>
                  </a:moveTo>
                  <a:lnTo>
                    <a:pt x="1" y="2150"/>
                  </a:lnTo>
                  <a:lnTo>
                    <a:pt x="2028" y="2150"/>
                  </a:lnTo>
                  <a:lnTo>
                    <a:pt x="2028"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1"/>
            <p:cNvSpPr/>
            <p:nvPr/>
          </p:nvSpPr>
          <p:spPr>
            <a:xfrm>
              <a:off x="6222350" y="448150"/>
              <a:ext cx="50700" cy="48875"/>
            </a:xfrm>
            <a:custGeom>
              <a:rect b="b" l="l" r="r" t="t"/>
              <a:pathLst>
                <a:path extrusionOk="0" h="1955" w="2028">
                  <a:moveTo>
                    <a:pt x="1" y="1"/>
                  </a:moveTo>
                  <a:lnTo>
                    <a:pt x="1" y="1954"/>
                  </a:lnTo>
                  <a:lnTo>
                    <a:pt x="2028" y="1954"/>
                  </a:lnTo>
                  <a:lnTo>
                    <a:pt x="2028"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0" name="Google Shape;650;p31"/>
          <p:cNvGrpSpPr/>
          <p:nvPr/>
        </p:nvGrpSpPr>
        <p:grpSpPr>
          <a:xfrm>
            <a:off x="5438358" y="392853"/>
            <a:ext cx="331808" cy="331307"/>
            <a:chOff x="6660750" y="298550"/>
            <a:chExt cx="396900" cy="396300"/>
          </a:xfrm>
        </p:grpSpPr>
        <p:sp>
          <p:nvSpPr>
            <p:cNvPr id="651" name="Google Shape;651;p31"/>
            <p:cNvSpPr/>
            <p:nvPr/>
          </p:nvSpPr>
          <p:spPr>
            <a:xfrm>
              <a:off x="6660750" y="298550"/>
              <a:ext cx="396900" cy="396300"/>
            </a:xfrm>
            <a:custGeom>
              <a:rect b="b" l="l" r="r" t="t"/>
              <a:pathLst>
                <a:path extrusionOk="0" h="15852" w="15876">
                  <a:moveTo>
                    <a:pt x="8304" y="978"/>
                  </a:moveTo>
                  <a:lnTo>
                    <a:pt x="8646" y="1002"/>
                  </a:lnTo>
                  <a:lnTo>
                    <a:pt x="8988" y="1051"/>
                  </a:lnTo>
                  <a:lnTo>
                    <a:pt x="9330" y="1100"/>
                  </a:lnTo>
                  <a:lnTo>
                    <a:pt x="9672" y="1198"/>
                  </a:lnTo>
                  <a:lnTo>
                    <a:pt x="10014" y="1271"/>
                  </a:lnTo>
                  <a:lnTo>
                    <a:pt x="10332" y="1393"/>
                  </a:lnTo>
                  <a:lnTo>
                    <a:pt x="10649" y="1515"/>
                  </a:lnTo>
                  <a:lnTo>
                    <a:pt x="10942" y="1662"/>
                  </a:lnTo>
                  <a:lnTo>
                    <a:pt x="11260" y="1808"/>
                  </a:lnTo>
                  <a:lnTo>
                    <a:pt x="11553" y="1979"/>
                  </a:lnTo>
                  <a:lnTo>
                    <a:pt x="11821" y="2150"/>
                  </a:lnTo>
                  <a:lnTo>
                    <a:pt x="12090" y="2346"/>
                  </a:lnTo>
                  <a:lnTo>
                    <a:pt x="12359" y="2565"/>
                  </a:lnTo>
                  <a:lnTo>
                    <a:pt x="12603" y="2785"/>
                  </a:lnTo>
                  <a:lnTo>
                    <a:pt x="12847" y="3005"/>
                  </a:lnTo>
                  <a:lnTo>
                    <a:pt x="13091" y="3249"/>
                  </a:lnTo>
                  <a:lnTo>
                    <a:pt x="13311" y="3493"/>
                  </a:lnTo>
                  <a:lnTo>
                    <a:pt x="13507" y="3762"/>
                  </a:lnTo>
                  <a:lnTo>
                    <a:pt x="13702" y="4031"/>
                  </a:lnTo>
                  <a:lnTo>
                    <a:pt x="13897" y="4324"/>
                  </a:lnTo>
                  <a:lnTo>
                    <a:pt x="14044" y="4617"/>
                  </a:lnTo>
                  <a:lnTo>
                    <a:pt x="14215" y="4910"/>
                  </a:lnTo>
                  <a:lnTo>
                    <a:pt x="14337" y="5227"/>
                  </a:lnTo>
                  <a:lnTo>
                    <a:pt x="14483" y="5545"/>
                  </a:lnTo>
                  <a:lnTo>
                    <a:pt x="14581" y="5862"/>
                  </a:lnTo>
                  <a:lnTo>
                    <a:pt x="14679" y="6180"/>
                  </a:lnTo>
                  <a:lnTo>
                    <a:pt x="14752" y="6522"/>
                  </a:lnTo>
                  <a:lnTo>
                    <a:pt x="14825" y="6864"/>
                  </a:lnTo>
                  <a:lnTo>
                    <a:pt x="14850" y="7206"/>
                  </a:lnTo>
                  <a:lnTo>
                    <a:pt x="14899" y="7572"/>
                  </a:lnTo>
                  <a:lnTo>
                    <a:pt x="14899" y="7938"/>
                  </a:lnTo>
                  <a:lnTo>
                    <a:pt x="14899" y="8280"/>
                  </a:lnTo>
                  <a:lnTo>
                    <a:pt x="14850" y="8647"/>
                  </a:lnTo>
                  <a:lnTo>
                    <a:pt x="14825" y="8989"/>
                  </a:lnTo>
                  <a:lnTo>
                    <a:pt x="14752" y="9331"/>
                  </a:lnTo>
                  <a:lnTo>
                    <a:pt x="14679" y="9672"/>
                  </a:lnTo>
                  <a:lnTo>
                    <a:pt x="14581" y="9990"/>
                  </a:lnTo>
                  <a:lnTo>
                    <a:pt x="14483" y="10307"/>
                  </a:lnTo>
                  <a:lnTo>
                    <a:pt x="14337" y="10625"/>
                  </a:lnTo>
                  <a:lnTo>
                    <a:pt x="14215" y="10942"/>
                  </a:lnTo>
                  <a:lnTo>
                    <a:pt x="14044" y="11236"/>
                  </a:lnTo>
                  <a:lnTo>
                    <a:pt x="13897" y="11529"/>
                  </a:lnTo>
                  <a:lnTo>
                    <a:pt x="13702" y="11822"/>
                  </a:lnTo>
                  <a:lnTo>
                    <a:pt x="13507" y="12090"/>
                  </a:lnTo>
                  <a:lnTo>
                    <a:pt x="13311" y="12359"/>
                  </a:lnTo>
                  <a:lnTo>
                    <a:pt x="13091" y="12603"/>
                  </a:lnTo>
                  <a:lnTo>
                    <a:pt x="12847" y="12847"/>
                  </a:lnTo>
                  <a:lnTo>
                    <a:pt x="12603" y="13067"/>
                  </a:lnTo>
                  <a:lnTo>
                    <a:pt x="12359" y="13287"/>
                  </a:lnTo>
                  <a:lnTo>
                    <a:pt x="12090" y="13507"/>
                  </a:lnTo>
                  <a:lnTo>
                    <a:pt x="11821" y="13702"/>
                  </a:lnTo>
                  <a:lnTo>
                    <a:pt x="11553" y="13873"/>
                  </a:lnTo>
                  <a:lnTo>
                    <a:pt x="11260" y="14044"/>
                  </a:lnTo>
                  <a:lnTo>
                    <a:pt x="10942" y="14191"/>
                  </a:lnTo>
                  <a:lnTo>
                    <a:pt x="10649" y="14337"/>
                  </a:lnTo>
                  <a:lnTo>
                    <a:pt x="10332" y="14459"/>
                  </a:lnTo>
                  <a:lnTo>
                    <a:pt x="10014" y="14581"/>
                  </a:lnTo>
                  <a:lnTo>
                    <a:pt x="9672" y="14655"/>
                  </a:lnTo>
                  <a:lnTo>
                    <a:pt x="9330" y="14752"/>
                  </a:lnTo>
                  <a:lnTo>
                    <a:pt x="8988" y="14801"/>
                  </a:lnTo>
                  <a:lnTo>
                    <a:pt x="8646" y="14850"/>
                  </a:lnTo>
                  <a:lnTo>
                    <a:pt x="8304" y="14875"/>
                  </a:lnTo>
                  <a:lnTo>
                    <a:pt x="7572" y="14875"/>
                  </a:lnTo>
                  <a:lnTo>
                    <a:pt x="7230" y="14850"/>
                  </a:lnTo>
                  <a:lnTo>
                    <a:pt x="6888" y="14801"/>
                  </a:lnTo>
                  <a:lnTo>
                    <a:pt x="6546" y="14752"/>
                  </a:lnTo>
                  <a:lnTo>
                    <a:pt x="6204" y="14655"/>
                  </a:lnTo>
                  <a:lnTo>
                    <a:pt x="5862" y="14581"/>
                  </a:lnTo>
                  <a:lnTo>
                    <a:pt x="5545" y="14459"/>
                  </a:lnTo>
                  <a:lnTo>
                    <a:pt x="5227" y="14337"/>
                  </a:lnTo>
                  <a:lnTo>
                    <a:pt x="4934" y="14191"/>
                  </a:lnTo>
                  <a:lnTo>
                    <a:pt x="4617" y="14044"/>
                  </a:lnTo>
                  <a:lnTo>
                    <a:pt x="4324" y="13873"/>
                  </a:lnTo>
                  <a:lnTo>
                    <a:pt x="4055" y="13702"/>
                  </a:lnTo>
                  <a:lnTo>
                    <a:pt x="3786" y="13507"/>
                  </a:lnTo>
                  <a:lnTo>
                    <a:pt x="3518" y="13287"/>
                  </a:lnTo>
                  <a:lnTo>
                    <a:pt x="3273" y="13067"/>
                  </a:lnTo>
                  <a:lnTo>
                    <a:pt x="3029" y="12847"/>
                  </a:lnTo>
                  <a:lnTo>
                    <a:pt x="2785" y="12603"/>
                  </a:lnTo>
                  <a:lnTo>
                    <a:pt x="2565" y="12359"/>
                  </a:lnTo>
                  <a:lnTo>
                    <a:pt x="2370" y="12090"/>
                  </a:lnTo>
                  <a:lnTo>
                    <a:pt x="2174" y="11822"/>
                  </a:lnTo>
                  <a:lnTo>
                    <a:pt x="1979" y="11529"/>
                  </a:lnTo>
                  <a:lnTo>
                    <a:pt x="1832" y="11236"/>
                  </a:lnTo>
                  <a:lnTo>
                    <a:pt x="1661" y="10942"/>
                  </a:lnTo>
                  <a:lnTo>
                    <a:pt x="1539" y="10625"/>
                  </a:lnTo>
                  <a:lnTo>
                    <a:pt x="1393" y="10307"/>
                  </a:lnTo>
                  <a:lnTo>
                    <a:pt x="1295" y="9990"/>
                  </a:lnTo>
                  <a:lnTo>
                    <a:pt x="1197" y="9672"/>
                  </a:lnTo>
                  <a:lnTo>
                    <a:pt x="1124" y="9331"/>
                  </a:lnTo>
                  <a:lnTo>
                    <a:pt x="1051" y="8989"/>
                  </a:lnTo>
                  <a:lnTo>
                    <a:pt x="1026" y="8647"/>
                  </a:lnTo>
                  <a:lnTo>
                    <a:pt x="978" y="8280"/>
                  </a:lnTo>
                  <a:lnTo>
                    <a:pt x="978" y="7938"/>
                  </a:lnTo>
                  <a:lnTo>
                    <a:pt x="978" y="7572"/>
                  </a:lnTo>
                  <a:lnTo>
                    <a:pt x="1026" y="7206"/>
                  </a:lnTo>
                  <a:lnTo>
                    <a:pt x="1051" y="6864"/>
                  </a:lnTo>
                  <a:lnTo>
                    <a:pt x="1124" y="6522"/>
                  </a:lnTo>
                  <a:lnTo>
                    <a:pt x="1197" y="6180"/>
                  </a:lnTo>
                  <a:lnTo>
                    <a:pt x="1295" y="5862"/>
                  </a:lnTo>
                  <a:lnTo>
                    <a:pt x="1393" y="5545"/>
                  </a:lnTo>
                  <a:lnTo>
                    <a:pt x="1539" y="5227"/>
                  </a:lnTo>
                  <a:lnTo>
                    <a:pt x="1661" y="4910"/>
                  </a:lnTo>
                  <a:lnTo>
                    <a:pt x="1832" y="4617"/>
                  </a:lnTo>
                  <a:lnTo>
                    <a:pt x="1979" y="4324"/>
                  </a:lnTo>
                  <a:lnTo>
                    <a:pt x="2174" y="4031"/>
                  </a:lnTo>
                  <a:lnTo>
                    <a:pt x="2370" y="3762"/>
                  </a:lnTo>
                  <a:lnTo>
                    <a:pt x="2565" y="3493"/>
                  </a:lnTo>
                  <a:lnTo>
                    <a:pt x="2785" y="3249"/>
                  </a:lnTo>
                  <a:lnTo>
                    <a:pt x="3029" y="3005"/>
                  </a:lnTo>
                  <a:lnTo>
                    <a:pt x="3273" y="2785"/>
                  </a:lnTo>
                  <a:lnTo>
                    <a:pt x="3518" y="2565"/>
                  </a:lnTo>
                  <a:lnTo>
                    <a:pt x="3786" y="2346"/>
                  </a:lnTo>
                  <a:lnTo>
                    <a:pt x="4055" y="2150"/>
                  </a:lnTo>
                  <a:lnTo>
                    <a:pt x="4324" y="1979"/>
                  </a:lnTo>
                  <a:lnTo>
                    <a:pt x="4617" y="1808"/>
                  </a:lnTo>
                  <a:lnTo>
                    <a:pt x="4934" y="1662"/>
                  </a:lnTo>
                  <a:lnTo>
                    <a:pt x="5227" y="1515"/>
                  </a:lnTo>
                  <a:lnTo>
                    <a:pt x="5545" y="1393"/>
                  </a:lnTo>
                  <a:lnTo>
                    <a:pt x="5862" y="1271"/>
                  </a:lnTo>
                  <a:lnTo>
                    <a:pt x="6204" y="1198"/>
                  </a:lnTo>
                  <a:lnTo>
                    <a:pt x="6546" y="1100"/>
                  </a:lnTo>
                  <a:lnTo>
                    <a:pt x="6888" y="1051"/>
                  </a:lnTo>
                  <a:lnTo>
                    <a:pt x="7230" y="1002"/>
                  </a:lnTo>
                  <a:lnTo>
                    <a:pt x="7572" y="978"/>
                  </a:lnTo>
                  <a:close/>
                  <a:moveTo>
                    <a:pt x="7523" y="1"/>
                  </a:moveTo>
                  <a:lnTo>
                    <a:pt x="7132" y="25"/>
                  </a:lnTo>
                  <a:lnTo>
                    <a:pt x="6741" y="74"/>
                  </a:lnTo>
                  <a:lnTo>
                    <a:pt x="6351" y="147"/>
                  </a:lnTo>
                  <a:lnTo>
                    <a:pt x="5960" y="245"/>
                  </a:lnTo>
                  <a:lnTo>
                    <a:pt x="5569" y="343"/>
                  </a:lnTo>
                  <a:lnTo>
                    <a:pt x="5203" y="465"/>
                  </a:lnTo>
                  <a:lnTo>
                    <a:pt x="4861" y="611"/>
                  </a:lnTo>
                  <a:lnTo>
                    <a:pt x="4494" y="782"/>
                  </a:lnTo>
                  <a:lnTo>
                    <a:pt x="4153" y="953"/>
                  </a:lnTo>
                  <a:lnTo>
                    <a:pt x="3835" y="1149"/>
                  </a:lnTo>
                  <a:lnTo>
                    <a:pt x="3493" y="1344"/>
                  </a:lnTo>
                  <a:lnTo>
                    <a:pt x="3200" y="1564"/>
                  </a:lnTo>
                  <a:lnTo>
                    <a:pt x="2883" y="1808"/>
                  </a:lnTo>
                  <a:lnTo>
                    <a:pt x="2614" y="2052"/>
                  </a:lnTo>
                  <a:lnTo>
                    <a:pt x="2321" y="2321"/>
                  </a:lnTo>
                  <a:lnTo>
                    <a:pt x="2077" y="2590"/>
                  </a:lnTo>
                  <a:lnTo>
                    <a:pt x="1808" y="2883"/>
                  </a:lnTo>
                  <a:lnTo>
                    <a:pt x="1588" y="3176"/>
                  </a:lnTo>
                  <a:lnTo>
                    <a:pt x="1368" y="3493"/>
                  </a:lnTo>
                  <a:lnTo>
                    <a:pt x="1149" y="3811"/>
                  </a:lnTo>
                  <a:lnTo>
                    <a:pt x="953" y="4153"/>
                  </a:lnTo>
                  <a:lnTo>
                    <a:pt x="782" y="4495"/>
                  </a:lnTo>
                  <a:lnTo>
                    <a:pt x="636" y="4837"/>
                  </a:lnTo>
                  <a:lnTo>
                    <a:pt x="489" y="5203"/>
                  </a:lnTo>
                  <a:lnTo>
                    <a:pt x="367" y="5569"/>
                  </a:lnTo>
                  <a:lnTo>
                    <a:pt x="245" y="5936"/>
                  </a:lnTo>
                  <a:lnTo>
                    <a:pt x="172" y="6326"/>
                  </a:lnTo>
                  <a:lnTo>
                    <a:pt x="98" y="6717"/>
                  </a:lnTo>
                  <a:lnTo>
                    <a:pt x="49" y="7108"/>
                  </a:lnTo>
                  <a:lnTo>
                    <a:pt x="25" y="7523"/>
                  </a:lnTo>
                  <a:lnTo>
                    <a:pt x="1" y="7938"/>
                  </a:lnTo>
                  <a:lnTo>
                    <a:pt x="25" y="8329"/>
                  </a:lnTo>
                  <a:lnTo>
                    <a:pt x="49" y="8744"/>
                  </a:lnTo>
                  <a:lnTo>
                    <a:pt x="98" y="9135"/>
                  </a:lnTo>
                  <a:lnTo>
                    <a:pt x="172" y="9526"/>
                  </a:lnTo>
                  <a:lnTo>
                    <a:pt x="245" y="9917"/>
                  </a:lnTo>
                  <a:lnTo>
                    <a:pt x="367" y="10283"/>
                  </a:lnTo>
                  <a:lnTo>
                    <a:pt x="489" y="10649"/>
                  </a:lnTo>
                  <a:lnTo>
                    <a:pt x="636" y="11016"/>
                  </a:lnTo>
                  <a:lnTo>
                    <a:pt x="782" y="11358"/>
                  </a:lnTo>
                  <a:lnTo>
                    <a:pt x="953" y="11700"/>
                  </a:lnTo>
                  <a:lnTo>
                    <a:pt x="1149" y="12041"/>
                  </a:lnTo>
                  <a:lnTo>
                    <a:pt x="1368" y="12359"/>
                  </a:lnTo>
                  <a:lnTo>
                    <a:pt x="1588" y="12676"/>
                  </a:lnTo>
                  <a:lnTo>
                    <a:pt x="1808" y="12970"/>
                  </a:lnTo>
                  <a:lnTo>
                    <a:pt x="2077" y="13263"/>
                  </a:lnTo>
                  <a:lnTo>
                    <a:pt x="2321" y="13531"/>
                  </a:lnTo>
                  <a:lnTo>
                    <a:pt x="2614" y="13800"/>
                  </a:lnTo>
                  <a:lnTo>
                    <a:pt x="2883" y="14044"/>
                  </a:lnTo>
                  <a:lnTo>
                    <a:pt x="3200" y="14288"/>
                  </a:lnTo>
                  <a:lnTo>
                    <a:pt x="3493" y="14508"/>
                  </a:lnTo>
                  <a:lnTo>
                    <a:pt x="3835" y="14704"/>
                  </a:lnTo>
                  <a:lnTo>
                    <a:pt x="4153" y="14899"/>
                  </a:lnTo>
                  <a:lnTo>
                    <a:pt x="4494" y="15070"/>
                  </a:lnTo>
                  <a:lnTo>
                    <a:pt x="4861" y="15241"/>
                  </a:lnTo>
                  <a:lnTo>
                    <a:pt x="5203" y="15387"/>
                  </a:lnTo>
                  <a:lnTo>
                    <a:pt x="5569" y="15510"/>
                  </a:lnTo>
                  <a:lnTo>
                    <a:pt x="5960" y="15607"/>
                  </a:lnTo>
                  <a:lnTo>
                    <a:pt x="6351" y="15705"/>
                  </a:lnTo>
                  <a:lnTo>
                    <a:pt x="6741" y="15778"/>
                  </a:lnTo>
                  <a:lnTo>
                    <a:pt x="7132" y="15827"/>
                  </a:lnTo>
                  <a:lnTo>
                    <a:pt x="7523" y="15851"/>
                  </a:lnTo>
                  <a:lnTo>
                    <a:pt x="8353" y="15851"/>
                  </a:lnTo>
                  <a:lnTo>
                    <a:pt x="8744" y="15827"/>
                  </a:lnTo>
                  <a:lnTo>
                    <a:pt x="9135" y="15778"/>
                  </a:lnTo>
                  <a:lnTo>
                    <a:pt x="9526" y="15705"/>
                  </a:lnTo>
                  <a:lnTo>
                    <a:pt x="9916" y="15607"/>
                  </a:lnTo>
                  <a:lnTo>
                    <a:pt x="10307" y="15510"/>
                  </a:lnTo>
                  <a:lnTo>
                    <a:pt x="10673" y="15387"/>
                  </a:lnTo>
                  <a:lnTo>
                    <a:pt x="11015" y="15241"/>
                  </a:lnTo>
                  <a:lnTo>
                    <a:pt x="11382" y="15070"/>
                  </a:lnTo>
                  <a:lnTo>
                    <a:pt x="11724" y="14899"/>
                  </a:lnTo>
                  <a:lnTo>
                    <a:pt x="12041" y="14704"/>
                  </a:lnTo>
                  <a:lnTo>
                    <a:pt x="12383" y="14508"/>
                  </a:lnTo>
                  <a:lnTo>
                    <a:pt x="12676" y="14288"/>
                  </a:lnTo>
                  <a:lnTo>
                    <a:pt x="12994" y="14044"/>
                  </a:lnTo>
                  <a:lnTo>
                    <a:pt x="13262" y="13800"/>
                  </a:lnTo>
                  <a:lnTo>
                    <a:pt x="13555" y="13531"/>
                  </a:lnTo>
                  <a:lnTo>
                    <a:pt x="13800" y="13263"/>
                  </a:lnTo>
                  <a:lnTo>
                    <a:pt x="14068" y="12970"/>
                  </a:lnTo>
                  <a:lnTo>
                    <a:pt x="14288" y="12676"/>
                  </a:lnTo>
                  <a:lnTo>
                    <a:pt x="14508" y="12359"/>
                  </a:lnTo>
                  <a:lnTo>
                    <a:pt x="14728" y="12041"/>
                  </a:lnTo>
                  <a:lnTo>
                    <a:pt x="14923" y="11700"/>
                  </a:lnTo>
                  <a:lnTo>
                    <a:pt x="15094" y="11358"/>
                  </a:lnTo>
                  <a:lnTo>
                    <a:pt x="15241" y="11016"/>
                  </a:lnTo>
                  <a:lnTo>
                    <a:pt x="15387" y="10649"/>
                  </a:lnTo>
                  <a:lnTo>
                    <a:pt x="15509" y="10283"/>
                  </a:lnTo>
                  <a:lnTo>
                    <a:pt x="15631" y="9917"/>
                  </a:lnTo>
                  <a:lnTo>
                    <a:pt x="15705" y="9526"/>
                  </a:lnTo>
                  <a:lnTo>
                    <a:pt x="15778" y="9135"/>
                  </a:lnTo>
                  <a:lnTo>
                    <a:pt x="15827" y="8744"/>
                  </a:lnTo>
                  <a:lnTo>
                    <a:pt x="15851" y="8329"/>
                  </a:lnTo>
                  <a:lnTo>
                    <a:pt x="15876" y="7938"/>
                  </a:lnTo>
                  <a:lnTo>
                    <a:pt x="15851" y="7523"/>
                  </a:lnTo>
                  <a:lnTo>
                    <a:pt x="15827" y="7108"/>
                  </a:lnTo>
                  <a:lnTo>
                    <a:pt x="15778" y="6717"/>
                  </a:lnTo>
                  <a:lnTo>
                    <a:pt x="15705" y="6326"/>
                  </a:lnTo>
                  <a:lnTo>
                    <a:pt x="15631" y="5936"/>
                  </a:lnTo>
                  <a:lnTo>
                    <a:pt x="15509" y="5569"/>
                  </a:lnTo>
                  <a:lnTo>
                    <a:pt x="15387" y="5203"/>
                  </a:lnTo>
                  <a:lnTo>
                    <a:pt x="15241" y="4837"/>
                  </a:lnTo>
                  <a:lnTo>
                    <a:pt x="15094" y="4495"/>
                  </a:lnTo>
                  <a:lnTo>
                    <a:pt x="14923" y="4153"/>
                  </a:lnTo>
                  <a:lnTo>
                    <a:pt x="14728" y="3811"/>
                  </a:lnTo>
                  <a:lnTo>
                    <a:pt x="14508" y="3493"/>
                  </a:lnTo>
                  <a:lnTo>
                    <a:pt x="14288" y="3176"/>
                  </a:lnTo>
                  <a:lnTo>
                    <a:pt x="14068" y="2883"/>
                  </a:lnTo>
                  <a:lnTo>
                    <a:pt x="13800" y="2590"/>
                  </a:lnTo>
                  <a:lnTo>
                    <a:pt x="13555" y="2321"/>
                  </a:lnTo>
                  <a:lnTo>
                    <a:pt x="13262" y="2052"/>
                  </a:lnTo>
                  <a:lnTo>
                    <a:pt x="12994" y="1808"/>
                  </a:lnTo>
                  <a:lnTo>
                    <a:pt x="12676" y="1564"/>
                  </a:lnTo>
                  <a:lnTo>
                    <a:pt x="12383" y="1344"/>
                  </a:lnTo>
                  <a:lnTo>
                    <a:pt x="12041" y="1149"/>
                  </a:lnTo>
                  <a:lnTo>
                    <a:pt x="11724" y="953"/>
                  </a:lnTo>
                  <a:lnTo>
                    <a:pt x="11382" y="782"/>
                  </a:lnTo>
                  <a:lnTo>
                    <a:pt x="11015" y="611"/>
                  </a:lnTo>
                  <a:lnTo>
                    <a:pt x="10673" y="465"/>
                  </a:lnTo>
                  <a:lnTo>
                    <a:pt x="10307" y="343"/>
                  </a:lnTo>
                  <a:lnTo>
                    <a:pt x="9916" y="245"/>
                  </a:lnTo>
                  <a:lnTo>
                    <a:pt x="9526" y="147"/>
                  </a:lnTo>
                  <a:lnTo>
                    <a:pt x="9135" y="74"/>
                  </a:lnTo>
                  <a:lnTo>
                    <a:pt x="8744" y="25"/>
                  </a:lnTo>
                  <a:lnTo>
                    <a:pt x="8353"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1"/>
            <p:cNvSpPr/>
            <p:nvPr/>
          </p:nvSpPr>
          <p:spPr>
            <a:xfrm>
              <a:off x="6697400" y="335200"/>
              <a:ext cx="323625" cy="323025"/>
            </a:xfrm>
            <a:custGeom>
              <a:rect b="b" l="l" r="r" t="t"/>
              <a:pathLst>
                <a:path extrusionOk="0" h="12921" w="12945">
                  <a:moveTo>
                    <a:pt x="6472" y="1319"/>
                  </a:moveTo>
                  <a:lnTo>
                    <a:pt x="6545" y="1344"/>
                  </a:lnTo>
                  <a:lnTo>
                    <a:pt x="6619" y="1368"/>
                  </a:lnTo>
                  <a:lnTo>
                    <a:pt x="6741" y="1441"/>
                  </a:lnTo>
                  <a:lnTo>
                    <a:pt x="6838" y="1563"/>
                  </a:lnTo>
                  <a:lnTo>
                    <a:pt x="6863" y="1637"/>
                  </a:lnTo>
                  <a:lnTo>
                    <a:pt x="6863" y="1710"/>
                  </a:lnTo>
                  <a:lnTo>
                    <a:pt x="6863" y="6301"/>
                  </a:lnTo>
                  <a:lnTo>
                    <a:pt x="9061" y="8475"/>
                  </a:lnTo>
                  <a:lnTo>
                    <a:pt x="9110" y="8548"/>
                  </a:lnTo>
                  <a:lnTo>
                    <a:pt x="9134" y="8622"/>
                  </a:lnTo>
                  <a:lnTo>
                    <a:pt x="9159" y="8768"/>
                  </a:lnTo>
                  <a:lnTo>
                    <a:pt x="9134" y="8915"/>
                  </a:lnTo>
                  <a:lnTo>
                    <a:pt x="9110" y="8988"/>
                  </a:lnTo>
                  <a:lnTo>
                    <a:pt x="9061" y="9037"/>
                  </a:lnTo>
                  <a:lnTo>
                    <a:pt x="8988" y="9086"/>
                  </a:lnTo>
                  <a:lnTo>
                    <a:pt x="8914" y="9135"/>
                  </a:lnTo>
                  <a:lnTo>
                    <a:pt x="8768" y="9159"/>
                  </a:lnTo>
                  <a:lnTo>
                    <a:pt x="8621" y="9135"/>
                  </a:lnTo>
                  <a:lnTo>
                    <a:pt x="8548" y="9086"/>
                  </a:lnTo>
                  <a:lnTo>
                    <a:pt x="8499" y="9037"/>
                  </a:lnTo>
                  <a:lnTo>
                    <a:pt x="6203" y="6741"/>
                  </a:lnTo>
                  <a:lnTo>
                    <a:pt x="6130" y="6595"/>
                  </a:lnTo>
                  <a:lnTo>
                    <a:pt x="6081" y="6472"/>
                  </a:lnTo>
                  <a:lnTo>
                    <a:pt x="6081" y="1710"/>
                  </a:lnTo>
                  <a:lnTo>
                    <a:pt x="6081" y="1637"/>
                  </a:lnTo>
                  <a:lnTo>
                    <a:pt x="6106" y="1563"/>
                  </a:lnTo>
                  <a:lnTo>
                    <a:pt x="6203" y="1441"/>
                  </a:lnTo>
                  <a:lnTo>
                    <a:pt x="6326" y="1368"/>
                  </a:lnTo>
                  <a:lnTo>
                    <a:pt x="6399" y="1344"/>
                  </a:lnTo>
                  <a:lnTo>
                    <a:pt x="6472" y="1319"/>
                  </a:lnTo>
                  <a:close/>
                  <a:moveTo>
                    <a:pt x="6228" y="0"/>
                  </a:moveTo>
                  <a:lnTo>
                    <a:pt x="5862" y="25"/>
                  </a:lnTo>
                  <a:lnTo>
                    <a:pt x="5495" y="74"/>
                  </a:lnTo>
                  <a:lnTo>
                    <a:pt x="5129" y="122"/>
                  </a:lnTo>
                  <a:lnTo>
                    <a:pt x="4787" y="220"/>
                  </a:lnTo>
                  <a:lnTo>
                    <a:pt x="4445" y="318"/>
                  </a:lnTo>
                  <a:lnTo>
                    <a:pt x="4103" y="440"/>
                  </a:lnTo>
                  <a:lnTo>
                    <a:pt x="3761" y="586"/>
                  </a:lnTo>
                  <a:lnTo>
                    <a:pt x="3444" y="733"/>
                  </a:lnTo>
                  <a:lnTo>
                    <a:pt x="3639" y="1050"/>
                  </a:lnTo>
                  <a:lnTo>
                    <a:pt x="3663" y="1148"/>
                  </a:lnTo>
                  <a:lnTo>
                    <a:pt x="3663" y="1246"/>
                  </a:lnTo>
                  <a:lnTo>
                    <a:pt x="3615" y="1344"/>
                  </a:lnTo>
                  <a:lnTo>
                    <a:pt x="3541" y="1392"/>
                  </a:lnTo>
                  <a:lnTo>
                    <a:pt x="3493" y="1417"/>
                  </a:lnTo>
                  <a:lnTo>
                    <a:pt x="3370" y="1417"/>
                  </a:lnTo>
                  <a:lnTo>
                    <a:pt x="3297" y="1392"/>
                  </a:lnTo>
                  <a:lnTo>
                    <a:pt x="3248" y="1368"/>
                  </a:lnTo>
                  <a:lnTo>
                    <a:pt x="3224" y="1295"/>
                  </a:lnTo>
                  <a:lnTo>
                    <a:pt x="3028" y="977"/>
                  </a:lnTo>
                  <a:lnTo>
                    <a:pt x="2735" y="1197"/>
                  </a:lnTo>
                  <a:lnTo>
                    <a:pt x="2442" y="1417"/>
                  </a:lnTo>
                  <a:lnTo>
                    <a:pt x="2174" y="1637"/>
                  </a:lnTo>
                  <a:lnTo>
                    <a:pt x="1905" y="1881"/>
                  </a:lnTo>
                  <a:lnTo>
                    <a:pt x="1661" y="2150"/>
                  </a:lnTo>
                  <a:lnTo>
                    <a:pt x="1417" y="2418"/>
                  </a:lnTo>
                  <a:lnTo>
                    <a:pt x="1197" y="2711"/>
                  </a:lnTo>
                  <a:lnTo>
                    <a:pt x="1001" y="3029"/>
                  </a:lnTo>
                  <a:lnTo>
                    <a:pt x="1319" y="3200"/>
                  </a:lnTo>
                  <a:lnTo>
                    <a:pt x="1392" y="3273"/>
                  </a:lnTo>
                  <a:lnTo>
                    <a:pt x="1441" y="3346"/>
                  </a:lnTo>
                  <a:lnTo>
                    <a:pt x="1441" y="3444"/>
                  </a:lnTo>
                  <a:lnTo>
                    <a:pt x="1417" y="3542"/>
                  </a:lnTo>
                  <a:lnTo>
                    <a:pt x="1368" y="3590"/>
                  </a:lnTo>
                  <a:lnTo>
                    <a:pt x="1319" y="3639"/>
                  </a:lnTo>
                  <a:lnTo>
                    <a:pt x="1246" y="3664"/>
                  </a:lnTo>
                  <a:lnTo>
                    <a:pt x="1123" y="3664"/>
                  </a:lnTo>
                  <a:lnTo>
                    <a:pt x="1075" y="3639"/>
                  </a:lnTo>
                  <a:lnTo>
                    <a:pt x="757" y="3444"/>
                  </a:lnTo>
                  <a:lnTo>
                    <a:pt x="586" y="3761"/>
                  </a:lnTo>
                  <a:lnTo>
                    <a:pt x="464" y="4079"/>
                  </a:lnTo>
                  <a:lnTo>
                    <a:pt x="342" y="4421"/>
                  </a:lnTo>
                  <a:lnTo>
                    <a:pt x="220" y="4763"/>
                  </a:lnTo>
                  <a:lnTo>
                    <a:pt x="147" y="5129"/>
                  </a:lnTo>
                  <a:lnTo>
                    <a:pt x="73" y="5471"/>
                  </a:lnTo>
                  <a:lnTo>
                    <a:pt x="24" y="5837"/>
                  </a:lnTo>
                  <a:lnTo>
                    <a:pt x="0" y="6228"/>
                  </a:lnTo>
                  <a:lnTo>
                    <a:pt x="659" y="6228"/>
                  </a:lnTo>
                  <a:lnTo>
                    <a:pt x="757" y="6277"/>
                  </a:lnTo>
                  <a:lnTo>
                    <a:pt x="806" y="6375"/>
                  </a:lnTo>
                  <a:lnTo>
                    <a:pt x="806" y="6472"/>
                  </a:lnTo>
                  <a:lnTo>
                    <a:pt x="806" y="6546"/>
                  </a:lnTo>
                  <a:lnTo>
                    <a:pt x="757" y="6643"/>
                  </a:lnTo>
                  <a:lnTo>
                    <a:pt x="659" y="6692"/>
                  </a:lnTo>
                  <a:lnTo>
                    <a:pt x="562" y="6717"/>
                  </a:lnTo>
                  <a:lnTo>
                    <a:pt x="0" y="6717"/>
                  </a:lnTo>
                  <a:lnTo>
                    <a:pt x="24" y="7083"/>
                  </a:lnTo>
                  <a:lnTo>
                    <a:pt x="73" y="7449"/>
                  </a:lnTo>
                  <a:lnTo>
                    <a:pt x="147" y="7791"/>
                  </a:lnTo>
                  <a:lnTo>
                    <a:pt x="220" y="8158"/>
                  </a:lnTo>
                  <a:lnTo>
                    <a:pt x="342" y="8500"/>
                  </a:lnTo>
                  <a:lnTo>
                    <a:pt x="464" y="8841"/>
                  </a:lnTo>
                  <a:lnTo>
                    <a:pt x="586" y="9159"/>
                  </a:lnTo>
                  <a:lnTo>
                    <a:pt x="757" y="9476"/>
                  </a:lnTo>
                  <a:lnTo>
                    <a:pt x="1075" y="9305"/>
                  </a:lnTo>
                  <a:lnTo>
                    <a:pt x="1172" y="9257"/>
                  </a:lnTo>
                  <a:lnTo>
                    <a:pt x="1270" y="9281"/>
                  </a:lnTo>
                  <a:lnTo>
                    <a:pt x="1343" y="9305"/>
                  </a:lnTo>
                  <a:lnTo>
                    <a:pt x="1417" y="9379"/>
                  </a:lnTo>
                  <a:lnTo>
                    <a:pt x="1441" y="9476"/>
                  </a:lnTo>
                  <a:lnTo>
                    <a:pt x="1441" y="9574"/>
                  </a:lnTo>
                  <a:lnTo>
                    <a:pt x="1392" y="9647"/>
                  </a:lnTo>
                  <a:lnTo>
                    <a:pt x="1319" y="9721"/>
                  </a:lnTo>
                  <a:lnTo>
                    <a:pt x="1001" y="9892"/>
                  </a:lnTo>
                  <a:lnTo>
                    <a:pt x="1197" y="10209"/>
                  </a:lnTo>
                  <a:lnTo>
                    <a:pt x="1417" y="10502"/>
                  </a:lnTo>
                  <a:lnTo>
                    <a:pt x="1661" y="10771"/>
                  </a:lnTo>
                  <a:lnTo>
                    <a:pt x="1905" y="11040"/>
                  </a:lnTo>
                  <a:lnTo>
                    <a:pt x="2174" y="11284"/>
                  </a:lnTo>
                  <a:lnTo>
                    <a:pt x="2442" y="11504"/>
                  </a:lnTo>
                  <a:lnTo>
                    <a:pt x="2735" y="11723"/>
                  </a:lnTo>
                  <a:lnTo>
                    <a:pt x="3028" y="11943"/>
                  </a:lnTo>
                  <a:lnTo>
                    <a:pt x="3224" y="11626"/>
                  </a:lnTo>
                  <a:lnTo>
                    <a:pt x="3273" y="11552"/>
                  </a:lnTo>
                  <a:lnTo>
                    <a:pt x="3370" y="11504"/>
                  </a:lnTo>
                  <a:lnTo>
                    <a:pt x="3468" y="11504"/>
                  </a:lnTo>
                  <a:lnTo>
                    <a:pt x="3541" y="11528"/>
                  </a:lnTo>
                  <a:lnTo>
                    <a:pt x="3615" y="11601"/>
                  </a:lnTo>
                  <a:lnTo>
                    <a:pt x="3663" y="11675"/>
                  </a:lnTo>
                  <a:lnTo>
                    <a:pt x="3663" y="11772"/>
                  </a:lnTo>
                  <a:lnTo>
                    <a:pt x="3639" y="11870"/>
                  </a:lnTo>
                  <a:lnTo>
                    <a:pt x="3444" y="12187"/>
                  </a:lnTo>
                  <a:lnTo>
                    <a:pt x="3761" y="12334"/>
                  </a:lnTo>
                  <a:lnTo>
                    <a:pt x="4103" y="12480"/>
                  </a:lnTo>
                  <a:lnTo>
                    <a:pt x="4445" y="12603"/>
                  </a:lnTo>
                  <a:lnTo>
                    <a:pt x="4787" y="12700"/>
                  </a:lnTo>
                  <a:lnTo>
                    <a:pt x="5129" y="12798"/>
                  </a:lnTo>
                  <a:lnTo>
                    <a:pt x="5495" y="12847"/>
                  </a:lnTo>
                  <a:lnTo>
                    <a:pt x="5862" y="12896"/>
                  </a:lnTo>
                  <a:lnTo>
                    <a:pt x="6228" y="12920"/>
                  </a:lnTo>
                  <a:lnTo>
                    <a:pt x="6228" y="12358"/>
                  </a:lnTo>
                  <a:lnTo>
                    <a:pt x="6252" y="12261"/>
                  </a:lnTo>
                  <a:lnTo>
                    <a:pt x="6301" y="12187"/>
                  </a:lnTo>
                  <a:lnTo>
                    <a:pt x="6374" y="12139"/>
                  </a:lnTo>
                  <a:lnTo>
                    <a:pt x="6472" y="12114"/>
                  </a:lnTo>
                  <a:lnTo>
                    <a:pt x="6570" y="12139"/>
                  </a:lnTo>
                  <a:lnTo>
                    <a:pt x="6643" y="12187"/>
                  </a:lnTo>
                  <a:lnTo>
                    <a:pt x="6692" y="12261"/>
                  </a:lnTo>
                  <a:lnTo>
                    <a:pt x="6716" y="12358"/>
                  </a:lnTo>
                  <a:lnTo>
                    <a:pt x="6716" y="12920"/>
                  </a:lnTo>
                  <a:lnTo>
                    <a:pt x="7083" y="12896"/>
                  </a:lnTo>
                  <a:lnTo>
                    <a:pt x="7449" y="12847"/>
                  </a:lnTo>
                  <a:lnTo>
                    <a:pt x="7815" y="12798"/>
                  </a:lnTo>
                  <a:lnTo>
                    <a:pt x="8157" y="12700"/>
                  </a:lnTo>
                  <a:lnTo>
                    <a:pt x="8499" y="12603"/>
                  </a:lnTo>
                  <a:lnTo>
                    <a:pt x="8841" y="12480"/>
                  </a:lnTo>
                  <a:lnTo>
                    <a:pt x="9183" y="12334"/>
                  </a:lnTo>
                  <a:lnTo>
                    <a:pt x="9501" y="12187"/>
                  </a:lnTo>
                  <a:lnTo>
                    <a:pt x="9305" y="11870"/>
                  </a:lnTo>
                  <a:lnTo>
                    <a:pt x="9281" y="11772"/>
                  </a:lnTo>
                  <a:lnTo>
                    <a:pt x="9281" y="11675"/>
                  </a:lnTo>
                  <a:lnTo>
                    <a:pt x="9330" y="11601"/>
                  </a:lnTo>
                  <a:lnTo>
                    <a:pt x="9403" y="11528"/>
                  </a:lnTo>
                  <a:lnTo>
                    <a:pt x="9476" y="11504"/>
                  </a:lnTo>
                  <a:lnTo>
                    <a:pt x="9574" y="11504"/>
                  </a:lnTo>
                  <a:lnTo>
                    <a:pt x="9672" y="11552"/>
                  </a:lnTo>
                  <a:lnTo>
                    <a:pt x="9720" y="11626"/>
                  </a:lnTo>
                  <a:lnTo>
                    <a:pt x="9916" y="11943"/>
                  </a:lnTo>
                  <a:lnTo>
                    <a:pt x="10209" y="11723"/>
                  </a:lnTo>
                  <a:lnTo>
                    <a:pt x="10502" y="11504"/>
                  </a:lnTo>
                  <a:lnTo>
                    <a:pt x="10771" y="11284"/>
                  </a:lnTo>
                  <a:lnTo>
                    <a:pt x="11039" y="11040"/>
                  </a:lnTo>
                  <a:lnTo>
                    <a:pt x="11283" y="10771"/>
                  </a:lnTo>
                  <a:lnTo>
                    <a:pt x="11528" y="10502"/>
                  </a:lnTo>
                  <a:lnTo>
                    <a:pt x="11747" y="10209"/>
                  </a:lnTo>
                  <a:lnTo>
                    <a:pt x="11943" y="9892"/>
                  </a:lnTo>
                  <a:lnTo>
                    <a:pt x="11625" y="9721"/>
                  </a:lnTo>
                  <a:lnTo>
                    <a:pt x="11552" y="9647"/>
                  </a:lnTo>
                  <a:lnTo>
                    <a:pt x="11503" y="9574"/>
                  </a:lnTo>
                  <a:lnTo>
                    <a:pt x="11503" y="9476"/>
                  </a:lnTo>
                  <a:lnTo>
                    <a:pt x="11528" y="9379"/>
                  </a:lnTo>
                  <a:lnTo>
                    <a:pt x="11601" y="9305"/>
                  </a:lnTo>
                  <a:lnTo>
                    <a:pt x="11674" y="9281"/>
                  </a:lnTo>
                  <a:lnTo>
                    <a:pt x="11772" y="9257"/>
                  </a:lnTo>
                  <a:lnTo>
                    <a:pt x="11870" y="9305"/>
                  </a:lnTo>
                  <a:lnTo>
                    <a:pt x="12187" y="9476"/>
                  </a:lnTo>
                  <a:lnTo>
                    <a:pt x="12358" y="9159"/>
                  </a:lnTo>
                  <a:lnTo>
                    <a:pt x="12480" y="8841"/>
                  </a:lnTo>
                  <a:lnTo>
                    <a:pt x="12602" y="8500"/>
                  </a:lnTo>
                  <a:lnTo>
                    <a:pt x="12724" y="8158"/>
                  </a:lnTo>
                  <a:lnTo>
                    <a:pt x="12798" y="7791"/>
                  </a:lnTo>
                  <a:lnTo>
                    <a:pt x="12871" y="7449"/>
                  </a:lnTo>
                  <a:lnTo>
                    <a:pt x="12920" y="7083"/>
                  </a:lnTo>
                  <a:lnTo>
                    <a:pt x="12944" y="6717"/>
                  </a:lnTo>
                  <a:lnTo>
                    <a:pt x="12382" y="6717"/>
                  </a:lnTo>
                  <a:lnTo>
                    <a:pt x="12285" y="6692"/>
                  </a:lnTo>
                  <a:lnTo>
                    <a:pt x="12187" y="6643"/>
                  </a:lnTo>
                  <a:lnTo>
                    <a:pt x="12138" y="6546"/>
                  </a:lnTo>
                  <a:lnTo>
                    <a:pt x="12138" y="6472"/>
                  </a:lnTo>
                  <a:lnTo>
                    <a:pt x="12138" y="6375"/>
                  </a:lnTo>
                  <a:lnTo>
                    <a:pt x="12187" y="6277"/>
                  </a:lnTo>
                  <a:lnTo>
                    <a:pt x="12285" y="6228"/>
                  </a:lnTo>
                  <a:lnTo>
                    <a:pt x="12944" y="6228"/>
                  </a:lnTo>
                  <a:lnTo>
                    <a:pt x="12920" y="5837"/>
                  </a:lnTo>
                  <a:lnTo>
                    <a:pt x="12871" y="5471"/>
                  </a:lnTo>
                  <a:lnTo>
                    <a:pt x="12798" y="5129"/>
                  </a:lnTo>
                  <a:lnTo>
                    <a:pt x="12724" y="4763"/>
                  </a:lnTo>
                  <a:lnTo>
                    <a:pt x="12602" y="4421"/>
                  </a:lnTo>
                  <a:lnTo>
                    <a:pt x="12480" y="4079"/>
                  </a:lnTo>
                  <a:lnTo>
                    <a:pt x="12358" y="3761"/>
                  </a:lnTo>
                  <a:lnTo>
                    <a:pt x="12187" y="3444"/>
                  </a:lnTo>
                  <a:lnTo>
                    <a:pt x="11870" y="3639"/>
                  </a:lnTo>
                  <a:lnTo>
                    <a:pt x="11821" y="3664"/>
                  </a:lnTo>
                  <a:lnTo>
                    <a:pt x="11699" y="3664"/>
                  </a:lnTo>
                  <a:lnTo>
                    <a:pt x="11625" y="3639"/>
                  </a:lnTo>
                  <a:lnTo>
                    <a:pt x="11577" y="3590"/>
                  </a:lnTo>
                  <a:lnTo>
                    <a:pt x="11528" y="3542"/>
                  </a:lnTo>
                  <a:lnTo>
                    <a:pt x="11503" y="3444"/>
                  </a:lnTo>
                  <a:lnTo>
                    <a:pt x="11503" y="3346"/>
                  </a:lnTo>
                  <a:lnTo>
                    <a:pt x="11552" y="3273"/>
                  </a:lnTo>
                  <a:lnTo>
                    <a:pt x="11625" y="3200"/>
                  </a:lnTo>
                  <a:lnTo>
                    <a:pt x="11943" y="3029"/>
                  </a:lnTo>
                  <a:lnTo>
                    <a:pt x="11747" y="2711"/>
                  </a:lnTo>
                  <a:lnTo>
                    <a:pt x="11528" y="2418"/>
                  </a:lnTo>
                  <a:lnTo>
                    <a:pt x="11283" y="2150"/>
                  </a:lnTo>
                  <a:lnTo>
                    <a:pt x="11039" y="1881"/>
                  </a:lnTo>
                  <a:lnTo>
                    <a:pt x="10771" y="1637"/>
                  </a:lnTo>
                  <a:lnTo>
                    <a:pt x="10502" y="1417"/>
                  </a:lnTo>
                  <a:lnTo>
                    <a:pt x="10209" y="1197"/>
                  </a:lnTo>
                  <a:lnTo>
                    <a:pt x="9916" y="977"/>
                  </a:lnTo>
                  <a:lnTo>
                    <a:pt x="9720" y="1295"/>
                  </a:lnTo>
                  <a:lnTo>
                    <a:pt x="9696" y="1368"/>
                  </a:lnTo>
                  <a:lnTo>
                    <a:pt x="9647" y="1392"/>
                  </a:lnTo>
                  <a:lnTo>
                    <a:pt x="9574" y="1417"/>
                  </a:lnTo>
                  <a:lnTo>
                    <a:pt x="9452" y="1417"/>
                  </a:lnTo>
                  <a:lnTo>
                    <a:pt x="9403" y="1392"/>
                  </a:lnTo>
                  <a:lnTo>
                    <a:pt x="9330" y="1344"/>
                  </a:lnTo>
                  <a:lnTo>
                    <a:pt x="9281" y="1246"/>
                  </a:lnTo>
                  <a:lnTo>
                    <a:pt x="9281" y="1148"/>
                  </a:lnTo>
                  <a:lnTo>
                    <a:pt x="9305" y="1050"/>
                  </a:lnTo>
                  <a:lnTo>
                    <a:pt x="9501" y="733"/>
                  </a:lnTo>
                  <a:lnTo>
                    <a:pt x="9183" y="586"/>
                  </a:lnTo>
                  <a:lnTo>
                    <a:pt x="8841" y="440"/>
                  </a:lnTo>
                  <a:lnTo>
                    <a:pt x="8499" y="318"/>
                  </a:lnTo>
                  <a:lnTo>
                    <a:pt x="8157" y="220"/>
                  </a:lnTo>
                  <a:lnTo>
                    <a:pt x="7815" y="122"/>
                  </a:lnTo>
                  <a:lnTo>
                    <a:pt x="7449" y="74"/>
                  </a:lnTo>
                  <a:lnTo>
                    <a:pt x="7083" y="25"/>
                  </a:lnTo>
                  <a:lnTo>
                    <a:pt x="6716" y="0"/>
                  </a:lnTo>
                  <a:lnTo>
                    <a:pt x="6716" y="562"/>
                  </a:lnTo>
                  <a:lnTo>
                    <a:pt x="6692" y="660"/>
                  </a:lnTo>
                  <a:lnTo>
                    <a:pt x="6643" y="733"/>
                  </a:lnTo>
                  <a:lnTo>
                    <a:pt x="6570" y="782"/>
                  </a:lnTo>
                  <a:lnTo>
                    <a:pt x="6472" y="806"/>
                  </a:lnTo>
                  <a:lnTo>
                    <a:pt x="6374" y="782"/>
                  </a:lnTo>
                  <a:lnTo>
                    <a:pt x="6301" y="733"/>
                  </a:lnTo>
                  <a:lnTo>
                    <a:pt x="6252" y="660"/>
                  </a:lnTo>
                  <a:lnTo>
                    <a:pt x="6228" y="562"/>
                  </a:lnTo>
                  <a:lnTo>
                    <a:pt x="6228"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3" name="Google Shape;653;p31"/>
          <p:cNvGrpSpPr/>
          <p:nvPr/>
        </p:nvGrpSpPr>
        <p:grpSpPr>
          <a:xfrm>
            <a:off x="358968" y="914538"/>
            <a:ext cx="347107" cy="420111"/>
            <a:chOff x="584925" y="922575"/>
            <a:chExt cx="415200" cy="502525"/>
          </a:xfrm>
        </p:grpSpPr>
        <p:sp>
          <p:nvSpPr>
            <p:cNvPr id="654" name="Google Shape;654;p31"/>
            <p:cNvSpPr/>
            <p:nvPr/>
          </p:nvSpPr>
          <p:spPr>
            <a:xfrm>
              <a:off x="584925" y="961025"/>
              <a:ext cx="378575" cy="464075"/>
            </a:xfrm>
            <a:custGeom>
              <a:rect b="b" l="l" r="r" t="t"/>
              <a:pathLst>
                <a:path extrusionOk="0" h="18563" w="15143">
                  <a:moveTo>
                    <a:pt x="782" y="1"/>
                  </a:moveTo>
                  <a:lnTo>
                    <a:pt x="635" y="25"/>
                  </a:lnTo>
                  <a:lnTo>
                    <a:pt x="489" y="50"/>
                  </a:lnTo>
                  <a:lnTo>
                    <a:pt x="342" y="123"/>
                  </a:lnTo>
                  <a:lnTo>
                    <a:pt x="220" y="196"/>
                  </a:lnTo>
                  <a:lnTo>
                    <a:pt x="122" y="294"/>
                  </a:lnTo>
                  <a:lnTo>
                    <a:pt x="73" y="416"/>
                  </a:lnTo>
                  <a:lnTo>
                    <a:pt x="24" y="563"/>
                  </a:lnTo>
                  <a:lnTo>
                    <a:pt x="0" y="709"/>
                  </a:lnTo>
                  <a:lnTo>
                    <a:pt x="0" y="17708"/>
                  </a:lnTo>
                  <a:lnTo>
                    <a:pt x="24" y="17879"/>
                  </a:lnTo>
                  <a:lnTo>
                    <a:pt x="73" y="18025"/>
                  </a:lnTo>
                  <a:lnTo>
                    <a:pt x="122" y="18172"/>
                  </a:lnTo>
                  <a:lnTo>
                    <a:pt x="220" y="18294"/>
                  </a:lnTo>
                  <a:lnTo>
                    <a:pt x="342" y="18416"/>
                  </a:lnTo>
                  <a:lnTo>
                    <a:pt x="489" y="18489"/>
                  </a:lnTo>
                  <a:lnTo>
                    <a:pt x="635" y="18538"/>
                  </a:lnTo>
                  <a:lnTo>
                    <a:pt x="782" y="18562"/>
                  </a:lnTo>
                  <a:lnTo>
                    <a:pt x="14361" y="18562"/>
                  </a:lnTo>
                  <a:lnTo>
                    <a:pt x="14507" y="18538"/>
                  </a:lnTo>
                  <a:lnTo>
                    <a:pt x="14654" y="18489"/>
                  </a:lnTo>
                  <a:lnTo>
                    <a:pt x="14800" y="18416"/>
                  </a:lnTo>
                  <a:lnTo>
                    <a:pt x="14923" y="18294"/>
                  </a:lnTo>
                  <a:lnTo>
                    <a:pt x="15020" y="18172"/>
                  </a:lnTo>
                  <a:lnTo>
                    <a:pt x="15069" y="18025"/>
                  </a:lnTo>
                  <a:lnTo>
                    <a:pt x="15118" y="17879"/>
                  </a:lnTo>
                  <a:lnTo>
                    <a:pt x="15142" y="17708"/>
                  </a:lnTo>
                  <a:lnTo>
                    <a:pt x="15142" y="17586"/>
                  </a:lnTo>
                  <a:lnTo>
                    <a:pt x="1759" y="17586"/>
                  </a:lnTo>
                  <a:lnTo>
                    <a:pt x="1612" y="17561"/>
                  </a:lnTo>
                  <a:lnTo>
                    <a:pt x="1465" y="17512"/>
                  </a:lnTo>
                  <a:lnTo>
                    <a:pt x="1319" y="17439"/>
                  </a:lnTo>
                  <a:lnTo>
                    <a:pt x="1197" y="17317"/>
                  </a:lnTo>
                  <a:lnTo>
                    <a:pt x="1099" y="17195"/>
                  </a:lnTo>
                  <a:lnTo>
                    <a:pt x="1050" y="17048"/>
                  </a:lnTo>
                  <a:lnTo>
                    <a:pt x="1001" y="16902"/>
                  </a:lnTo>
                  <a:lnTo>
                    <a:pt x="977" y="16731"/>
                  </a:lnTo>
                  <a:lnTo>
                    <a:pt x="977"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1"/>
            <p:cNvSpPr/>
            <p:nvPr/>
          </p:nvSpPr>
          <p:spPr>
            <a:xfrm>
              <a:off x="621550" y="922575"/>
              <a:ext cx="378575" cy="464050"/>
            </a:xfrm>
            <a:custGeom>
              <a:rect b="b" l="l" r="r" t="t"/>
              <a:pathLst>
                <a:path extrusionOk="0" h="18562" w="15143">
                  <a:moveTo>
                    <a:pt x="13140" y="6472"/>
                  </a:moveTo>
                  <a:lnTo>
                    <a:pt x="13238" y="6497"/>
                  </a:lnTo>
                  <a:lnTo>
                    <a:pt x="13311" y="6546"/>
                  </a:lnTo>
                  <a:lnTo>
                    <a:pt x="13360" y="6619"/>
                  </a:lnTo>
                  <a:lnTo>
                    <a:pt x="13384" y="6717"/>
                  </a:lnTo>
                  <a:lnTo>
                    <a:pt x="13360" y="6814"/>
                  </a:lnTo>
                  <a:lnTo>
                    <a:pt x="13311" y="6888"/>
                  </a:lnTo>
                  <a:lnTo>
                    <a:pt x="13238" y="6936"/>
                  </a:lnTo>
                  <a:lnTo>
                    <a:pt x="13140" y="6961"/>
                  </a:lnTo>
                  <a:lnTo>
                    <a:pt x="2003" y="6961"/>
                  </a:lnTo>
                  <a:lnTo>
                    <a:pt x="1905" y="6936"/>
                  </a:lnTo>
                  <a:lnTo>
                    <a:pt x="1832" y="6888"/>
                  </a:lnTo>
                  <a:lnTo>
                    <a:pt x="1783" y="6814"/>
                  </a:lnTo>
                  <a:lnTo>
                    <a:pt x="1759" y="6717"/>
                  </a:lnTo>
                  <a:lnTo>
                    <a:pt x="1783" y="6619"/>
                  </a:lnTo>
                  <a:lnTo>
                    <a:pt x="1832" y="6546"/>
                  </a:lnTo>
                  <a:lnTo>
                    <a:pt x="1905" y="6497"/>
                  </a:lnTo>
                  <a:lnTo>
                    <a:pt x="2003" y="6472"/>
                  </a:lnTo>
                  <a:close/>
                  <a:moveTo>
                    <a:pt x="13238" y="8793"/>
                  </a:moveTo>
                  <a:lnTo>
                    <a:pt x="13311" y="8866"/>
                  </a:lnTo>
                  <a:lnTo>
                    <a:pt x="13360" y="8939"/>
                  </a:lnTo>
                  <a:lnTo>
                    <a:pt x="13384" y="9037"/>
                  </a:lnTo>
                  <a:lnTo>
                    <a:pt x="13360" y="9135"/>
                  </a:lnTo>
                  <a:lnTo>
                    <a:pt x="13311" y="9208"/>
                  </a:lnTo>
                  <a:lnTo>
                    <a:pt x="13238" y="9257"/>
                  </a:lnTo>
                  <a:lnTo>
                    <a:pt x="13140" y="9281"/>
                  </a:lnTo>
                  <a:lnTo>
                    <a:pt x="2003" y="9281"/>
                  </a:lnTo>
                  <a:lnTo>
                    <a:pt x="1905" y="9257"/>
                  </a:lnTo>
                  <a:lnTo>
                    <a:pt x="1832" y="9208"/>
                  </a:lnTo>
                  <a:lnTo>
                    <a:pt x="1783" y="9135"/>
                  </a:lnTo>
                  <a:lnTo>
                    <a:pt x="1759" y="9037"/>
                  </a:lnTo>
                  <a:lnTo>
                    <a:pt x="1783" y="8939"/>
                  </a:lnTo>
                  <a:lnTo>
                    <a:pt x="1832" y="8866"/>
                  </a:lnTo>
                  <a:lnTo>
                    <a:pt x="1905" y="8793"/>
                  </a:lnTo>
                  <a:close/>
                  <a:moveTo>
                    <a:pt x="13140" y="11088"/>
                  </a:moveTo>
                  <a:lnTo>
                    <a:pt x="13238" y="11113"/>
                  </a:lnTo>
                  <a:lnTo>
                    <a:pt x="13311" y="11162"/>
                  </a:lnTo>
                  <a:lnTo>
                    <a:pt x="13360" y="11235"/>
                  </a:lnTo>
                  <a:lnTo>
                    <a:pt x="13384" y="11333"/>
                  </a:lnTo>
                  <a:lnTo>
                    <a:pt x="13360" y="11430"/>
                  </a:lnTo>
                  <a:lnTo>
                    <a:pt x="13311" y="11504"/>
                  </a:lnTo>
                  <a:lnTo>
                    <a:pt x="13238" y="11552"/>
                  </a:lnTo>
                  <a:lnTo>
                    <a:pt x="13140" y="11577"/>
                  </a:lnTo>
                  <a:lnTo>
                    <a:pt x="2003" y="11577"/>
                  </a:lnTo>
                  <a:lnTo>
                    <a:pt x="1905" y="11552"/>
                  </a:lnTo>
                  <a:lnTo>
                    <a:pt x="1832" y="11504"/>
                  </a:lnTo>
                  <a:lnTo>
                    <a:pt x="1783" y="11430"/>
                  </a:lnTo>
                  <a:lnTo>
                    <a:pt x="1759" y="11333"/>
                  </a:lnTo>
                  <a:lnTo>
                    <a:pt x="1783" y="11235"/>
                  </a:lnTo>
                  <a:lnTo>
                    <a:pt x="1832" y="11162"/>
                  </a:lnTo>
                  <a:lnTo>
                    <a:pt x="1905" y="11113"/>
                  </a:lnTo>
                  <a:lnTo>
                    <a:pt x="2003" y="11088"/>
                  </a:lnTo>
                  <a:close/>
                  <a:moveTo>
                    <a:pt x="8255" y="13409"/>
                  </a:moveTo>
                  <a:lnTo>
                    <a:pt x="8353" y="13433"/>
                  </a:lnTo>
                  <a:lnTo>
                    <a:pt x="8426" y="13482"/>
                  </a:lnTo>
                  <a:lnTo>
                    <a:pt x="8475" y="13555"/>
                  </a:lnTo>
                  <a:lnTo>
                    <a:pt x="8500" y="13653"/>
                  </a:lnTo>
                  <a:lnTo>
                    <a:pt x="8475" y="13750"/>
                  </a:lnTo>
                  <a:lnTo>
                    <a:pt x="8426" y="13824"/>
                  </a:lnTo>
                  <a:lnTo>
                    <a:pt x="8353" y="13873"/>
                  </a:lnTo>
                  <a:lnTo>
                    <a:pt x="8255" y="13897"/>
                  </a:lnTo>
                  <a:lnTo>
                    <a:pt x="2003" y="13897"/>
                  </a:lnTo>
                  <a:lnTo>
                    <a:pt x="1905" y="13873"/>
                  </a:lnTo>
                  <a:lnTo>
                    <a:pt x="1832" y="13824"/>
                  </a:lnTo>
                  <a:lnTo>
                    <a:pt x="1783" y="13750"/>
                  </a:lnTo>
                  <a:lnTo>
                    <a:pt x="1759" y="13653"/>
                  </a:lnTo>
                  <a:lnTo>
                    <a:pt x="1783" y="13555"/>
                  </a:lnTo>
                  <a:lnTo>
                    <a:pt x="1832" y="13482"/>
                  </a:lnTo>
                  <a:lnTo>
                    <a:pt x="1905" y="13433"/>
                  </a:lnTo>
                  <a:lnTo>
                    <a:pt x="2003" y="13409"/>
                  </a:lnTo>
                  <a:close/>
                  <a:moveTo>
                    <a:pt x="635" y="0"/>
                  </a:moveTo>
                  <a:lnTo>
                    <a:pt x="489" y="49"/>
                  </a:lnTo>
                  <a:lnTo>
                    <a:pt x="342" y="122"/>
                  </a:lnTo>
                  <a:lnTo>
                    <a:pt x="220" y="220"/>
                  </a:lnTo>
                  <a:lnTo>
                    <a:pt x="123" y="342"/>
                  </a:lnTo>
                  <a:lnTo>
                    <a:pt x="74" y="464"/>
                  </a:lnTo>
                  <a:lnTo>
                    <a:pt x="25" y="611"/>
                  </a:lnTo>
                  <a:lnTo>
                    <a:pt x="0" y="782"/>
                  </a:lnTo>
                  <a:lnTo>
                    <a:pt x="0" y="17780"/>
                  </a:lnTo>
                  <a:lnTo>
                    <a:pt x="25" y="17927"/>
                  </a:lnTo>
                  <a:lnTo>
                    <a:pt x="74" y="18073"/>
                  </a:lnTo>
                  <a:lnTo>
                    <a:pt x="123" y="18195"/>
                  </a:lnTo>
                  <a:lnTo>
                    <a:pt x="220" y="18318"/>
                  </a:lnTo>
                  <a:lnTo>
                    <a:pt x="342" y="18415"/>
                  </a:lnTo>
                  <a:lnTo>
                    <a:pt x="489" y="18489"/>
                  </a:lnTo>
                  <a:lnTo>
                    <a:pt x="635" y="18537"/>
                  </a:lnTo>
                  <a:lnTo>
                    <a:pt x="782" y="18562"/>
                  </a:lnTo>
                  <a:lnTo>
                    <a:pt x="14361" y="18562"/>
                  </a:lnTo>
                  <a:lnTo>
                    <a:pt x="14508" y="18537"/>
                  </a:lnTo>
                  <a:lnTo>
                    <a:pt x="14654" y="18489"/>
                  </a:lnTo>
                  <a:lnTo>
                    <a:pt x="14801" y="18415"/>
                  </a:lnTo>
                  <a:lnTo>
                    <a:pt x="14923" y="18318"/>
                  </a:lnTo>
                  <a:lnTo>
                    <a:pt x="15021" y="18195"/>
                  </a:lnTo>
                  <a:lnTo>
                    <a:pt x="15069" y="18073"/>
                  </a:lnTo>
                  <a:lnTo>
                    <a:pt x="15118" y="17927"/>
                  </a:lnTo>
                  <a:lnTo>
                    <a:pt x="15143" y="17780"/>
                  </a:lnTo>
                  <a:lnTo>
                    <a:pt x="15143" y="3859"/>
                  </a:lnTo>
                  <a:lnTo>
                    <a:pt x="12554" y="3859"/>
                  </a:lnTo>
                  <a:lnTo>
                    <a:pt x="12285" y="3835"/>
                  </a:lnTo>
                  <a:lnTo>
                    <a:pt x="12065" y="3761"/>
                  </a:lnTo>
                  <a:lnTo>
                    <a:pt x="11846" y="3639"/>
                  </a:lnTo>
                  <a:lnTo>
                    <a:pt x="11650" y="3468"/>
                  </a:lnTo>
                  <a:lnTo>
                    <a:pt x="11504" y="3297"/>
                  </a:lnTo>
                  <a:lnTo>
                    <a:pt x="11382" y="3078"/>
                  </a:lnTo>
                  <a:lnTo>
                    <a:pt x="11308" y="2833"/>
                  </a:lnTo>
                  <a:lnTo>
                    <a:pt x="11284" y="2589"/>
                  </a:lnTo>
                  <a:lnTo>
                    <a:pt x="11284"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31"/>
            <p:cNvSpPr/>
            <p:nvPr/>
          </p:nvSpPr>
          <p:spPr>
            <a:xfrm>
              <a:off x="915850" y="922575"/>
              <a:ext cx="84275" cy="84275"/>
            </a:xfrm>
            <a:custGeom>
              <a:rect b="b" l="l" r="r" t="t"/>
              <a:pathLst>
                <a:path extrusionOk="0" h="3371" w="3371">
                  <a:moveTo>
                    <a:pt x="0" y="0"/>
                  </a:moveTo>
                  <a:lnTo>
                    <a:pt x="0" y="2589"/>
                  </a:lnTo>
                  <a:lnTo>
                    <a:pt x="0" y="2736"/>
                  </a:lnTo>
                  <a:lnTo>
                    <a:pt x="49" y="2882"/>
                  </a:lnTo>
                  <a:lnTo>
                    <a:pt x="122" y="3029"/>
                  </a:lnTo>
                  <a:lnTo>
                    <a:pt x="220" y="3126"/>
                  </a:lnTo>
                  <a:lnTo>
                    <a:pt x="342" y="3224"/>
                  </a:lnTo>
                  <a:lnTo>
                    <a:pt x="464" y="3297"/>
                  </a:lnTo>
                  <a:lnTo>
                    <a:pt x="611" y="3346"/>
                  </a:lnTo>
                  <a:lnTo>
                    <a:pt x="782" y="3371"/>
                  </a:lnTo>
                  <a:lnTo>
                    <a:pt x="3371" y="3371"/>
                  </a:lnTo>
                  <a:lnTo>
                    <a:pt x="0"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7" name="Google Shape;657;p31"/>
          <p:cNvGrpSpPr/>
          <p:nvPr/>
        </p:nvGrpSpPr>
        <p:grpSpPr>
          <a:xfrm>
            <a:off x="912275" y="904841"/>
            <a:ext cx="367547" cy="437980"/>
            <a:chOff x="1246775" y="910975"/>
            <a:chExt cx="439650" cy="523900"/>
          </a:xfrm>
        </p:grpSpPr>
        <p:sp>
          <p:nvSpPr>
            <p:cNvPr id="658" name="Google Shape;658;p31"/>
            <p:cNvSpPr/>
            <p:nvPr/>
          </p:nvSpPr>
          <p:spPr>
            <a:xfrm>
              <a:off x="1246775" y="970800"/>
              <a:ext cx="378575" cy="464075"/>
            </a:xfrm>
            <a:custGeom>
              <a:rect b="b" l="l" r="r" t="t"/>
              <a:pathLst>
                <a:path extrusionOk="0" h="18563" w="15143">
                  <a:moveTo>
                    <a:pt x="782" y="1"/>
                  </a:moveTo>
                  <a:lnTo>
                    <a:pt x="636" y="25"/>
                  </a:lnTo>
                  <a:lnTo>
                    <a:pt x="489" y="50"/>
                  </a:lnTo>
                  <a:lnTo>
                    <a:pt x="343" y="123"/>
                  </a:lnTo>
                  <a:lnTo>
                    <a:pt x="220" y="221"/>
                  </a:lnTo>
                  <a:lnTo>
                    <a:pt x="123" y="318"/>
                  </a:lnTo>
                  <a:lnTo>
                    <a:pt x="74" y="465"/>
                  </a:lnTo>
                  <a:lnTo>
                    <a:pt x="25" y="587"/>
                  </a:lnTo>
                  <a:lnTo>
                    <a:pt x="1" y="758"/>
                  </a:lnTo>
                  <a:lnTo>
                    <a:pt x="1" y="17756"/>
                  </a:lnTo>
                  <a:lnTo>
                    <a:pt x="25" y="17903"/>
                  </a:lnTo>
                  <a:lnTo>
                    <a:pt x="74" y="18049"/>
                  </a:lnTo>
                  <a:lnTo>
                    <a:pt x="123" y="18196"/>
                  </a:lnTo>
                  <a:lnTo>
                    <a:pt x="220" y="18318"/>
                  </a:lnTo>
                  <a:lnTo>
                    <a:pt x="343" y="18416"/>
                  </a:lnTo>
                  <a:lnTo>
                    <a:pt x="489" y="18489"/>
                  </a:lnTo>
                  <a:lnTo>
                    <a:pt x="636" y="18538"/>
                  </a:lnTo>
                  <a:lnTo>
                    <a:pt x="782" y="18562"/>
                  </a:lnTo>
                  <a:lnTo>
                    <a:pt x="14361" y="18562"/>
                  </a:lnTo>
                  <a:lnTo>
                    <a:pt x="14508" y="18538"/>
                  </a:lnTo>
                  <a:lnTo>
                    <a:pt x="14654" y="18489"/>
                  </a:lnTo>
                  <a:lnTo>
                    <a:pt x="14801" y="18416"/>
                  </a:lnTo>
                  <a:lnTo>
                    <a:pt x="14923" y="18318"/>
                  </a:lnTo>
                  <a:lnTo>
                    <a:pt x="15021" y="18196"/>
                  </a:lnTo>
                  <a:lnTo>
                    <a:pt x="15070" y="18049"/>
                  </a:lnTo>
                  <a:lnTo>
                    <a:pt x="15118" y="17903"/>
                  </a:lnTo>
                  <a:lnTo>
                    <a:pt x="15143" y="17756"/>
                  </a:lnTo>
                  <a:lnTo>
                    <a:pt x="15143" y="16608"/>
                  </a:lnTo>
                  <a:lnTo>
                    <a:pt x="2736" y="16608"/>
                  </a:lnTo>
                  <a:lnTo>
                    <a:pt x="2589" y="16584"/>
                  </a:lnTo>
                  <a:lnTo>
                    <a:pt x="2443" y="16535"/>
                  </a:lnTo>
                  <a:lnTo>
                    <a:pt x="2296" y="16462"/>
                  </a:lnTo>
                  <a:lnTo>
                    <a:pt x="2174" y="16364"/>
                  </a:lnTo>
                  <a:lnTo>
                    <a:pt x="2077" y="16242"/>
                  </a:lnTo>
                  <a:lnTo>
                    <a:pt x="2028" y="16096"/>
                  </a:lnTo>
                  <a:lnTo>
                    <a:pt x="1979" y="15949"/>
                  </a:lnTo>
                  <a:lnTo>
                    <a:pt x="1954" y="15802"/>
                  </a:lnTo>
                  <a:lnTo>
                    <a:pt x="1954"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31"/>
            <p:cNvSpPr/>
            <p:nvPr/>
          </p:nvSpPr>
          <p:spPr>
            <a:xfrm>
              <a:off x="1307825" y="910975"/>
              <a:ext cx="378600" cy="464050"/>
            </a:xfrm>
            <a:custGeom>
              <a:rect b="b" l="l" r="r" t="t"/>
              <a:pathLst>
                <a:path extrusionOk="0" h="18562" w="15144">
                  <a:moveTo>
                    <a:pt x="782" y="0"/>
                  </a:moveTo>
                  <a:lnTo>
                    <a:pt x="636" y="25"/>
                  </a:lnTo>
                  <a:lnTo>
                    <a:pt x="489" y="74"/>
                  </a:lnTo>
                  <a:lnTo>
                    <a:pt x="343" y="147"/>
                  </a:lnTo>
                  <a:lnTo>
                    <a:pt x="221" y="244"/>
                  </a:lnTo>
                  <a:lnTo>
                    <a:pt x="123" y="342"/>
                  </a:lnTo>
                  <a:lnTo>
                    <a:pt x="74" y="489"/>
                  </a:lnTo>
                  <a:lnTo>
                    <a:pt x="25" y="635"/>
                  </a:lnTo>
                  <a:lnTo>
                    <a:pt x="1" y="782"/>
                  </a:lnTo>
                  <a:lnTo>
                    <a:pt x="1" y="17780"/>
                  </a:lnTo>
                  <a:lnTo>
                    <a:pt x="25" y="17951"/>
                  </a:lnTo>
                  <a:lnTo>
                    <a:pt x="74" y="18098"/>
                  </a:lnTo>
                  <a:lnTo>
                    <a:pt x="123" y="18220"/>
                  </a:lnTo>
                  <a:lnTo>
                    <a:pt x="221" y="18342"/>
                  </a:lnTo>
                  <a:lnTo>
                    <a:pt x="343" y="18440"/>
                  </a:lnTo>
                  <a:lnTo>
                    <a:pt x="489" y="18513"/>
                  </a:lnTo>
                  <a:lnTo>
                    <a:pt x="636" y="18562"/>
                  </a:lnTo>
                  <a:lnTo>
                    <a:pt x="14508" y="18562"/>
                  </a:lnTo>
                  <a:lnTo>
                    <a:pt x="14655" y="18513"/>
                  </a:lnTo>
                  <a:lnTo>
                    <a:pt x="14801" y="18440"/>
                  </a:lnTo>
                  <a:lnTo>
                    <a:pt x="14923" y="18342"/>
                  </a:lnTo>
                  <a:lnTo>
                    <a:pt x="15021" y="18220"/>
                  </a:lnTo>
                  <a:lnTo>
                    <a:pt x="15070" y="18098"/>
                  </a:lnTo>
                  <a:lnTo>
                    <a:pt x="15119" y="17951"/>
                  </a:lnTo>
                  <a:lnTo>
                    <a:pt x="15143" y="17780"/>
                  </a:lnTo>
                  <a:lnTo>
                    <a:pt x="15143" y="3859"/>
                  </a:lnTo>
                  <a:lnTo>
                    <a:pt x="12554" y="3859"/>
                  </a:lnTo>
                  <a:lnTo>
                    <a:pt x="12286" y="3835"/>
                  </a:lnTo>
                  <a:lnTo>
                    <a:pt x="12066" y="3761"/>
                  </a:lnTo>
                  <a:lnTo>
                    <a:pt x="11846" y="3664"/>
                  </a:lnTo>
                  <a:lnTo>
                    <a:pt x="11651" y="3493"/>
                  </a:lnTo>
                  <a:lnTo>
                    <a:pt x="11504" y="3297"/>
                  </a:lnTo>
                  <a:lnTo>
                    <a:pt x="11382" y="3102"/>
                  </a:lnTo>
                  <a:lnTo>
                    <a:pt x="11309" y="2858"/>
                  </a:lnTo>
                  <a:lnTo>
                    <a:pt x="11284" y="2589"/>
                  </a:lnTo>
                  <a:lnTo>
                    <a:pt x="11284"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31"/>
            <p:cNvSpPr/>
            <p:nvPr/>
          </p:nvSpPr>
          <p:spPr>
            <a:xfrm>
              <a:off x="1602125" y="910975"/>
              <a:ext cx="84300" cy="84275"/>
            </a:xfrm>
            <a:custGeom>
              <a:rect b="b" l="l" r="r" t="t"/>
              <a:pathLst>
                <a:path extrusionOk="0" h="3371" w="3372">
                  <a:moveTo>
                    <a:pt x="1" y="0"/>
                  </a:moveTo>
                  <a:lnTo>
                    <a:pt x="1" y="2589"/>
                  </a:lnTo>
                  <a:lnTo>
                    <a:pt x="1" y="2760"/>
                  </a:lnTo>
                  <a:lnTo>
                    <a:pt x="50" y="2907"/>
                  </a:lnTo>
                  <a:lnTo>
                    <a:pt x="123" y="3029"/>
                  </a:lnTo>
                  <a:lnTo>
                    <a:pt x="221" y="3151"/>
                  </a:lnTo>
                  <a:lnTo>
                    <a:pt x="343" y="3249"/>
                  </a:lnTo>
                  <a:lnTo>
                    <a:pt x="465" y="3322"/>
                  </a:lnTo>
                  <a:lnTo>
                    <a:pt x="611" y="3371"/>
                  </a:lnTo>
                  <a:lnTo>
                    <a:pt x="3371" y="3371"/>
                  </a:lnTo>
                  <a:lnTo>
                    <a:pt x="1"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1" name="Google Shape;661;p31"/>
          <p:cNvGrpSpPr/>
          <p:nvPr/>
        </p:nvGrpSpPr>
        <p:grpSpPr>
          <a:xfrm>
            <a:off x="1480400" y="975274"/>
            <a:ext cx="358351" cy="298118"/>
            <a:chOff x="1926350" y="995225"/>
            <a:chExt cx="428650" cy="356600"/>
          </a:xfrm>
        </p:grpSpPr>
        <p:sp>
          <p:nvSpPr>
            <p:cNvPr id="662" name="Google Shape;662;p31"/>
            <p:cNvSpPr/>
            <p:nvPr/>
          </p:nvSpPr>
          <p:spPr>
            <a:xfrm>
              <a:off x="1926350" y="1298075"/>
              <a:ext cx="208225" cy="53750"/>
            </a:xfrm>
            <a:custGeom>
              <a:rect b="b" l="l" r="r" t="t"/>
              <a:pathLst>
                <a:path extrusionOk="0" h="2150" w="8329">
                  <a:moveTo>
                    <a:pt x="0" y="0"/>
                  </a:moveTo>
                  <a:lnTo>
                    <a:pt x="0" y="489"/>
                  </a:lnTo>
                  <a:lnTo>
                    <a:pt x="25" y="635"/>
                  </a:lnTo>
                  <a:lnTo>
                    <a:pt x="74" y="758"/>
                  </a:lnTo>
                  <a:lnTo>
                    <a:pt x="147" y="855"/>
                  </a:lnTo>
                  <a:lnTo>
                    <a:pt x="245" y="953"/>
                  </a:lnTo>
                  <a:lnTo>
                    <a:pt x="391" y="1026"/>
                  </a:lnTo>
                  <a:lnTo>
                    <a:pt x="562" y="1051"/>
                  </a:lnTo>
                  <a:lnTo>
                    <a:pt x="733" y="1026"/>
                  </a:lnTo>
                  <a:lnTo>
                    <a:pt x="1295" y="855"/>
                  </a:lnTo>
                  <a:lnTo>
                    <a:pt x="1661" y="782"/>
                  </a:lnTo>
                  <a:lnTo>
                    <a:pt x="2076" y="684"/>
                  </a:lnTo>
                  <a:lnTo>
                    <a:pt x="2540" y="611"/>
                  </a:lnTo>
                  <a:lnTo>
                    <a:pt x="3029" y="562"/>
                  </a:lnTo>
                  <a:lnTo>
                    <a:pt x="3591" y="513"/>
                  </a:lnTo>
                  <a:lnTo>
                    <a:pt x="4177" y="489"/>
                  </a:lnTo>
                  <a:lnTo>
                    <a:pt x="4616" y="513"/>
                  </a:lnTo>
                  <a:lnTo>
                    <a:pt x="5032" y="538"/>
                  </a:lnTo>
                  <a:lnTo>
                    <a:pt x="5422" y="611"/>
                  </a:lnTo>
                  <a:lnTo>
                    <a:pt x="5789" y="684"/>
                  </a:lnTo>
                  <a:lnTo>
                    <a:pt x="6131" y="782"/>
                  </a:lnTo>
                  <a:lnTo>
                    <a:pt x="6448" y="880"/>
                  </a:lnTo>
                  <a:lnTo>
                    <a:pt x="6717" y="1002"/>
                  </a:lnTo>
                  <a:lnTo>
                    <a:pt x="6985" y="1124"/>
                  </a:lnTo>
                  <a:lnTo>
                    <a:pt x="7205" y="1246"/>
                  </a:lnTo>
                  <a:lnTo>
                    <a:pt x="7425" y="1393"/>
                  </a:lnTo>
                  <a:lnTo>
                    <a:pt x="7791" y="1661"/>
                  </a:lnTo>
                  <a:lnTo>
                    <a:pt x="8084" y="1930"/>
                  </a:lnTo>
                  <a:lnTo>
                    <a:pt x="8329" y="2150"/>
                  </a:lnTo>
                  <a:lnTo>
                    <a:pt x="8329" y="1661"/>
                  </a:lnTo>
                  <a:lnTo>
                    <a:pt x="8084" y="1441"/>
                  </a:lnTo>
                  <a:lnTo>
                    <a:pt x="7791" y="1173"/>
                  </a:lnTo>
                  <a:lnTo>
                    <a:pt x="7425" y="904"/>
                  </a:lnTo>
                  <a:lnTo>
                    <a:pt x="7205" y="758"/>
                  </a:lnTo>
                  <a:lnTo>
                    <a:pt x="6985" y="635"/>
                  </a:lnTo>
                  <a:lnTo>
                    <a:pt x="6717" y="513"/>
                  </a:lnTo>
                  <a:lnTo>
                    <a:pt x="6448" y="391"/>
                  </a:lnTo>
                  <a:lnTo>
                    <a:pt x="6131" y="294"/>
                  </a:lnTo>
                  <a:lnTo>
                    <a:pt x="5789" y="196"/>
                  </a:lnTo>
                  <a:lnTo>
                    <a:pt x="5422" y="123"/>
                  </a:lnTo>
                  <a:lnTo>
                    <a:pt x="5032" y="49"/>
                  </a:lnTo>
                  <a:lnTo>
                    <a:pt x="4616" y="25"/>
                  </a:lnTo>
                  <a:lnTo>
                    <a:pt x="4177" y="0"/>
                  </a:lnTo>
                  <a:lnTo>
                    <a:pt x="3591" y="25"/>
                  </a:lnTo>
                  <a:lnTo>
                    <a:pt x="3029" y="74"/>
                  </a:lnTo>
                  <a:lnTo>
                    <a:pt x="2540" y="123"/>
                  </a:lnTo>
                  <a:lnTo>
                    <a:pt x="2076" y="196"/>
                  </a:lnTo>
                  <a:lnTo>
                    <a:pt x="1661" y="294"/>
                  </a:lnTo>
                  <a:lnTo>
                    <a:pt x="1295" y="367"/>
                  </a:lnTo>
                  <a:lnTo>
                    <a:pt x="733" y="538"/>
                  </a:lnTo>
                  <a:lnTo>
                    <a:pt x="562" y="562"/>
                  </a:lnTo>
                  <a:lnTo>
                    <a:pt x="391" y="538"/>
                  </a:lnTo>
                  <a:lnTo>
                    <a:pt x="245" y="465"/>
                  </a:lnTo>
                  <a:lnTo>
                    <a:pt x="147" y="367"/>
                  </a:lnTo>
                  <a:lnTo>
                    <a:pt x="74" y="269"/>
                  </a:lnTo>
                  <a:lnTo>
                    <a:pt x="25" y="147"/>
                  </a:lnTo>
                  <a:lnTo>
                    <a:pt x="0"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31"/>
            <p:cNvSpPr/>
            <p:nvPr/>
          </p:nvSpPr>
          <p:spPr>
            <a:xfrm>
              <a:off x="2146775" y="1298075"/>
              <a:ext cx="208225" cy="53750"/>
            </a:xfrm>
            <a:custGeom>
              <a:rect b="b" l="l" r="r" t="t"/>
              <a:pathLst>
                <a:path extrusionOk="0" h="2150" w="8329">
                  <a:moveTo>
                    <a:pt x="4152" y="0"/>
                  </a:moveTo>
                  <a:lnTo>
                    <a:pt x="3712" y="25"/>
                  </a:lnTo>
                  <a:lnTo>
                    <a:pt x="3297" y="49"/>
                  </a:lnTo>
                  <a:lnTo>
                    <a:pt x="2907" y="123"/>
                  </a:lnTo>
                  <a:lnTo>
                    <a:pt x="2540" y="196"/>
                  </a:lnTo>
                  <a:lnTo>
                    <a:pt x="2198" y="294"/>
                  </a:lnTo>
                  <a:lnTo>
                    <a:pt x="1881" y="391"/>
                  </a:lnTo>
                  <a:lnTo>
                    <a:pt x="1612" y="513"/>
                  </a:lnTo>
                  <a:lnTo>
                    <a:pt x="1343" y="635"/>
                  </a:lnTo>
                  <a:lnTo>
                    <a:pt x="1124" y="758"/>
                  </a:lnTo>
                  <a:lnTo>
                    <a:pt x="904" y="904"/>
                  </a:lnTo>
                  <a:lnTo>
                    <a:pt x="537" y="1173"/>
                  </a:lnTo>
                  <a:lnTo>
                    <a:pt x="244" y="1441"/>
                  </a:lnTo>
                  <a:lnTo>
                    <a:pt x="0" y="1661"/>
                  </a:lnTo>
                  <a:lnTo>
                    <a:pt x="0" y="2150"/>
                  </a:lnTo>
                  <a:lnTo>
                    <a:pt x="244" y="1930"/>
                  </a:lnTo>
                  <a:lnTo>
                    <a:pt x="537" y="1661"/>
                  </a:lnTo>
                  <a:lnTo>
                    <a:pt x="904" y="1393"/>
                  </a:lnTo>
                  <a:lnTo>
                    <a:pt x="1124" y="1246"/>
                  </a:lnTo>
                  <a:lnTo>
                    <a:pt x="1343" y="1124"/>
                  </a:lnTo>
                  <a:lnTo>
                    <a:pt x="1612" y="1002"/>
                  </a:lnTo>
                  <a:lnTo>
                    <a:pt x="1881" y="880"/>
                  </a:lnTo>
                  <a:lnTo>
                    <a:pt x="2198" y="782"/>
                  </a:lnTo>
                  <a:lnTo>
                    <a:pt x="2540" y="684"/>
                  </a:lnTo>
                  <a:lnTo>
                    <a:pt x="2907" y="611"/>
                  </a:lnTo>
                  <a:lnTo>
                    <a:pt x="3297" y="538"/>
                  </a:lnTo>
                  <a:lnTo>
                    <a:pt x="3712" y="513"/>
                  </a:lnTo>
                  <a:lnTo>
                    <a:pt x="4152" y="489"/>
                  </a:lnTo>
                  <a:lnTo>
                    <a:pt x="4738" y="513"/>
                  </a:lnTo>
                  <a:lnTo>
                    <a:pt x="5300" y="562"/>
                  </a:lnTo>
                  <a:lnTo>
                    <a:pt x="5788" y="611"/>
                  </a:lnTo>
                  <a:lnTo>
                    <a:pt x="6252" y="684"/>
                  </a:lnTo>
                  <a:lnTo>
                    <a:pt x="6668" y="782"/>
                  </a:lnTo>
                  <a:lnTo>
                    <a:pt x="7034" y="855"/>
                  </a:lnTo>
                  <a:lnTo>
                    <a:pt x="7596" y="1026"/>
                  </a:lnTo>
                  <a:lnTo>
                    <a:pt x="7767" y="1051"/>
                  </a:lnTo>
                  <a:lnTo>
                    <a:pt x="7938" y="1026"/>
                  </a:lnTo>
                  <a:lnTo>
                    <a:pt x="8084" y="953"/>
                  </a:lnTo>
                  <a:lnTo>
                    <a:pt x="8182" y="855"/>
                  </a:lnTo>
                  <a:lnTo>
                    <a:pt x="8255" y="758"/>
                  </a:lnTo>
                  <a:lnTo>
                    <a:pt x="8304" y="635"/>
                  </a:lnTo>
                  <a:lnTo>
                    <a:pt x="8328" y="489"/>
                  </a:lnTo>
                  <a:lnTo>
                    <a:pt x="8328" y="0"/>
                  </a:lnTo>
                  <a:lnTo>
                    <a:pt x="8304" y="147"/>
                  </a:lnTo>
                  <a:lnTo>
                    <a:pt x="8255" y="269"/>
                  </a:lnTo>
                  <a:lnTo>
                    <a:pt x="8182" y="367"/>
                  </a:lnTo>
                  <a:lnTo>
                    <a:pt x="8084" y="465"/>
                  </a:lnTo>
                  <a:lnTo>
                    <a:pt x="7938" y="538"/>
                  </a:lnTo>
                  <a:lnTo>
                    <a:pt x="7767" y="562"/>
                  </a:lnTo>
                  <a:lnTo>
                    <a:pt x="7596" y="538"/>
                  </a:lnTo>
                  <a:lnTo>
                    <a:pt x="7034" y="367"/>
                  </a:lnTo>
                  <a:lnTo>
                    <a:pt x="6668" y="294"/>
                  </a:lnTo>
                  <a:lnTo>
                    <a:pt x="6252" y="196"/>
                  </a:lnTo>
                  <a:lnTo>
                    <a:pt x="5788" y="123"/>
                  </a:lnTo>
                  <a:lnTo>
                    <a:pt x="5300" y="74"/>
                  </a:lnTo>
                  <a:lnTo>
                    <a:pt x="4738" y="25"/>
                  </a:lnTo>
                  <a:lnTo>
                    <a:pt x="4152"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31"/>
            <p:cNvSpPr/>
            <p:nvPr/>
          </p:nvSpPr>
          <p:spPr>
            <a:xfrm>
              <a:off x="1926350" y="995225"/>
              <a:ext cx="208225" cy="332175"/>
            </a:xfrm>
            <a:custGeom>
              <a:rect b="b" l="l" r="r" t="t"/>
              <a:pathLst>
                <a:path extrusionOk="0" h="13287" w="8329">
                  <a:moveTo>
                    <a:pt x="4177" y="1"/>
                  </a:moveTo>
                  <a:lnTo>
                    <a:pt x="3591" y="25"/>
                  </a:lnTo>
                  <a:lnTo>
                    <a:pt x="3029" y="74"/>
                  </a:lnTo>
                  <a:lnTo>
                    <a:pt x="2467" y="196"/>
                  </a:lnTo>
                  <a:lnTo>
                    <a:pt x="1905" y="343"/>
                  </a:lnTo>
                  <a:lnTo>
                    <a:pt x="1393" y="538"/>
                  </a:lnTo>
                  <a:lnTo>
                    <a:pt x="929" y="758"/>
                  </a:lnTo>
                  <a:lnTo>
                    <a:pt x="513" y="978"/>
                  </a:lnTo>
                  <a:lnTo>
                    <a:pt x="342" y="1124"/>
                  </a:lnTo>
                  <a:lnTo>
                    <a:pt x="196" y="1246"/>
                  </a:lnTo>
                  <a:lnTo>
                    <a:pt x="123" y="1319"/>
                  </a:lnTo>
                  <a:lnTo>
                    <a:pt x="49" y="1442"/>
                  </a:lnTo>
                  <a:lnTo>
                    <a:pt x="25" y="1539"/>
                  </a:lnTo>
                  <a:lnTo>
                    <a:pt x="0" y="1661"/>
                  </a:lnTo>
                  <a:lnTo>
                    <a:pt x="0" y="11626"/>
                  </a:lnTo>
                  <a:lnTo>
                    <a:pt x="25" y="11773"/>
                  </a:lnTo>
                  <a:lnTo>
                    <a:pt x="74" y="11895"/>
                  </a:lnTo>
                  <a:lnTo>
                    <a:pt x="147" y="11992"/>
                  </a:lnTo>
                  <a:lnTo>
                    <a:pt x="245" y="12090"/>
                  </a:lnTo>
                  <a:lnTo>
                    <a:pt x="391" y="12163"/>
                  </a:lnTo>
                  <a:lnTo>
                    <a:pt x="562" y="12188"/>
                  </a:lnTo>
                  <a:lnTo>
                    <a:pt x="733" y="12163"/>
                  </a:lnTo>
                  <a:lnTo>
                    <a:pt x="1295" y="11992"/>
                  </a:lnTo>
                  <a:lnTo>
                    <a:pt x="1661" y="11919"/>
                  </a:lnTo>
                  <a:lnTo>
                    <a:pt x="2076" y="11821"/>
                  </a:lnTo>
                  <a:lnTo>
                    <a:pt x="2540" y="11748"/>
                  </a:lnTo>
                  <a:lnTo>
                    <a:pt x="3029" y="11699"/>
                  </a:lnTo>
                  <a:lnTo>
                    <a:pt x="3591" y="11650"/>
                  </a:lnTo>
                  <a:lnTo>
                    <a:pt x="4177" y="11626"/>
                  </a:lnTo>
                  <a:lnTo>
                    <a:pt x="4616" y="11650"/>
                  </a:lnTo>
                  <a:lnTo>
                    <a:pt x="5032" y="11675"/>
                  </a:lnTo>
                  <a:lnTo>
                    <a:pt x="5422" y="11748"/>
                  </a:lnTo>
                  <a:lnTo>
                    <a:pt x="5789" y="11821"/>
                  </a:lnTo>
                  <a:lnTo>
                    <a:pt x="6131" y="11919"/>
                  </a:lnTo>
                  <a:lnTo>
                    <a:pt x="6448" y="12017"/>
                  </a:lnTo>
                  <a:lnTo>
                    <a:pt x="6717" y="12139"/>
                  </a:lnTo>
                  <a:lnTo>
                    <a:pt x="6985" y="12261"/>
                  </a:lnTo>
                  <a:lnTo>
                    <a:pt x="7205" y="12383"/>
                  </a:lnTo>
                  <a:lnTo>
                    <a:pt x="7425" y="12530"/>
                  </a:lnTo>
                  <a:lnTo>
                    <a:pt x="7791" y="12798"/>
                  </a:lnTo>
                  <a:lnTo>
                    <a:pt x="8084" y="13067"/>
                  </a:lnTo>
                  <a:lnTo>
                    <a:pt x="8329" y="13287"/>
                  </a:lnTo>
                  <a:lnTo>
                    <a:pt x="8329" y="2199"/>
                  </a:lnTo>
                  <a:lnTo>
                    <a:pt x="8329" y="2101"/>
                  </a:lnTo>
                  <a:lnTo>
                    <a:pt x="8280" y="1979"/>
                  </a:lnTo>
                  <a:lnTo>
                    <a:pt x="8231" y="1881"/>
                  </a:lnTo>
                  <a:lnTo>
                    <a:pt x="8158" y="1808"/>
                  </a:lnTo>
                  <a:lnTo>
                    <a:pt x="8036" y="1686"/>
                  </a:lnTo>
                  <a:lnTo>
                    <a:pt x="7767" y="1442"/>
                  </a:lnTo>
                  <a:lnTo>
                    <a:pt x="7449" y="1173"/>
                  </a:lnTo>
                  <a:lnTo>
                    <a:pt x="7083" y="904"/>
                  </a:lnTo>
                  <a:lnTo>
                    <a:pt x="6644" y="611"/>
                  </a:lnTo>
                  <a:lnTo>
                    <a:pt x="6375" y="489"/>
                  </a:lnTo>
                  <a:lnTo>
                    <a:pt x="6131" y="367"/>
                  </a:lnTo>
                  <a:lnTo>
                    <a:pt x="5838" y="269"/>
                  </a:lnTo>
                  <a:lnTo>
                    <a:pt x="5544" y="172"/>
                  </a:lnTo>
                  <a:lnTo>
                    <a:pt x="5227" y="98"/>
                  </a:lnTo>
                  <a:lnTo>
                    <a:pt x="4885" y="49"/>
                  </a:lnTo>
                  <a:lnTo>
                    <a:pt x="4543"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31"/>
            <p:cNvSpPr/>
            <p:nvPr/>
          </p:nvSpPr>
          <p:spPr>
            <a:xfrm>
              <a:off x="2146775" y="995225"/>
              <a:ext cx="208225" cy="332175"/>
            </a:xfrm>
            <a:custGeom>
              <a:rect b="b" l="l" r="r" t="t"/>
              <a:pathLst>
                <a:path extrusionOk="0" h="13287" w="8329">
                  <a:moveTo>
                    <a:pt x="3786" y="1"/>
                  </a:moveTo>
                  <a:lnTo>
                    <a:pt x="3444" y="49"/>
                  </a:lnTo>
                  <a:lnTo>
                    <a:pt x="3102" y="98"/>
                  </a:lnTo>
                  <a:lnTo>
                    <a:pt x="2784" y="172"/>
                  </a:lnTo>
                  <a:lnTo>
                    <a:pt x="2491" y="269"/>
                  </a:lnTo>
                  <a:lnTo>
                    <a:pt x="2198" y="367"/>
                  </a:lnTo>
                  <a:lnTo>
                    <a:pt x="1954" y="489"/>
                  </a:lnTo>
                  <a:lnTo>
                    <a:pt x="1685" y="611"/>
                  </a:lnTo>
                  <a:lnTo>
                    <a:pt x="1246" y="904"/>
                  </a:lnTo>
                  <a:lnTo>
                    <a:pt x="879" y="1173"/>
                  </a:lnTo>
                  <a:lnTo>
                    <a:pt x="562" y="1442"/>
                  </a:lnTo>
                  <a:lnTo>
                    <a:pt x="293" y="1686"/>
                  </a:lnTo>
                  <a:lnTo>
                    <a:pt x="171" y="1808"/>
                  </a:lnTo>
                  <a:lnTo>
                    <a:pt x="98" y="1881"/>
                  </a:lnTo>
                  <a:lnTo>
                    <a:pt x="49" y="1979"/>
                  </a:lnTo>
                  <a:lnTo>
                    <a:pt x="0" y="2101"/>
                  </a:lnTo>
                  <a:lnTo>
                    <a:pt x="0" y="2199"/>
                  </a:lnTo>
                  <a:lnTo>
                    <a:pt x="0" y="13287"/>
                  </a:lnTo>
                  <a:lnTo>
                    <a:pt x="244" y="13067"/>
                  </a:lnTo>
                  <a:lnTo>
                    <a:pt x="537" y="12798"/>
                  </a:lnTo>
                  <a:lnTo>
                    <a:pt x="904" y="12530"/>
                  </a:lnTo>
                  <a:lnTo>
                    <a:pt x="1124" y="12383"/>
                  </a:lnTo>
                  <a:lnTo>
                    <a:pt x="1343" y="12261"/>
                  </a:lnTo>
                  <a:lnTo>
                    <a:pt x="1612" y="12139"/>
                  </a:lnTo>
                  <a:lnTo>
                    <a:pt x="1881" y="12017"/>
                  </a:lnTo>
                  <a:lnTo>
                    <a:pt x="2198" y="11919"/>
                  </a:lnTo>
                  <a:lnTo>
                    <a:pt x="2540" y="11821"/>
                  </a:lnTo>
                  <a:lnTo>
                    <a:pt x="2907" y="11748"/>
                  </a:lnTo>
                  <a:lnTo>
                    <a:pt x="3297" y="11675"/>
                  </a:lnTo>
                  <a:lnTo>
                    <a:pt x="3712" y="11650"/>
                  </a:lnTo>
                  <a:lnTo>
                    <a:pt x="4152" y="11626"/>
                  </a:lnTo>
                  <a:lnTo>
                    <a:pt x="4738" y="11650"/>
                  </a:lnTo>
                  <a:lnTo>
                    <a:pt x="5300" y="11699"/>
                  </a:lnTo>
                  <a:lnTo>
                    <a:pt x="5788" y="11748"/>
                  </a:lnTo>
                  <a:lnTo>
                    <a:pt x="6252" y="11821"/>
                  </a:lnTo>
                  <a:lnTo>
                    <a:pt x="6668" y="11919"/>
                  </a:lnTo>
                  <a:lnTo>
                    <a:pt x="7034" y="11992"/>
                  </a:lnTo>
                  <a:lnTo>
                    <a:pt x="7596" y="12163"/>
                  </a:lnTo>
                  <a:lnTo>
                    <a:pt x="7767" y="12188"/>
                  </a:lnTo>
                  <a:lnTo>
                    <a:pt x="7938" y="12163"/>
                  </a:lnTo>
                  <a:lnTo>
                    <a:pt x="8084" y="12090"/>
                  </a:lnTo>
                  <a:lnTo>
                    <a:pt x="8182" y="11992"/>
                  </a:lnTo>
                  <a:lnTo>
                    <a:pt x="8255" y="11895"/>
                  </a:lnTo>
                  <a:lnTo>
                    <a:pt x="8304" y="11773"/>
                  </a:lnTo>
                  <a:lnTo>
                    <a:pt x="8328" y="11626"/>
                  </a:lnTo>
                  <a:lnTo>
                    <a:pt x="8328" y="1661"/>
                  </a:lnTo>
                  <a:lnTo>
                    <a:pt x="8304" y="1539"/>
                  </a:lnTo>
                  <a:lnTo>
                    <a:pt x="8280" y="1442"/>
                  </a:lnTo>
                  <a:lnTo>
                    <a:pt x="8206" y="1319"/>
                  </a:lnTo>
                  <a:lnTo>
                    <a:pt x="8133" y="1246"/>
                  </a:lnTo>
                  <a:lnTo>
                    <a:pt x="7987" y="1124"/>
                  </a:lnTo>
                  <a:lnTo>
                    <a:pt x="7816" y="978"/>
                  </a:lnTo>
                  <a:lnTo>
                    <a:pt x="7400" y="758"/>
                  </a:lnTo>
                  <a:lnTo>
                    <a:pt x="6936" y="538"/>
                  </a:lnTo>
                  <a:lnTo>
                    <a:pt x="6423" y="343"/>
                  </a:lnTo>
                  <a:lnTo>
                    <a:pt x="5862" y="196"/>
                  </a:lnTo>
                  <a:lnTo>
                    <a:pt x="5300" y="74"/>
                  </a:lnTo>
                  <a:lnTo>
                    <a:pt x="4738" y="25"/>
                  </a:lnTo>
                  <a:lnTo>
                    <a:pt x="4152"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6" name="Google Shape;666;p31"/>
          <p:cNvSpPr/>
          <p:nvPr/>
        </p:nvSpPr>
        <p:spPr>
          <a:xfrm>
            <a:off x="2048085" y="950288"/>
            <a:ext cx="350200" cy="348152"/>
          </a:xfrm>
          <a:custGeom>
            <a:rect b="b" l="l" r="r" t="t"/>
            <a:pathLst>
              <a:path extrusionOk="0" h="16658" w="16756">
                <a:moveTo>
                  <a:pt x="13287" y="2565"/>
                </a:moveTo>
                <a:lnTo>
                  <a:pt x="13482" y="2590"/>
                </a:lnTo>
                <a:lnTo>
                  <a:pt x="13653" y="2663"/>
                </a:lnTo>
                <a:lnTo>
                  <a:pt x="13800" y="2736"/>
                </a:lnTo>
                <a:lnTo>
                  <a:pt x="13922" y="2858"/>
                </a:lnTo>
                <a:lnTo>
                  <a:pt x="14069" y="3005"/>
                </a:lnTo>
                <a:lnTo>
                  <a:pt x="14142" y="3176"/>
                </a:lnTo>
                <a:lnTo>
                  <a:pt x="14191" y="3371"/>
                </a:lnTo>
                <a:lnTo>
                  <a:pt x="14215" y="3567"/>
                </a:lnTo>
                <a:lnTo>
                  <a:pt x="14191" y="3738"/>
                </a:lnTo>
                <a:lnTo>
                  <a:pt x="14142" y="3884"/>
                </a:lnTo>
                <a:lnTo>
                  <a:pt x="14069" y="4055"/>
                </a:lnTo>
                <a:lnTo>
                  <a:pt x="13922" y="4202"/>
                </a:lnTo>
                <a:lnTo>
                  <a:pt x="13800" y="4348"/>
                </a:lnTo>
                <a:lnTo>
                  <a:pt x="13653" y="4446"/>
                </a:lnTo>
                <a:lnTo>
                  <a:pt x="13482" y="4495"/>
                </a:lnTo>
                <a:lnTo>
                  <a:pt x="13067" y="4495"/>
                </a:lnTo>
                <a:lnTo>
                  <a:pt x="12896" y="4446"/>
                </a:lnTo>
                <a:lnTo>
                  <a:pt x="12725" y="4348"/>
                </a:lnTo>
                <a:lnTo>
                  <a:pt x="12554" y="4202"/>
                </a:lnTo>
                <a:lnTo>
                  <a:pt x="12481" y="4055"/>
                </a:lnTo>
                <a:lnTo>
                  <a:pt x="12408" y="3884"/>
                </a:lnTo>
                <a:lnTo>
                  <a:pt x="12359" y="3738"/>
                </a:lnTo>
                <a:lnTo>
                  <a:pt x="12359" y="3567"/>
                </a:lnTo>
                <a:lnTo>
                  <a:pt x="12359" y="3371"/>
                </a:lnTo>
                <a:lnTo>
                  <a:pt x="12408" y="3176"/>
                </a:lnTo>
                <a:lnTo>
                  <a:pt x="12481" y="3005"/>
                </a:lnTo>
                <a:lnTo>
                  <a:pt x="12554" y="2858"/>
                </a:lnTo>
                <a:lnTo>
                  <a:pt x="12725" y="2736"/>
                </a:lnTo>
                <a:lnTo>
                  <a:pt x="12896" y="2663"/>
                </a:lnTo>
                <a:lnTo>
                  <a:pt x="13067" y="2590"/>
                </a:lnTo>
                <a:lnTo>
                  <a:pt x="13287" y="2565"/>
                </a:lnTo>
                <a:close/>
                <a:moveTo>
                  <a:pt x="10845" y="1"/>
                </a:moveTo>
                <a:lnTo>
                  <a:pt x="10527" y="25"/>
                </a:lnTo>
                <a:lnTo>
                  <a:pt x="10210" y="74"/>
                </a:lnTo>
                <a:lnTo>
                  <a:pt x="9868" y="172"/>
                </a:lnTo>
                <a:lnTo>
                  <a:pt x="9477" y="318"/>
                </a:lnTo>
                <a:lnTo>
                  <a:pt x="9184" y="489"/>
                </a:lnTo>
                <a:lnTo>
                  <a:pt x="8891" y="660"/>
                </a:lnTo>
                <a:lnTo>
                  <a:pt x="8622" y="831"/>
                </a:lnTo>
                <a:lnTo>
                  <a:pt x="8525" y="953"/>
                </a:lnTo>
                <a:lnTo>
                  <a:pt x="8427" y="1051"/>
                </a:lnTo>
                <a:lnTo>
                  <a:pt x="416" y="8866"/>
                </a:lnTo>
                <a:lnTo>
                  <a:pt x="270" y="9086"/>
                </a:lnTo>
                <a:lnTo>
                  <a:pt x="123" y="9355"/>
                </a:lnTo>
                <a:lnTo>
                  <a:pt x="25" y="9624"/>
                </a:lnTo>
                <a:lnTo>
                  <a:pt x="1" y="9746"/>
                </a:lnTo>
                <a:lnTo>
                  <a:pt x="1" y="9917"/>
                </a:lnTo>
                <a:lnTo>
                  <a:pt x="1" y="10039"/>
                </a:lnTo>
                <a:lnTo>
                  <a:pt x="25" y="10136"/>
                </a:lnTo>
                <a:lnTo>
                  <a:pt x="123" y="10381"/>
                </a:lnTo>
                <a:lnTo>
                  <a:pt x="270" y="10625"/>
                </a:lnTo>
                <a:lnTo>
                  <a:pt x="416" y="10869"/>
                </a:lnTo>
                <a:lnTo>
                  <a:pt x="5911" y="16242"/>
                </a:lnTo>
                <a:lnTo>
                  <a:pt x="6009" y="16340"/>
                </a:lnTo>
                <a:lnTo>
                  <a:pt x="6131" y="16438"/>
                </a:lnTo>
                <a:lnTo>
                  <a:pt x="6253" y="16511"/>
                </a:lnTo>
                <a:lnTo>
                  <a:pt x="6400" y="16560"/>
                </a:lnTo>
                <a:lnTo>
                  <a:pt x="6522" y="16609"/>
                </a:lnTo>
                <a:lnTo>
                  <a:pt x="6668" y="16633"/>
                </a:lnTo>
                <a:lnTo>
                  <a:pt x="6961" y="16657"/>
                </a:lnTo>
                <a:lnTo>
                  <a:pt x="7206" y="16633"/>
                </a:lnTo>
                <a:lnTo>
                  <a:pt x="7474" y="16560"/>
                </a:lnTo>
                <a:lnTo>
                  <a:pt x="7596" y="16511"/>
                </a:lnTo>
                <a:lnTo>
                  <a:pt x="7719" y="16438"/>
                </a:lnTo>
                <a:lnTo>
                  <a:pt x="7816" y="16340"/>
                </a:lnTo>
                <a:lnTo>
                  <a:pt x="7914" y="16242"/>
                </a:lnTo>
                <a:lnTo>
                  <a:pt x="15803" y="8427"/>
                </a:lnTo>
                <a:lnTo>
                  <a:pt x="15974" y="8183"/>
                </a:lnTo>
                <a:lnTo>
                  <a:pt x="16169" y="7938"/>
                </a:lnTo>
                <a:lnTo>
                  <a:pt x="16242" y="7792"/>
                </a:lnTo>
                <a:lnTo>
                  <a:pt x="16340" y="7645"/>
                </a:lnTo>
                <a:lnTo>
                  <a:pt x="16389" y="7474"/>
                </a:lnTo>
                <a:lnTo>
                  <a:pt x="16438" y="7279"/>
                </a:lnTo>
                <a:lnTo>
                  <a:pt x="16584" y="6961"/>
                </a:lnTo>
                <a:lnTo>
                  <a:pt x="16682" y="6644"/>
                </a:lnTo>
                <a:lnTo>
                  <a:pt x="16731" y="6326"/>
                </a:lnTo>
                <a:lnTo>
                  <a:pt x="16755" y="6009"/>
                </a:lnTo>
                <a:lnTo>
                  <a:pt x="16755" y="1491"/>
                </a:lnTo>
                <a:lnTo>
                  <a:pt x="16731" y="1173"/>
                </a:lnTo>
                <a:lnTo>
                  <a:pt x="16706" y="1051"/>
                </a:lnTo>
                <a:lnTo>
                  <a:pt x="16657" y="905"/>
                </a:lnTo>
                <a:lnTo>
                  <a:pt x="16609" y="782"/>
                </a:lnTo>
                <a:lnTo>
                  <a:pt x="16535" y="660"/>
                </a:lnTo>
                <a:lnTo>
                  <a:pt x="16438" y="538"/>
                </a:lnTo>
                <a:lnTo>
                  <a:pt x="16340" y="416"/>
                </a:lnTo>
                <a:lnTo>
                  <a:pt x="16144" y="270"/>
                </a:lnTo>
                <a:lnTo>
                  <a:pt x="15900" y="123"/>
                </a:lnTo>
                <a:lnTo>
                  <a:pt x="15632" y="50"/>
                </a:lnTo>
                <a:lnTo>
                  <a:pt x="15509"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31"/>
          <p:cNvSpPr/>
          <p:nvPr/>
        </p:nvSpPr>
        <p:spPr>
          <a:xfrm>
            <a:off x="2612156" y="967656"/>
            <a:ext cx="349155" cy="313437"/>
          </a:xfrm>
          <a:custGeom>
            <a:rect b="b" l="l" r="r" t="t"/>
            <a:pathLst>
              <a:path extrusionOk="0" h="14997" w="16706">
                <a:moveTo>
                  <a:pt x="4299" y="0"/>
                </a:moveTo>
                <a:lnTo>
                  <a:pt x="3859" y="25"/>
                </a:lnTo>
                <a:lnTo>
                  <a:pt x="3444" y="74"/>
                </a:lnTo>
                <a:lnTo>
                  <a:pt x="3029" y="196"/>
                </a:lnTo>
                <a:lnTo>
                  <a:pt x="2614" y="342"/>
                </a:lnTo>
                <a:lnTo>
                  <a:pt x="2247" y="513"/>
                </a:lnTo>
                <a:lnTo>
                  <a:pt x="1905" y="733"/>
                </a:lnTo>
                <a:lnTo>
                  <a:pt x="1563" y="977"/>
                </a:lnTo>
                <a:lnTo>
                  <a:pt x="1270" y="1246"/>
                </a:lnTo>
                <a:lnTo>
                  <a:pt x="977" y="1563"/>
                </a:lnTo>
                <a:lnTo>
                  <a:pt x="733" y="1881"/>
                </a:lnTo>
                <a:lnTo>
                  <a:pt x="513" y="2247"/>
                </a:lnTo>
                <a:lnTo>
                  <a:pt x="342" y="2614"/>
                </a:lnTo>
                <a:lnTo>
                  <a:pt x="196" y="3004"/>
                </a:lnTo>
                <a:lnTo>
                  <a:pt x="98" y="3420"/>
                </a:lnTo>
                <a:lnTo>
                  <a:pt x="25" y="3859"/>
                </a:lnTo>
                <a:lnTo>
                  <a:pt x="0" y="4299"/>
                </a:lnTo>
                <a:lnTo>
                  <a:pt x="0" y="4592"/>
                </a:lnTo>
                <a:lnTo>
                  <a:pt x="25" y="4885"/>
                </a:lnTo>
                <a:lnTo>
                  <a:pt x="122" y="5447"/>
                </a:lnTo>
                <a:lnTo>
                  <a:pt x="245" y="6008"/>
                </a:lnTo>
                <a:lnTo>
                  <a:pt x="440" y="6546"/>
                </a:lnTo>
                <a:lnTo>
                  <a:pt x="660" y="7059"/>
                </a:lnTo>
                <a:lnTo>
                  <a:pt x="928" y="7547"/>
                </a:lnTo>
                <a:lnTo>
                  <a:pt x="1197" y="8011"/>
                </a:lnTo>
                <a:lnTo>
                  <a:pt x="1515" y="8475"/>
                </a:lnTo>
                <a:lnTo>
                  <a:pt x="1856" y="8915"/>
                </a:lnTo>
                <a:lnTo>
                  <a:pt x="2198" y="9330"/>
                </a:lnTo>
                <a:lnTo>
                  <a:pt x="2565" y="9745"/>
                </a:lnTo>
                <a:lnTo>
                  <a:pt x="2931" y="10136"/>
                </a:lnTo>
                <a:lnTo>
                  <a:pt x="3639" y="10869"/>
                </a:lnTo>
                <a:lnTo>
                  <a:pt x="4299" y="11528"/>
                </a:lnTo>
                <a:lnTo>
                  <a:pt x="4861" y="12065"/>
                </a:lnTo>
                <a:lnTo>
                  <a:pt x="5496" y="12627"/>
                </a:lnTo>
                <a:lnTo>
                  <a:pt x="6839" y="13775"/>
                </a:lnTo>
                <a:lnTo>
                  <a:pt x="7913" y="14654"/>
                </a:lnTo>
                <a:lnTo>
                  <a:pt x="8353" y="14996"/>
                </a:lnTo>
                <a:lnTo>
                  <a:pt x="8793" y="14654"/>
                </a:lnTo>
                <a:lnTo>
                  <a:pt x="9843" y="13799"/>
                </a:lnTo>
                <a:lnTo>
                  <a:pt x="11186" y="12651"/>
                </a:lnTo>
                <a:lnTo>
                  <a:pt x="11821" y="12090"/>
                </a:lnTo>
                <a:lnTo>
                  <a:pt x="12407" y="11528"/>
                </a:lnTo>
                <a:lnTo>
                  <a:pt x="13067" y="10869"/>
                </a:lnTo>
                <a:lnTo>
                  <a:pt x="13775" y="10136"/>
                </a:lnTo>
                <a:lnTo>
                  <a:pt x="14141" y="9745"/>
                </a:lnTo>
                <a:lnTo>
                  <a:pt x="14508" y="9330"/>
                </a:lnTo>
                <a:lnTo>
                  <a:pt x="14850" y="8915"/>
                </a:lnTo>
                <a:lnTo>
                  <a:pt x="15191" y="8475"/>
                </a:lnTo>
                <a:lnTo>
                  <a:pt x="15509" y="8011"/>
                </a:lnTo>
                <a:lnTo>
                  <a:pt x="15778" y="7547"/>
                </a:lnTo>
                <a:lnTo>
                  <a:pt x="16046" y="7059"/>
                </a:lnTo>
                <a:lnTo>
                  <a:pt x="16266" y="6546"/>
                </a:lnTo>
                <a:lnTo>
                  <a:pt x="16461" y="6008"/>
                </a:lnTo>
                <a:lnTo>
                  <a:pt x="16584" y="5447"/>
                </a:lnTo>
                <a:lnTo>
                  <a:pt x="16681" y="4885"/>
                </a:lnTo>
                <a:lnTo>
                  <a:pt x="16706" y="4592"/>
                </a:lnTo>
                <a:lnTo>
                  <a:pt x="16706" y="4299"/>
                </a:lnTo>
                <a:lnTo>
                  <a:pt x="16681" y="3859"/>
                </a:lnTo>
                <a:lnTo>
                  <a:pt x="16608" y="3420"/>
                </a:lnTo>
                <a:lnTo>
                  <a:pt x="16510" y="3004"/>
                </a:lnTo>
                <a:lnTo>
                  <a:pt x="16364" y="2614"/>
                </a:lnTo>
                <a:lnTo>
                  <a:pt x="16193" y="2247"/>
                </a:lnTo>
                <a:lnTo>
                  <a:pt x="15973" y="1881"/>
                </a:lnTo>
                <a:lnTo>
                  <a:pt x="15729" y="1563"/>
                </a:lnTo>
                <a:lnTo>
                  <a:pt x="15436" y="1246"/>
                </a:lnTo>
                <a:lnTo>
                  <a:pt x="15143" y="977"/>
                </a:lnTo>
                <a:lnTo>
                  <a:pt x="14801" y="733"/>
                </a:lnTo>
                <a:lnTo>
                  <a:pt x="14459" y="513"/>
                </a:lnTo>
                <a:lnTo>
                  <a:pt x="14092" y="342"/>
                </a:lnTo>
                <a:lnTo>
                  <a:pt x="13677" y="196"/>
                </a:lnTo>
                <a:lnTo>
                  <a:pt x="13262" y="74"/>
                </a:lnTo>
                <a:lnTo>
                  <a:pt x="12847" y="25"/>
                </a:lnTo>
                <a:lnTo>
                  <a:pt x="12407" y="0"/>
                </a:lnTo>
                <a:lnTo>
                  <a:pt x="12065" y="0"/>
                </a:lnTo>
                <a:lnTo>
                  <a:pt x="11723" y="49"/>
                </a:lnTo>
                <a:lnTo>
                  <a:pt x="11381" y="122"/>
                </a:lnTo>
                <a:lnTo>
                  <a:pt x="11064" y="196"/>
                </a:lnTo>
                <a:lnTo>
                  <a:pt x="10746" y="318"/>
                </a:lnTo>
                <a:lnTo>
                  <a:pt x="10453" y="464"/>
                </a:lnTo>
                <a:lnTo>
                  <a:pt x="10160" y="611"/>
                </a:lnTo>
                <a:lnTo>
                  <a:pt x="9892" y="806"/>
                </a:lnTo>
                <a:lnTo>
                  <a:pt x="9647" y="1002"/>
                </a:lnTo>
                <a:lnTo>
                  <a:pt x="9403" y="1221"/>
                </a:lnTo>
                <a:lnTo>
                  <a:pt x="9183" y="1466"/>
                </a:lnTo>
                <a:lnTo>
                  <a:pt x="8964" y="1710"/>
                </a:lnTo>
                <a:lnTo>
                  <a:pt x="8793" y="1979"/>
                </a:lnTo>
                <a:lnTo>
                  <a:pt x="8622" y="2272"/>
                </a:lnTo>
                <a:lnTo>
                  <a:pt x="8475" y="2565"/>
                </a:lnTo>
                <a:lnTo>
                  <a:pt x="8353" y="2858"/>
                </a:lnTo>
                <a:lnTo>
                  <a:pt x="8231" y="2565"/>
                </a:lnTo>
                <a:lnTo>
                  <a:pt x="8084" y="2272"/>
                </a:lnTo>
                <a:lnTo>
                  <a:pt x="7913" y="1979"/>
                </a:lnTo>
                <a:lnTo>
                  <a:pt x="7742" y="1710"/>
                </a:lnTo>
                <a:lnTo>
                  <a:pt x="7523" y="1466"/>
                </a:lnTo>
                <a:lnTo>
                  <a:pt x="7303" y="1221"/>
                </a:lnTo>
                <a:lnTo>
                  <a:pt x="7059" y="1002"/>
                </a:lnTo>
                <a:lnTo>
                  <a:pt x="6814" y="806"/>
                </a:lnTo>
                <a:lnTo>
                  <a:pt x="6546" y="611"/>
                </a:lnTo>
                <a:lnTo>
                  <a:pt x="6253" y="464"/>
                </a:lnTo>
                <a:lnTo>
                  <a:pt x="5960" y="318"/>
                </a:lnTo>
                <a:lnTo>
                  <a:pt x="5642" y="196"/>
                </a:lnTo>
                <a:lnTo>
                  <a:pt x="5325" y="122"/>
                </a:lnTo>
                <a:lnTo>
                  <a:pt x="4983" y="49"/>
                </a:lnTo>
                <a:lnTo>
                  <a:pt x="4641"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1"/>
          <p:cNvSpPr/>
          <p:nvPr/>
        </p:nvSpPr>
        <p:spPr>
          <a:xfrm>
            <a:off x="3180804" y="970206"/>
            <a:ext cx="338956" cy="308317"/>
          </a:xfrm>
          <a:custGeom>
            <a:rect b="b" l="l" r="r" t="t"/>
            <a:pathLst>
              <a:path extrusionOk="0" h="14752" w="16218">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31"/>
          <p:cNvSpPr/>
          <p:nvPr/>
        </p:nvSpPr>
        <p:spPr>
          <a:xfrm>
            <a:off x="3755576" y="973258"/>
            <a:ext cx="316510" cy="302214"/>
          </a:xfrm>
          <a:custGeom>
            <a:rect b="b" l="l" r="r" t="t"/>
            <a:pathLst>
              <a:path extrusionOk="0" h="14460" w="15144">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0" name="Google Shape;670;p31"/>
          <p:cNvGrpSpPr/>
          <p:nvPr/>
        </p:nvGrpSpPr>
        <p:grpSpPr>
          <a:xfrm>
            <a:off x="4302631" y="952827"/>
            <a:ext cx="349155" cy="349657"/>
            <a:chOff x="5302225" y="968375"/>
            <a:chExt cx="417650" cy="418250"/>
          </a:xfrm>
        </p:grpSpPr>
        <p:sp>
          <p:nvSpPr>
            <p:cNvPr id="671" name="Google Shape;671;p31"/>
            <p:cNvSpPr/>
            <p:nvPr/>
          </p:nvSpPr>
          <p:spPr>
            <a:xfrm>
              <a:off x="5333350" y="991575"/>
              <a:ext cx="152075" cy="155100"/>
            </a:xfrm>
            <a:custGeom>
              <a:rect b="b" l="l" r="r" t="t"/>
              <a:pathLst>
                <a:path extrusionOk="0" h="6204" w="6083">
                  <a:moveTo>
                    <a:pt x="2541" y="0"/>
                  </a:moveTo>
                  <a:lnTo>
                    <a:pt x="2468" y="25"/>
                  </a:lnTo>
                  <a:lnTo>
                    <a:pt x="2443" y="147"/>
                  </a:lnTo>
                  <a:lnTo>
                    <a:pt x="2101" y="1807"/>
                  </a:lnTo>
                  <a:lnTo>
                    <a:pt x="2052" y="1930"/>
                  </a:lnTo>
                  <a:lnTo>
                    <a:pt x="1979" y="2052"/>
                  </a:lnTo>
                  <a:lnTo>
                    <a:pt x="1857" y="2174"/>
                  </a:lnTo>
                  <a:lnTo>
                    <a:pt x="1735" y="2223"/>
                  </a:lnTo>
                  <a:lnTo>
                    <a:pt x="123" y="2760"/>
                  </a:lnTo>
                  <a:lnTo>
                    <a:pt x="25" y="2833"/>
                  </a:lnTo>
                  <a:lnTo>
                    <a:pt x="1" y="2882"/>
                  </a:lnTo>
                  <a:lnTo>
                    <a:pt x="25" y="2955"/>
                  </a:lnTo>
                  <a:lnTo>
                    <a:pt x="99" y="3029"/>
                  </a:lnTo>
                  <a:lnTo>
                    <a:pt x="1588" y="3859"/>
                  </a:lnTo>
                  <a:lnTo>
                    <a:pt x="1711" y="3932"/>
                  </a:lnTo>
                  <a:lnTo>
                    <a:pt x="1808" y="4054"/>
                  </a:lnTo>
                  <a:lnTo>
                    <a:pt x="1857" y="4201"/>
                  </a:lnTo>
                  <a:lnTo>
                    <a:pt x="1882" y="4323"/>
                  </a:lnTo>
                  <a:lnTo>
                    <a:pt x="1906" y="6033"/>
                  </a:lnTo>
                  <a:lnTo>
                    <a:pt x="1930" y="6130"/>
                  </a:lnTo>
                  <a:lnTo>
                    <a:pt x="1979" y="6204"/>
                  </a:lnTo>
                  <a:lnTo>
                    <a:pt x="2052" y="6204"/>
                  </a:lnTo>
                  <a:lnTo>
                    <a:pt x="2126" y="6130"/>
                  </a:lnTo>
                  <a:lnTo>
                    <a:pt x="3371" y="4982"/>
                  </a:lnTo>
                  <a:lnTo>
                    <a:pt x="3493" y="4885"/>
                  </a:lnTo>
                  <a:lnTo>
                    <a:pt x="3640" y="4836"/>
                  </a:lnTo>
                  <a:lnTo>
                    <a:pt x="3787" y="4836"/>
                  </a:lnTo>
                  <a:lnTo>
                    <a:pt x="3933" y="4860"/>
                  </a:lnTo>
                  <a:lnTo>
                    <a:pt x="5545" y="5349"/>
                  </a:lnTo>
                  <a:lnTo>
                    <a:pt x="5667" y="5373"/>
                  </a:lnTo>
                  <a:lnTo>
                    <a:pt x="5716" y="5349"/>
                  </a:lnTo>
                  <a:lnTo>
                    <a:pt x="5740" y="5275"/>
                  </a:lnTo>
                  <a:lnTo>
                    <a:pt x="5716" y="5178"/>
                  </a:lnTo>
                  <a:lnTo>
                    <a:pt x="5008" y="3615"/>
                  </a:lnTo>
                  <a:lnTo>
                    <a:pt x="4959" y="3493"/>
                  </a:lnTo>
                  <a:lnTo>
                    <a:pt x="4959" y="3346"/>
                  </a:lnTo>
                  <a:lnTo>
                    <a:pt x="4983" y="3200"/>
                  </a:lnTo>
                  <a:lnTo>
                    <a:pt x="5057" y="3077"/>
                  </a:lnTo>
                  <a:lnTo>
                    <a:pt x="6033" y="1685"/>
                  </a:lnTo>
                  <a:lnTo>
                    <a:pt x="6082" y="1588"/>
                  </a:lnTo>
                  <a:lnTo>
                    <a:pt x="6082" y="1514"/>
                  </a:lnTo>
                  <a:lnTo>
                    <a:pt x="6009" y="1465"/>
                  </a:lnTo>
                  <a:lnTo>
                    <a:pt x="5911" y="1465"/>
                  </a:lnTo>
                  <a:lnTo>
                    <a:pt x="4202" y="1661"/>
                  </a:lnTo>
                  <a:lnTo>
                    <a:pt x="4080" y="1661"/>
                  </a:lnTo>
                  <a:lnTo>
                    <a:pt x="3933" y="1612"/>
                  </a:lnTo>
                  <a:lnTo>
                    <a:pt x="3811" y="1539"/>
                  </a:lnTo>
                  <a:lnTo>
                    <a:pt x="3713" y="1441"/>
                  </a:lnTo>
                  <a:lnTo>
                    <a:pt x="2687" y="73"/>
                  </a:lnTo>
                  <a:lnTo>
                    <a:pt x="2614"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31"/>
            <p:cNvSpPr/>
            <p:nvPr/>
          </p:nvSpPr>
          <p:spPr>
            <a:xfrm>
              <a:off x="5302225" y="968375"/>
              <a:ext cx="417650" cy="418250"/>
            </a:xfrm>
            <a:custGeom>
              <a:rect b="b" l="l" r="r" t="t"/>
              <a:pathLst>
                <a:path extrusionOk="0" h="16730" w="16706">
                  <a:moveTo>
                    <a:pt x="10331" y="0"/>
                  </a:moveTo>
                  <a:lnTo>
                    <a:pt x="10747" y="513"/>
                  </a:lnTo>
                  <a:lnTo>
                    <a:pt x="10942" y="782"/>
                  </a:lnTo>
                  <a:lnTo>
                    <a:pt x="11137" y="1050"/>
                  </a:lnTo>
                  <a:lnTo>
                    <a:pt x="11284" y="1343"/>
                  </a:lnTo>
                  <a:lnTo>
                    <a:pt x="11455" y="1636"/>
                  </a:lnTo>
                  <a:lnTo>
                    <a:pt x="11577" y="1929"/>
                  </a:lnTo>
                  <a:lnTo>
                    <a:pt x="11723" y="2223"/>
                  </a:lnTo>
                  <a:lnTo>
                    <a:pt x="11821" y="2540"/>
                  </a:lnTo>
                  <a:lnTo>
                    <a:pt x="11919" y="2858"/>
                  </a:lnTo>
                  <a:lnTo>
                    <a:pt x="12017" y="3199"/>
                  </a:lnTo>
                  <a:lnTo>
                    <a:pt x="12090" y="3517"/>
                  </a:lnTo>
                  <a:lnTo>
                    <a:pt x="12139" y="3859"/>
                  </a:lnTo>
                  <a:lnTo>
                    <a:pt x="12187" y="4201"/>
                  </a:lnTo>
                  <a:lnTo>
                    <a:pt x="12212" y="4543"/>
                  </a:lnTo>
                  <a:lnTo>
                    <a:pt x="12212" y="4909"/>
                  </a:lnTo>
                  <a:lnTo>
                    <a:pt x="12212" y="5275"/>
                  </a:lnTo>
                  <a:lnTo>
                    <a:pt x="12187" y="5642"/>
                  </a:lnTo>
                  <a:lnTo>
                    <a:pt x="12139" y="6008"/>
                  </a:lnTo>
                  <a:lnTo>
                    <a:pt x="12065" y="6374"/>
                  </a:lnTo>
                  <a:lnTo>
                    <a:pt x="11992" y="6741"/>
                  </a:lnTo>
                  <a:lnTo>
                    <a:pt x="11894" y="7083"/>
                  </a:lnTo>
                  <a:lnTo>
                    <a:pt x="11772" y="7425"/>
                  </a:lnTo>
                  <a:lnTo>
                    <a:pt x="11650" y="7742"/>
                  </a:lnTo>
                  <a:lnTo>
                    <a:pt x="11504" y="8084"/>
                  </a:lnTo>
                  <a:lnTo>
                    <a:pt x="11333" y="8402"/>
                  </a:lnTo>
                  <a:lnTo>
                    <a:pt x="11162" y="8695"/>
                  </a:lnTo>
                  <a:lnTo>
                    <a:pt x="10966" y="8988"/>
                  </a:lnTo>
                  <a:lnTo>
                    <a:pt x="10771" y="9281"/>
                  </a:lnTo>
                  <a:lnTo>
                    <a:pt x="10551" y="9549"/>
                  </a:lnTo>
                  <a:lnTo>
                    <a:pt x="10307" y="9818"/>
                  </a:lnTo>
                  <a:lnTo>
                    <a:pt x="10063" y="10087"/>
                  </a:lnTo>
                  <a:lnTo>
                    <a:pt x="9818" y="10331"/>
                  </a:lnTo>
                  <a:lnTo>
                    <a:pt x="9550" y="10551"/>
                  </a:lnTo>
                  <a:lnTo>
                    <a:pt x="9281" y="10771"/>
                  </a:lnTo>
                  <a:lnTo>
                    <a:pt x="8988" y="10966"/>
                  </a:lnTo>
                  <a:lnTo>
                    <a:pt x="8695" y="11161"/>
                  </a:lnTo>
                  <a:lnTo>
                    <a:pt x="8377" y="11332"/>
                  </a:lnTo>
                  <a:lnTo>
                    <a:pt x="8060" y="11503"/>
                  </a:lnTo>
                  <a:lnTo>
                    <a:pt x="7742" y="11650"/>
                  </a:lnTo>
                  <a:lnTo>
                    <a:pt x="7401" y="11772"/>
                  </a:lnTo>
                  <a:lnTo>
                    <a:pt x="7059" y="11894"/>
                  </a:lnTo>
                  <a:lnTo>
                    <a:pt x="6717" y="11992"/>
                  </a:lnTo>
                  <a:lnTo>
                    <a:pt x="6375" y="12065"/>
                  </a:lnTo>
                  <a:lnTo>
                    <a:pt x="6008" y="12138"/>
                  </a:lnTo>
                  <a:lnTo>
                    <a:pt x="5642" y="12187"/>
                  </a:lnTo>
                  <a:lnTo>
                    <a:pt x="5276" y="12212"/>
                  </a:lnTo>
                  <a:lnTo>
                    <a:pt x="4885" y="12236"/>
                  </a:lnTo>
                  <a:lnTo>
                    <a:pt x="4543" y="12212"/>
                  </a:lnTo>
                  <a:lnTo>
                    <a:pt x="4201" y="12187"/>
                  </a:lnTo>
                  <a:lnTo>
                    <a:pt x="3859" y="12163"/>
                  </a:lnTo>
                  <a:lnTo>
                    <a:pt x="3517" y="12089"/>
                  </a:lnTo>
                  <a:lnTo>
                    <a:pt x="3175" y="12016"/>
                  </a:lnTo>
                  <a:lnTo>
                    <a:pt x="2858" y="11943"/>
                  </a:lnTo>
                  <a:lnTo>
                    <a:pt x="2540" y="11845"/>
                  </a:lnTo>
                  <a:lnTo>
                    <a:pt x="2223" y="11723"/>
                  </a:lnTo>
                  <a:lnTo>
                    <a:pt x="1905" y="11601"/>
                  </a:lnTo>
                  <a:lnTo>
                    <a:pt x="1612" y="11454"/>
                  </a:lnTo>
                  <a:lnTo>
                    <a:pt x="1319" y="11308"/>
                  </a:lnTo>
                  <a:lnTo>
                    <a:pt x="1051" y="11137"/>
                  </a:lnTo>
                  <a:lnTo>
                    <a:pt x="757" y="10966"/>
                  </a:lnTo>
                  <a:lnTo>
                    <a:pt x="489" y="10771"/>
                  </a:lnTo>
                  <a:lnTo>
                    <a:pt x="0" y="10355"/>
                  </a:lnTo>
                  <a:lnTo>
                    <a:pt x="98" y="10697"/>
                  </a:lnTo>
                  <a:lnTo>
                    <a:pt x="196" y="11015"/>
                  </a:lnTo>
                  <a:lnTo>
                    <a:pt x="464" y="11674"/>
                  </a:lnTo>
                  <a:lnTo>
                    <a:pt x="757" y="12309"/>
                  </a:lnTo>
                  <a:lnTo>
                    <a:pt x="1124" y="12895"/>
                  </a:lnTo>
                  <a:lnTo>
                    <a:pt x="1515" y="13457"/>
                  </a:lnTo>
                  <a:lnTo>
                    <a:pt x="1979" y="13970"/>
                  </a:lnTo>
                  <a:lnTo>
                    <a:pt x="2443" y="14458"/>
                  </a:lnTo>
                  <a:lnTo>
                    <a:pt x="2980" y="14898"/>
                  </a:lnTo>
                  <a:lnTo>
                    <a:pt x="3542" y="15313"/>
                  </a:lnTo>
                  <a:lnTo>
                    <a:pt x="4128" y="15680"/>
                  </a:lnTo>
                  <a:lnTo>
                    <a:pt x="4738" y="15973"/>
                  </a:lnTo>
                  <a:lnTo>
                    <a:pt x="5398" y="16241"/>
                  </a:lnTo>
                  <a:lnTo>
                    <a:pt x="5740" y="16339"/>
                  </a:lnTo>
                  <a:lnTo>
                    <a:pt x="6082" y="16437"/>
                  </a:lnTo>
                  <a:lnTo>
                    <a:pt x="6424" y="16534"/>
                  </a:lnTo>
                  <a:lnTo>
                    <a:pt x="6766" y="16608"/>
                  </a:lnTo>
                  <a:lnTo>
                    <a:pt x="7132" y="16657"/>
                  </a:lnTo>
                  <a:lnTo>
                    <a:pt x="7474" y="16681"/>
                  </a:lnTo>
                  <a:lnTo>
                    <a:pt x="7840" y="16705"/>
                  </a:lnTo>
                  <a:lnTo>
                    <a:pt x="8231" y="16730"/>
                  </a:lnTo>
                  <a:lnTo>
                    <a:pt x="8646" y="16705"/>
                  </a:lnTo>
                  <a:lnTo>
                    <a:pt x="9086" y="16681"/>
                  </a:lnTo>
                  <a:lnTo>
                    <a:pt x="9501" y="16632"/>
                  </a:lnTo>
                  <a:lnTo>
                    <a:pt x="9941" y="16559"/>
                  </a:lnTo>
                  <a:lnTo>
                    <a:pt x="10331" y="16461"/>
                  </a:lnTo>
                  <a:lnTo>
                    <a:pt x="10747" y="16339"/>
                  </a:lnTo>
                  <a:lnTo>
                    <a:pt x="11137" y="16217"/>
                  </a:lnTo>
                  <a:lnTo>
                    <a:pt x="11528" y="16046"/>
                  </a:lnTo>
                  <a:lnTo>
                    <a:pt x="11894" y="15875"/>
                  </a:lnTo>
                  <a:lnTo>
                    <a:pt x="12261" y="15704"/>
                  </a:lnTo>
                  <a:lnTo>
                    <a:pt x="12627" y="15484"/>
                  </a:lnTo>
                  <a:lnTo>
                    <a:pt x="12969" y="15264"/>
                  </a:lnTo>
                  <a:lnTo>
                    <a:pt x="13311" y="15045"/>
                  </a:lnTo>
                  <a:lnTo>
                    <a:pt x="13628" y="14776"/>
                  </a:lnTo>
                  <a:lnTo>
                    <a:pt x="13922" y="14507"/>
                  </a:lnTo>
                  <a:lnTo>
                    <a:pt x="14215" y="14239"/>
                  </a:lnTo>
                  <a:lnTo>
                    <a:pt x="14508" y="13946"/>
                  </a:lnTo>
                  <a:lnTo>
                    <a:pt x="14776" y="13628"/>
                  </a:lnTo>
                  <a:lnTo>
                    <a:pt x="15021" y="13311"/>
                  </a:lnTo>
                  <a:lnTo>
                    <a:pt x="15265" y="12969"/>
                  </a:lnTo>
                  <a:lnTo>
                    <a:pt x="15485" y="12627"/>
                  </a:lnTo>
                  <a:lnTo>
                    <a:pt x="15680" y="12285"/>
                  </a:lnTo>
                  <a:lnTo>
                    <a:pt x="15875" y="11918"/>
                  </a:lnTo>
                  <a:lnTo>
                    <a:pt x="16046" y="11528"/>
                  </a:lnTo>
                  <a:lnTo>
                    <a:pt x="16193" y="11161"/>
                  </a:lnTo>
                  <a:lnTo>
                    <a:pt x="16339" y="10746"/>
                  </a:lnTo>
                  <a:lnTo>
                    <a:pt x="16437" y="10355"/>
                  </a:lnTo>
                  <a:lnTo>
                    <a:pt x="16535" y="9940"/>
                  </a:lnTo>
                  <a:lnTo>
                    <a:pt x="16608" y="9525"/>
                  </a:lnTo>
                  <a:lnTo>
                    <a:pt x="16657" y="9085"/>
                  </a:lnTo>
                  <a:lnTo>
                    <a:pt x="16706" y="8670"/>
                  </a:lnTo>
                  <a:lnTo>
                    <a:pt x="16706" y="8231"/>
                  </a:lnTo>
                  <a:lnTo>
                    <a:pt x="16706" y="7864"/>
                  </a:lnTo>
                  <a:lnTo>
                    <a:pt x="16681" y="7498"/>
                  </a:lnTo>
                  <a:lnTo>
                    <a:pt x="16632" y="7132"/>
                  </a:lnTo>
                  <a:lnTo>
                    <a:pt x="16584" y="6790"/>
                  </a:lnTo>
                  <a:lnTo>
                    <a:pt x="16510" y="6423"/>
                  </a:lnTo>
                  <a:lnTo>
                    <a:pt x="16437" y="6081"/>
                  </a:lnTo>
                  <a:lnTo>
                    <a:pt x="16339" y="5739"/>
                  </a:lnTo>
                  <a:lnTo>
                    <a:pt x="16242" y="5398"/>
                  </a:lnTo>
                  <a:lnTo>
                    <a:pt x="15973" y="4763"/>
                  </a:lnTo>
                  <a:lnTo>
                    <a:pt x="15656" y="4128"/>
                  </a:lnTo>
                  <a:lnTo>
                    <a:pt x="15314" y="3541"/>
                  </a:lnTo>
                  <a:lnTo>
                    <a:pt x="14898" y="2980"/>
                  </a:lnTo>
                  <a:lnTo>
                    <a:pt x="14459" y="2467"/>
                  </a:lnTo>
                  <a:lnTo>
                    <a:pt x="13970" y="1978"/>
                  </a:lnTo>
                  <a:lnTo>
                    <a:pt x="13433" y="1539"/>
                  </a:lnTo>
                  <a:lnTo>
                    <a:pt x="12871" y="1123"/>
                  </a:lnTo>
                  <a:lnTo>
                    <a:pt x="12285" y="782"/>
                  </a:lnTo>
                  <a:lnTo>
                    <a:pt x="11675" y="464"/>
                  </a:lnTo>
                  <a:lnTo>
                    <a:pt x="11015" y="220"/>
                  </a:lnTo>
                  <a:lnTo>
                    <a:pt x="10673" y="98"/>
                  </a:lnTo>
                  <a:lnTo>
                    <a:pt x="10331"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3" name="Google Shape;673;p31"/>
          <p:cNvGrpSpPr/>
          <p:nvPr/>
        </p:nvGrpSpPr>
        <p:grpSpPr>
          <a:xfrm>
            <a:off x="4824295" y="913514"/>
            <a:ext cx="432881" cy="421637"/>
            <a:chOff x="5926225" y="921350"/>
            <a:chExt cx="517800" cy="504350"/>
          </a:xfrm>
        </p:grpSpPr>
        <p:sp>
          <p:nvSpPr>
            <p:cNvPr id="674" name="Google Shape;674;p31"/>
            <p:cNvSpPr/>
            <p:nvPr/>
          </p:nvSpPr>
          <p:spPr>
            <a:xfrm>
              <a:off x="5926225" y="921350"/>
              <a:ext cx="517800" cy="504350"/>
            </a:xfrm>
            <a:custGeom>
              <a:rect b="b" l="l" r="r" t="t"/>
              <a:pathLst>
                <a:path extrusionOk="0" h="20174" w="20712">
                  <a:moveTo>
                    <a:pt x="10356" y="2858"/>
                  </a:moveTo>
                  <a:lnTo>
                    <a:pt x="10722" y="2882"/>
                  </a:lnTo>
                  <a:lnTo>
                    <a:pt x="11089" y="2907"/>
                  </a:lnTo>
                  <a:lnTo>
                    <a:pt x="11455" y="2956"/>
                  </a:lnTo>
                  <a:lnTo>
                    <a:pt x="11821" y="3004"/>
                  </a:lnTo>
                  <a:lnTo>
                    <a:pt x="12163" y="3102"/>
                  </a:lnTo>
                  <a:lnTo>
                    <a:pt x="12505" y="3200"/>
                  </a:lnTo>
                  <a:lnTo>
                    <a:pt x="12847" y="3298"/>
                  </a:lnTo>
                  <a:lnTo>
                    <a:pt x="13165" y="3444"/>
                  </a:lnTo>
                  <a:lnTo>
                    <a:pt x="13482" y="3591"/>
                  </a:lnTo>
                  <a:lnTo>
                    <a:pt x="13800" y="3737"/>
                  </a:lnTo>
                  <a:lnTo>
                    <a:pt x="14093" y="3908"/>
                  </a:lnTo>
                  <a:lnTo>
                    <a:pt x="14386" y="4104"/>
                  </a:lnTo>
                  <a:lnTo>
                    <a:pt x="14679" y="4299"/>
                  </a:lnTo>
                  <a:lnTo>
                    <a:pt x="14948" y="4519"/>
                  </a:lnTo>
                  <a:lnTo>
                    <a:pt x="15216" y="4739"/>
                  </a:lnTo>
                  <a:lnTo>
                    <a:pt x="15460" y="4983"/>
                  </a:lnTo>
                  <a:lnTo>
                    <a:pt x="15705" y="5227"/>
                  </a:lnTo>
                  <a:lnTo>
                    <a:pt x="15925" y="5496"/>
                  </a:lnTo>
                  <a:lnTo>
                    <a:pt x="16144" y="5764"/>
                  </a:lnTo>
                  <a:lnTo>
                    <a:pt x="16340" y="6057"/>
                  </a:lnTo>
                  <a:lnTo>
                    <a:pt x="16535" y="6350"/>
                  </a:lnTo>
                  <a:lnTo>
                    <a:pt x="16706" y="6644"/>
                  </a:lnTo>
                  <a:lnTo>
                    <a:pt x="16853" y="6961"/>
                  </a:lnTo>
                  <a:lnTo>
                    <a:pt x="16999" y="7279"/>
                  </a:lnTo>
                  <a:lnTo>
                    <a:pt x="17146" y="7596"/>
                  </a:lnTo>
                  <a:lnTo>
                    <a:pt x="17243" y="7938"/>
                  </a:lnTo>
                  <a:lnTo>
                    <a:pt x="17341" y="8280"/>
                  </a:lnTo>
                  <a:lnTo>
                    <a:pt x="17439" y="8622"/>
                  </a:lnTo>
                  <a:lnTo>
                    <a:pt x="17488" y="8988"/>
                  </a:lnTo>
                  <a:lnTo>
                    <a:pt x="17536" y="9354"/>
                  </a:lnTo>
                  <a:lnTo>
                    <a:pt x="17561" y="9721"/>
                  </a:lnTo>
                  <a:lnTo>
                    <a:pt x="17585" y="10087"/>
                  </a:lnTo>
                  <a:lnTo>
                    <a:pt x="17561" y="10454"/>
                  </a:lnTo>
                  <a:lnTo>
                    <a:pt x="17536" y="10820"/>
                  </a:lnTo>
                  <a:lnTo>
                    <a:pt x="17488" y="11186"/>
                  </a:lnTo>
                  <a:lnTo>
                    <a:pt x="17439" y="11553"/>
                  </a:lnTo>
                  <a:lnTo>
                    <a:pt x="17341" y="11894"/>
                  </a:lnTo>
                  <a:lnTo>
                    <a:pt x="17243" y="12236"/>
                  </a:lnTo>
                  <a:lnTo>
                    <a:pt x="17146" y="12578"/>
                  </a:lnTo>
                  <a:lnTo>
                    <a:pt x="16999" y="12896"/>
                  </a:lnTo>
                  <a:lnTo>
                    <a:pt x="16853" y="13213"/>
                  </a:lnTo>
                  <a:lnTo>
                    <a:pt x="16706" y="13531"/>
                  </a:lnTo>
                  <a:lnTo>
                    <a:pt x="16535" y="13824"/>
                  </a:lnTo>
                  <a:lnTo>
                    <a:pt x="16340" y="14117"/>
                  </a:lnTo>
                  <a:lnTo>
                    <a:pt x="16144" y="14410"/>
                  </a:lnTo>
                  <a:lnTo>
                    <a:pt x="15925" y="14679"/>
                  </a:lnTo>
                  <a:lnTo>
                    <a:pt x="15705" y="14947"/>
                  </a:lnTo>
                  <a:lnTo>
                    <a:pt x="15460" y="15192"/>
                  </a:lnTo>
                  <a:lnTo>
                    <a:pt x="15216" y="15436"/>
                  </a:lnTo>
                  <a:lnTo>
                    <a:pt x="14948" y="15656"/>
                  </a:lnTo>
                  <a:lnTo>
                    <a:pt x="14679" y="15875"/>
                  </a:lnTo>
                  <a:lnTo>
                    <a:pt x="14386" y="16071"/>
                  </a:lnTo>
                  <a:lnTo>
                    <a:pt x="14093" y="16266"/>
                  </a:lnTo>
                  <a:lnTo>
                    <a:pt x="13800" y="16437"/>
                  </a:lnTo>
                  <a:lnTo>
                    <a:pt x="13482" y="16584"/>
                  </a:lnTo>
                  <a:lnTo>
                    <a:pt x="13165" y="16730"/>
                  </a:lnTo>
                  <a:lnTo>
                    <a:pt x="12847" y="16877"/>
                  </a:lnTo>
                  <a:lnTo>
                    <a:pt x="12505" y="16974"/>
                  </a:lnTo>
                  <a:lnTo>
                    <a:pt x="12163" y="17072"/>
                  </a:lnTo>
                  <a:lnTo>
                    <a:pt x="11821" y="17170"/>
                  </a:lnTo>
                  <a:lnTo>
                    <a:pt x="11455" y="17219"/>
                  </a:lnTo>
                  <a:lnTo>
                    <a:pt x="11089" y="17268"/>
                  </a:lnTo>
                  <a:lnTo>
                    <a:pt x="10722" y="17292"/>
                  </a:lnTo>
                  <a:lnTo>
                    <a:pt x="10356" y="17316"/>
                  </a:lnTo>
                  <a:lnTo>
                    <a:pt x="9990" y="17292"/>
                  </a:lnTo>
                  <a:lnTo>
                    <a:pt x="9623" y="17268"/>
                  </a:lnTo>
                  <a:lnTo>
                    <a:pt x="9257" y="17219"/>
                  </a:lnTo>
                  <a:lnTo>
                    <a:pt x="8891" y="17170"/>
                  </a:lnTo>
                  <a:lnTo>
                    <a:pt x="8549" y="17072"/>
                  </a:lnTo>
                  <a:lnTo>
                    <a:pt x="8207" y="16974"/>
                  </a:lnTo>
                  <a:lnTo>
                    <a:pt x="7865" y="16877"/>
                  </a:lnTo>
                  <a:lnTo>
                    <a:pt x="7547" y="16730"/>
                  </a:lnTo>
                  <a:lnTo>
                    <a:pt x="7230" y="16584"/>
                  </a:lnTo>
                  <a:lnTo>
                    <a:pt x="6912" y="16437"/>
                  </a:lnTo>
                  <a:lnTo>
                    <a:pt x="6619" y="16266"/>
                  </a:lnTo>
                  <a:lnTo>
                    <a:pt x="6326" y="16071"/>
                  </a:lnTo>
                  <a:lnTo>
                    <a:pt x="6033" y="15875"/>
                  </a:lnTo>
                  <a:lnTo>
                    <a:pt x="5765" y="15656"/>
                  </a:lnTo>
                  <a:lnTo>
                    <a:pt x="5496" y="15436"/>
                  </a:lnTo>
                  <a:lnTo>
                    <a:pt x="5252" y="15192"/>
                  </a:lnTo>
                  <a:lnTo>
                    <a:pt x="5007" y="14947"/>
                  </a:lnTo>
                  <a:lnTo>
                    <a:pt x="4788" y="14679"/>
                  </a:lnTo>
                  <a:lnTo>
                    <a:pt x="4568" y="14410"/>
                  </a:lnTo>
                  <a:lnTo>
                    <a:pt x="4372" y="14117"/>
                  </a:lnTo>
                  <a:lnTo>
                    <a:pt x="4177" y="13824"/>
                  </a:lnTo>
                  <a:lnTo>
                    <a:pt x="4006" y="13531"/>
                  </a:lnTo>
                  <a:lnTo>
                    <a:pt x="3860" y="13213"/>
                  </a:lnTo>
                  <a:lnTo>
                    <a:pt x="3713" y="12896"/>
                  </a:lnTo>
                  <a:lnTo>
                    <a:pt x="3566" y="12578"/>
                  </a:lnTo>
                  <a:lnTo>
                    <a:pt x="3469" y="12236"/>
                  </a:lnTo>
                  <a:lnTo>
                    <a:pt x="3371" y="11894"/>
                  </a:lnTo>
                  <a:lnTo>
                    <a:pt x="3273" y="11553"/>
                  </a:lnTo>
                  <a:lnTo>
                    <a:pt x="3225" y="11186"/>
                  </a:lnTo>
                  <a:lnTo>
                    <a:pt x="3176" y="10820"/>
                  </a:lnTo>
                  <a:lnTo>
                    <a:pt x="3151" y="10454"/>
                  </a:lnTo>
                  <a:lnTo>
                    <a:pt x="3127" y="10087"/>
                  </a:lnTo>
                  <a:lnTo>
                    <a:pt x="3151" y="9721"/>
                  </a:lnTo>
                  <a:lnTo>
                    <a:pt x="3176" y="9354"/>
                  </a:lnTo>
                  <a:lnTo>
                    <a:pt x="3225" y="8988"/>
                  </a:lnTo>
                  <a:lnTo>
                    <a:pt x="3273" y="8622"/>
                  </a:lnTo>
                  <a:lnTo>
                    <a:pt x="3371" y="8280"/>
                  </a:lnTo>
                  <a:lnTo>
                    <a:pt x="3469" y="7938"/>
                  </a:lnTo>
                  <a:lnTo>
                    <a:pt x="3566" y="7596"/>
                  </a:lnTo>
                  <a:lnTo>
                    <a:pt x="3713" y="7279"/>
                  </a:lnTo>
                  <a:lnTo>
                    <a:pt x="3860" y="6961"/>
                  </a:lnTo>
                  <a:lnTo>
                    <a:pt x="4006" y="6644"/>
                  </a:lnTo>
                  <a:lnTo>
                    <a:pt x="4177" y="6350"/>
                  </a:lnTo>
                  <a:lnTo>
                    <a:pt x="4372" y="6057"/>
                  </a:lnTo>
                  <a:lnTo>
                    <a:pt x="4568" y="5764"/>
                  </a:lnTo>
                  <a:lnTo>
                    <a:pt x="4788" y="5496"/>
                  </a:lnTo>
                  <a:lnTo>
                    <a:pt x="5007" y="5227"/>
                  </a:lnTo>
                  <a:lnTo>
                    <a:pt x="5252" y="4983"/>
                  </a:lnTo>
                  <a:lnTo>
                    <a:pt x="5496" y="4739"/>
                  </a:lnTo>
                  <a:lnTo>
                    <a:pt x="5765" y="4519"/>
                  </a:lnTo>
                  <a:lnTo>
                    <a:pt x="6033" y="4299"/>
                  </a:lnTo>
                  <a:lnTo>
                    <a:pt x="6326" y="4104"/>
                  </a:lnTo>
                  <a:lnTo>
                    <a:pt x="6619" y="3908"/>
                  </a:lnTo>
                  <a:lnTo>
                    <a:pt x="6912" y="3737"/>
                  </a:lnTo>
                  <a:lnTo>
                    <a:pt x="7230" y="3591"/>
                  </a:lnTo>
                  <a:lnTo>
                    <a:pt x="7547" y="3444"/>
                  </a:lnTo>
                  <a:lnTo>
                    <a:pt x="7865" y="3298"/>
                  </a:lnTo>
                  <a:lnTo>
                    <a:pt x="8207" y="3200"/>
                  </a:lnTo>
                  <a:lnTo>
                    <a:pt x="8549" y="3102"/>
                  </a:lnTo>
                  <a:lnTo>
                    <a:pt x="8891" y="3004"/>
                  </a:lnTo>
                  <a:lnTo>
                    <a:pt x="9257" y="2956"/>
                  </a:lnTo>
                  <a:lnTo>
                    <a:pt x="9623" y="2907"/>
                  </a:lnTo>
                  <a:lnTo>
                    <a:pt x="9990" y="2882"/>
                  </a:lnTo>
                  <a:lnTo>
                    <a:pt x="10356" y="2858"/>
                  </a:lnTo>
                  <a:close/>
                  <a:moveTo>
                    <a:pt x="8060" y="0"/>
                  </a:moveTo>
                  <a:lnTo>
                    <a:pt x="6717" y="2516"/>
                  </a:lnTo>
                  <a:lnTo>
                    <a:pt x="3908" y="2003"/>
                  </a:lnTo>
                  <a:lnTo>
                    <a:pt x="3786" y="4861"/>
                  </a:lnTo>
                  <a:lnTo>
                    <a:pt x="1026" y="5593"/>
                  </a:lnTo>
                  <a:lnTo>
                    <a:pt x="2174" y="8207"/>
                  </a:lnTo>
                  <a:lnTo>
                    <a:pt x="1" y="10087"/>
                  </a:lnTo>
                  <a:lnTo>
                    <a:pt x="2174" y="11968"/>
                  </a:lnTo>
                  <a:lnTo>
                    <a:pt x="1026" y="14581"/>
                  </a:lnTo>
                  <a:lnTo>
                    <a:pt x="3786" y="15314"/>
                  </a:lnTo>
                  <a:lnTo>
                    <a:pt x="3908" y="18171"/>
                  </a:lnTo>
                  <a:lnTo>
                    <a:pt x="6717" y="17658"/>
                  </a:lnTo>
                  <a:lnTo>
                    <a:pt x="8060" y="20174"/>
                  </a:lnTo>
                  <a:lnTo>
                    <a:pt x="10356" y="18489"/>
                  </a:lnTo>
                  <a:lnTo>
                    <a:pt x="12652" y="20174"/>
                  </a:lnTo>
                  <a:lnTo>
                    <a:pt x="13995" y="17658"/>
                  </a:lnTo>
                  <a:lnTo>
                    <a:pt x="16804" y="18171"/>
                  </a:lnTo>
                  <a:lnTo>
                    <a:pt x="16926" y="15314"/>
                  </a:lnTo>
                  <a:lnTo>
                    <a:pt x="19686" y="14581"/>
                  </a:lnTo>
                  <a:lnTo>
                    <a:pt x="18538" y="11968"/>
                  </a:lnTo>
                  <a:lnTo>
                    <a:pt x="20711" y="10087"/>
                  </a:lnTo>
                  <a:lnTo>
                    <a:pt x="18538" y="8207"/>
                  </a:lnTo>
                  <a:lnTo>
                    <a:pt x="19686" y="5593"/>
                  </a:lnTo>
                  <a:lnTo>
                    <a:pt x="16926" y="4861"/>
                  </a:lnTo>
                  <a:lnTo>
                    <a:pt x="16804" y="2003"/>
                  </a:lnTo>
                  <a:lnTo>
                    <a:pt x="13995" y="2516"/>
                  </a:lnTo>
                  <a:lnTo>
                    <a:pt x="12652" y="0"/>
                  </a:lnTo>
                  <a:lnTo>
                    <a:pt x="10356" y="1686"/>
                  </a:lnTo>
                  <a:lnTo>
                    <a:pt x="8060"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31"/>
            <p:cNvSpPr/>
            <p:nvPr/>
          </p:nvSpPr>
          <p:spPr>
            <a:xfrm>
              <a:off x="6016600" y="1005000"/>
              <a:ext cx="337050" cy="337050"/>
            </a:xfrm>
            <a:custGeom>
              <a:rect b="b" l="l" r="r" t="t"/>
              <a:pathLst>
                <a:path extrusionOk="0" h="13482" w="13482">
                  <a:moveTo>
                    <a:pt x="6741" y="0"/>
                  </a:moveTo>
                  <a:lnTo>
                    <a:pt x="6399" y="25"/>
                  </a:lnTo>
                  <a:lnTo>
                    <a:pt x="6057" y="49"/>
                  </a:lnTo>
                  <a:lnTo>
                    <a:pt x="5715" y="98"/>
                  </a:lnTo>
                  <a:lnTo>
                    <a:pt x="5398" y="147"/>
                  </a:lnTo>
                  <a:lnTo>
                    <a:pt x="5056" y="220"/>
                  </a:lnTo>
                  <a:lnTo>
                    <a:pt x="4738" y="318"/>
                  </a:lnTo>
                  <a:lnTo>
                    <a:pt x="4421" y="416"/>
                  </a:lnTo>
                  <a:lnTo>
                    <a:pt x="4128" y="538"/>
                  </a:lnTo>
                  <a:lnTo>
                    <a:pt x="3835" y="684"/>
                  </a:lnTo>
                  <a:lnTo>
                    <a:pt x="3542" y="831"/>
                  </a:lnTo>
                  <a:lnTo>
                    <a:pt x="3249" y="977"/>
                  </a:lnTo>
                  <a:lnTo>
                    <a:pt x="2980" y="1173"/>
                  </a:lnTo>
                  <a:lnTo>
                    <a:pt x="2711" y="1344"/>
                  </a:lnTo>
                  <a:lnTo>
                    <a:pt x="2467" y="1539"/>
                  </a:lnTo>
                  <a:lnTo>
                    <a:pt x="2223" y="1759"/>
                  </a:lnTo>
                  <a:lnTo>
                    <a:pt x="1979" y="1979"/>
                  </a:lnTo>
                  <a:lnTo>
                    <a:pt x="1759" y="2223"/>
                  </a:lnTo>
                  <a:lnTo>
                    <a:pt x="1539" y="2467"/>
                  </a:lnTo>
                  <a:lnTo>
                    <a:pt x="1344" y="2711"/>
                  </a:lnTo>
                  <a:lnTo>
                    <a:pt x="1173" y="2980"/>
                  </a:lnTo>
                  <a:lnTo>
                    <a:pt x="977" y="3249"/>
                  </a:lnTo>
                  <a:lnTo>
                    <a:pt x="831" y="3542"/>
                  </a:lnTo>
                  <a:lnTo>
                    <a:pt x="684" y="3835"/>
                  </a:lnTo>
                  <a:lnTo>
                    <a:pt x="538" y="4128"/>
                  </a:lnTo>
                  <a:lnTo>
                    <a:pt x="416" y="4421"/>
                  </a:lnTo>
                  <a:lnTo>
                    <a:pt x="318" y="4738"/>
                  </a:lnTo>
                  <a:lnTo>
                    <a:pt x="220" y="5056"/>
                  </a:lnTo>
                  <a:lnTo>
                    <a:pt x="147" y="5398"/>
                  </a:lnTo>
                  <a:lnTo>
                    <a:pt x="98" y="5715"/>
                  </a:lnTo>
                  <a:lnTo>
                    <a:pt x="49" y="6057"/>
                  </a:lnTo>
                  <a:lnTo>
                    <a:pt x="25" y="6399"/>
                  </a:lnTo>
                  <a:lnTo>
                    <a:pt x="0" y="6741"/>
                  </a:lnTo>
                  <a:lnTo>
                    <a:pt x="25" y="7083"/>
                  </a:lnTo>
                  <a:lnTo>
                    <a:pt x="49" y="7425"/>
                  </a:lnTo>
                  <a:lnTo>
                    <a:pt x="98" y="7767"/>
                  </a:lnTo>
                  <a:lnTo>
                    <a:pt x="147" y="8084"/>
                  </a:lnTo>
                  <a:lnTo>
                    <a:pt x="220" y="8426"/>
                  </a:lnTo>
                  <a:lnTo>
                    <a:pt x="318" y="8744"/>
                  </a:lnTo>
                  <a:lnTo>
                    <a:pt x="416" y="9061"/>
                  </a:lnTo>
                  <a:lnTo>
                    <a:pt x="538" y="9354"/>
                  </a:lnTo>
                  <a:lnTo>
                    <a:pt x="684" y="9648"/>
                  </a:lnTo>
                  <a:lnTo>
                    <a:pt x="831" y="9941"/>
                  </a:lnTo>
                  <a:lnTo>
                    <a:pt x="977" y="10234"/>
                  </a:lnTo>
                  <a:lnTo>
                    <a:pt x="1173" y="10502"/>
                  </a:lnTo>
                  <a:lnTo>
                    <a:pt x="1344" y="10771"/>
                  </a:lnTo>
                  <a:lnTo>
                    <a:pt x="1539" y="11015"/>
                  </a:lnTo>
                  <a:lnTo>
                    <a:pt x="1759" y="11259"/>
                  </a:lnTo>
                  <a:lnTo>
                    <a:pt x="1979" y="11504"/>
                  </a:lnTo>
                  <a:lnTo>
                    <a:pt x="2223" y="11723"/>
                  </a:lnTo>
                  <a:lnTo>
                    <a:pt x="2467" y="11943"/>
                  </a:lnTo>
                  <a:lnTo>
                    <a:pt x="2711" y="12139"/>
                  </a:lnTo>
                  <a:lnTo>
                    <a:pt x="2980" y="12310"/>
                  </a:lnTo>
                  <a:lnTo>
                    <a:pt x="3249" y="12505"/>
                  </a:lnTo>
                  <a:lnTo>
                    <a:pt x="3542" y="12652"/>
                  </a:lnTo>
                  <a:lnTo>
                    <a:pt x="3835" y="12798"/>
                  </a:lnTo>
                  <a:lnTo>
                    <a:pt x="4128" y="12945"/>
                  </a:lnTo>
                  <a:lnTo>
                    <a:pt x="4421" y="13067"/>
                  </a:lnTo>
                  <a:lnTo>
                    <a:pt x="4738" y="13164"/>
                  </a:lnTo>
                  <a:lnTo>
                    <a:pt x="5056" y="13262"/>
                  </a:lnTo>
                  <a:lnTo>
                    <a:pt x="5398" y="13335"/>
                  </a:lnTo>
                  <a:lnTo>
                    <a:pt x="5715" y="13384"/>
                  </a:lnTo>
                  <a:lnTo>
                    <a:pt x="6057" y="13433"/>
                  </a:lnTo>
                  <a:lnTo>
                    <a:pt x="6399" y="13458"/>
                  </a:lnTo>
                  <a:lnTo>
                    <a:pt x="6741" y="13482"/>
                  </a:lnTo>
                  <a:lnTo>
                    <a:pt x="7083" y="13458"/>
                  </a:lnTo>
                  <a:lnTo>
                    <a:pt x="7425" y="13433"/>
                  </a:lnTo>
                  <a:lnTo>
                    <a:pt x="7767" y="13384"/>
                  </a:lnTo>
                  <a:lnTo>
                    <a:pt x="8084" y="13335"/>
                  </a:lnTo>
                  <a:lnTo>
                    <a:pt x="8426" y="13262"/>
                  </a:lnTo>
                  <a:lnTo>
                    <a:pt x="8744" y="13164"/>
                  </a:lnTo>
                  <a:lnTo>
                    <a:pt x="9061" y="13067"/>
                  </a:lnTo>
                  <a:lnTo>
                    <a:pt x="9354" y="12945"/>
                  </a:lnTo>
                  <a:lnTo>
                    <a:pt x="9647" y="12798"/>
                  </a:lnTo>
                  <a:lnTo>
                    <a:pt x="9940" y="12652"/>
                  </a:lnTo>
                  <a:lnTo>
                    <a:pt x="10234" y="12505"/>
                  </a:lnTo>
                  <a:lnTo>
                    <a:pt x="10502" y="12310"/>
                  </a:lnTo>
                  <a:lnTo>
                    <a:pt x="10771" y="12139"/>
                  </a:lnTo>
                  <a:lnTo>
                    <a:pt x="11015" y="11943"/>
                  </a:lnTo>
                  <a:lnTo>
                    <a:pt x="11259" y="11723"/>
                  </a:lnTo>
                  <a:lnTo>
                    <a:pt x="11504" y="11504"/>
                  </a:lnTo>
                  <a:lnTo>
                    <a:pt x="11723" y="11259"/>
                  </a:lnTo>
                  <a:lnTo>
                    <a:pt x="11943" y="11015"/>
                  </a:lnTo>
                  <a:lnTo>
                    <a:pt x="12139" y="10771"/>
                  </a:lnTo>
                  <a:lnTo>
                    <a:pt x="12310" y="10502"/>
                  </a:lnTo>
                  <a:lnTo>
                    <a:pt x="12505" y="10234"/>
                  </a:lnTo>
                  <a:lnTo>
                    <a:pt x="12651" y="9941"/>
                  </a:lnTo>
                  <a:lnTo>
                    <a:pt x="12798" y="9648"/>
                  </a:lnTo>
                  <a:lnTo>
                    <a:pt x="12945" y="9354"/>
                  </a:lnTo>
                  <a:lnTo>
                    <a:pt x="13067" y="9061"/>
                  </a:lnTo>
                  <a:lnTo>
                    <a:pt x="13164" y="8744"/>
                  </a:lnTo>
                  <a:lnTo>
                    <a:pt x="13262" y="8426"/>
                  </a:lnTo>
                  <a:lnTo>
                    <a:pt x="13335" y="8084"/>
                  </a:lnTo>
                  <a:lnTo>
                    <a:pt x="13384" y="7767"/>
                  </a:lnTo>
                  <a:lnTo>
                    <a:pt x="13433" y="7425"/>
                  </a:lnTo>
                  <a:lnTo>
                    <a:pt x="13457" y="7083"/>
                  </a:lnTo>
                  <a:lnTo>
                    <a:pt x="13482" y="6741"/>
                  </a:lnTo>
                  <a:lnTo>
                    <a:pt x="13457" y="6399"/>
                  </a:lnTo>
                  <a:lnTo>
                    <a:pt x="13433" y="6057"/>
                  </a:lnTo>
                  <a:lnTo>
                    <a:pt x="13384" y="5715"/>
                  </a:lnTo>
                  <a:lnTo>
                    <a:pt x="13335" y="5398"/>
                  </a:lnTo>
                  <a:lnTo>
                    <a:pt x="13262" y="5056"/>
                  </a:lnTo>
                  <a:lnTo>
                    <a:pt x="13164" y="4738"/>
                  </a:lnTo>
                  <a:lnTo>
                    <a:pt x="13067" y="4421"/>
                  </a:lnTo>
                  <a:lnTo>
                    <a:pt x="12945" y="4128"/>
                  </a:lnTo>
                  <a:lnTo>
                    <a:pt x="12798" y="3835"/>
                  </a:lnTo>
                  <a:lnTo>
                    <a:pt x="12651" y="3542"/>
                  </a:lnTo>
                  <a:lnTo>
                    <a:pt x="12505" y="3249"/>
                  </a:lnTo>
                  <a:lnTo>
                    <a:pt x="12310" y="2980"/>
                  </a:lnTo>
                  <a:lnTo>
                    <a:pt x="12139" y="2711"/>
                  </a:lnTo>
                  <a:lnTo>
                    <a:pt x="11943" y="2467"/>
                  </a:lnTo>
                  <a:lnTo>
                    <a:pt x="11723" y="2223"/>
                  </a:lnTo>
                  <a:lnTo>
                    <a:pt x="11504" y="1979"/>
                  </a:lnTo>
                  <a:lnTo>
                    <a:pt x="11259" y="1759"/>
                  </a:lnTo>
                  <a:lnTo>
                    <a:pt x="11015" y="1539"/>
                  </a:lnTo>
                  <a:lnTo>
                    <a:pt x="10771" y="1344"/>
                  </a:lnTo>
                  <a:lnTo>
                    <a:pt x="10502" y="1173"/>
                  </a:lnTo>
                  <a:lnTo>
                    <a:pt x="10234" y="977"/>
                  </a:lnTo>
                  <a:lnTo>
                    <a:pt x="9940" y="831"/>
                  </a:lnTo>
                  <a:lnTo>
                    <a:pt x="9647" y="684"/>
                  </a:lnTo>
                  <a:lnTo>
                    <a:pt x="9354" y="538"/>
                  </a:lnTo>
                  <a:lnTo>
                    <a:pt x="9061" y="416"/>
                  </a:lnTo>
                  <a:lnTo>
                    <a:pt x="8744" y="318"/>
                  </a:lnTo>
                  <a:lnTo>
                    <a:pt x="8426" y="220"/>
                  </a:lnTo>
                  <a:lnTo>
                    <a:pt x="8084" y="147"/>
                  </a:lnTo>
                  <a:lnTo>
                    <a:pt x="7767" y="98"/>
                  </a:lnTo>
                  <a:lnTo>
                    <a:pt x="7425" y="49"/>
                  </a:lnTo>
                  <a:lnTo>
                    <a:pt x="7083" y="25"/>
                  </a:lnTo>
                  <a:lnTo>
                    <a:pt x="6741"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6" name="Google Shape;676;p31"/>
          <p:cNvGrpSpPr/>
          <p:nvPr/>
        </p:nvGrpSpPr>
        <p:grpSpPr>
          <a:xfrm>
            <a:off x="5402118" y="921686"/>
            <a:ext cx="404290" cy="405314"/>
            <a:chOff x="6617400" y="931125"/>
            <a:chExt cx="483600" cy="484825"/>
          </a:xfrm>
        </p:grpSpPr>
        <p:sp>
          <p:nvSpPr>
            <p:cNvPr id="677" name="Google Shape;677;p31"/>
            <p:cNvSpPr/>
            <p:nvPr/>
          </p:nvSpPr>
          <p:spPr>
            <a:xfrm>
              <a:off x="6843925" y="1183900"/>
              <a:ext cx="121525" cy="232050"/>
            </a:xfrm>
            <a:custGeom>
              <a:rect b="b" l="l" r="r" t="t"/>
              <a:pathLst>
                <a:path extrusionOk="0" h="9282" w="4861">
                  <a:moveTo>
                    <a:pt x="1" y="0"/>
                  </a:moveTo>
                  <a:lnTo>
                    <a:pt x="1" y="6863"/>
                  </a:lnTo>
                  <a:lnTo>
                    <a:pt x="25" y="7107"/>
                  </a:lnTo>
                  <a:lnTo>
                    <a:pt x="49" y="7327"/>
                  </a:lnTo>
                  <a:lnTo>
                    <a:pt x="123" y="7572"/>
                  </a:lnTo>
                  <a:lnTo>
                    <a:pt x="196" y="7791"/>
                  </a:lnTo>
                  <a:lnTo>
                    <a:pt x="294" y="8011"/>
                  </a:lnTo>
                  <a:lnTo>
                    <a:pt x="416" y="8207"/>
                  </a:lnTo>
                  <a:lnTo>
                    <a:pt x="562" y="8402"/>
                  </a:lnTo>
                  <a:lnTo>
                    <a:pt x="709" y="8573"/>
                  </a:lnTo>
                  <a:lnTo>
                    <a:pt x="880" y="8719"/>
                  </a:lnTo>
                  <a:lnTo>
                    <a:pt x="1075" y="8866"/>
                  </a:lnTo>
                  <a:lnTo>
                    <a:pt x="1271" y="8988"/>
                  </a:lnTo>
                  <a:lnTo>
                    <a:pt x="1490" y="9086"/>
                  </a:lnTo>
                  <a:lnTo>
                    <a:pt x="1710" y="9159"/>
                  </a:lnTo>
                  <a:lnTo>
                    <a:pt x="1930" y="9232"/>
                  </a:lnTo>
                  <a:lnTo>
                    <a:pt x="2174" y="9257"/>
                  </a:lnTo>
                  <a:lnTo>
                    <a:pt x="2418" y="9281"/>
                  </a:lnTo>
                  <a:lnTo>
                    <a:pt x="2663" y="9257"/>
                  </a:lnTo>
                  <a:lnTo>
                    <a:pt x="2907" y="9232"/>
                  </a:lnTo>
                  <a:lnTo>
                    <a:pt x="3151" y="9159"/>
                  </a:lnTo>
                  <a:lnTo>
                    <a:pt x="3371" y="9086"/>
                  </a:lnTo>
                  <a:lnTo>
                    <a:pt x="3591" y="8988"/>
                  </a:lnTo>
                  <a:lnTo>
                    <a:pt x="3786" y="8866"/>
                  </a:lnTo>
                  <a:lnTo>
                    <a:pt x="3957" y="8719"/>
                  </a:lnTo>
                  <a:lnTo>
                    <a:pt x="4128" y="8573"/>
                  </a:lnTo>
                  <a:lnTo>
                    <a:pt x="4299" y="8402"/>
                  </a:lnTo>
                  <a:lnTo>
                    <a:pt x="4446" y="8207"/>
                  </a:lnTo>
                  <a:lnTo>
                    <a:pt x="4568" y="8011"/>
                  </a:lnTo>
                  <a:lnTo>
                    <a:pt x="4665" y="7791"/>
                  </a:lnTo>
                  <a:lnTo>
                    <a:pt x="4739" y="7572"/>
                  </a:lnTo>
                  <a:lnTo>
                    <a:pt x="4812" y="7327"/>
                  </a:lnTo>
                  <a:lnTo>
                    <a:pt x="4836" y="7107"/>
                  </a:lnTo>
                  <a:lnTo>
                    <a:pt x="4861" y="6863"/>
                  </a:lnTo>
                  <a:lnTo>
                    <a:pt x="4836" y="6717"/>
                  </a:lnTo>
                  <a:lnTo>
                    <a:pt x="4812" y="6619"/>
                  </a:lnTo>
                  <a:lnTo>
                    <a:pt x="4739" y="6521"/>
                  </a:lnTo>
                  <a:lnTo>
                    <a:pt x="4665" y="6424"/>
                  </a:lnTo>
                  <a:lnTo>
                    <a:pt x="4592" y="6350"/>
                  </a:lnTo>
                  <a:lnTo>
                    <a:pt x="4470" y="6302"/>
                  </a:lnTo>
                  <a:lnTo>
                    <a:pt x="4372" y="6253"/>
                  </a:lnTo>
                  <a:lnTo>
                    <a:pt x="4128" y="6253"/>
                  </a:lnTo>
                  <a:lnTo>
                    <a:pt x="4006" y="6302"/>
                  </a:lnTo>
                  <a:lnTo>
                    <a:pt x="3908" y="6350"/>
                  </a:lnTo>
                  <a:lnTo>
                    <a:pt x="3811" y="6424"/>
                  </a:lnTo>
                  <a:lnTo>
                    <a:pt x="3737" y="6521"/>
                  </a:lnTo>
                  <a:lnTo>
                    <a:pt x="3688" y="6619"/>
                  </a:lnTo>
                  <a:lnTo>
                    <a:pt x="3640" y="6717"/>
                  </a:lnTo>
                  <a:lnTo>
                    <a:pt x="3640" y="6863"/>
                  </a:lnTo>
                  <a:lnTo>
                    <a:pt x="3615" y="7083"/>
                  </a:lnTo>
                  <a:lnTo>
                    <a:pt x="3542" y="7327"/>
                  </a:lnTo>
                  <a:lnTo>
                    <a:pt x="3420" y="7523"/>
                  </a:lnTo>
                  <a:lnTo>
                    <a:pt x="3273" y="7718"/>
                  </a:lnTo>
                  <a:lnTo>
                    <a:pt x="3102" y="7865"/>
                  </a:lnTo>
                  <a:lnTo>
                    <a:pt x="2907" y="7962"/>
                  </a:lnTo>
                  <a:lnTo>
                    <a:pt x="2663" y="8036"/>
                  </a:lnTo>
                  <a:lnTo>
                    <a:pt x="2418" y="8060"/>
                  </a:lnTo>
                  <a:lnTo>
                    <a:pt x="2174" y="8036"/>
                  </a:lnTo>
                  <a:lnTo>
                    <a:pt x="1954" y="7962"/>
                  </a:lnTo>
                  <a:lnTo>
                    <a:pt x="1759" y="7865"/>
                  </a:lnTo>
                  <a:lnTo>
                    <a:pt x="1564" y="7718"/>
                  </a:lnTo>
                  <a:lnTo>
                    <a:pt x="1417" y="7523"/>
                  </a:lnTo>
                  <a:lnTo>
                    <a:pt x="1319" y="7327"/>
                  </a:lnTo>
                  <a:lnTo>
                    <a:pt x="1246" y="7083"/>
                  </a:lnTo>
                  <a:lnTo>
                    <a:pt x="1222" y="6863"/>
                  </a:lnTo>
                  <a:lnTo>
                    <a:pt x="1222" y="0"/>
                  </a:lnTo>
                  <a:lnTo>
                    <a:pt x="953" y="220"/>
                  </a:lnTo>
                  <a:lnTo>
                    <a:pt x="880" y="293"/>
                  </a:lnTo>
                  <a:lnTo>
                    <a:pt x="806" y="342"/>
                  </a:lnTo>
                  <a:lnTo>
                    <a:pt x="709" y="367"/>
                  </a:lnTo>
                  <a:lnTo>
                    <a:pt x="513" y="367"/>
                  </a:lnTo>
                  <a:lnTo>
                    <a:pt x="416" y="342"/>
                  </a:lnTo>
                  <a:lnTo>
                    <a:pt x="342" y="293"/>
                  </a:lnTo>
                  <a:lnTo>
                    <a:pt x="269" y="220"/>
                  </a:lnTo>
                  <a:lnTo>
                    <a:pt x="1"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1"/>
            <p:cNvSpPr/>
            <p:nvPr/>
          </p:nvSpPr>
          <p:spPr>
            <a:xfrm>
              <a:off x="6617400" y="931125"/>
              <a:ext cx="483600" cy="259500"/>
            </a:xfrm>
            <a:custGeom>
              <a:rect b="b" l="l" r="r" t="t"/>
              <a:pathLst>
                <a:path extrusionOk="0" h="10380" w="19344">
                  <a:moveTo>
                    <a:pt x="5252" y="9769"/>
                  </a:moveTo>
                  <a:lnTo>
                    <a:pt x="5252" y="9769"/>
                  </a:lnTo>
                  <a:lnTo>
                    <a:pt x="5252" y="9769"/>
                  </a:lnTo>
                  <a:close/>
                  <a:moveTo>
                    <a:pt x="9672" y="0"/>
                  </a:moveTo>
                  <a:lnTo>
                    <a:pt x="9550" y="25"/>
                  </a:lnTo>
                  <a:lnTo>
                    <a:pt x="9428" y="49"/>
                  </a:lnTo>
                  <a:lnTo>
                    <a:pt x="9330" y="122"/>
                  </a:lnTo>
                  <a:lnTo>
                    <a:pt x="9232" y="196"/>
                  </a:lnTo>
                  <a:lnTo>
                    <a:pt x="9159" y="269"/>
                  </a:lnTo>
                  <a:lnTo>
                    <a:pt x="9110" y="367"/>
                  </a:lnTo>
                  <a:lnTo>
                    <a:pt x="9086" y="489"/>
                  </a:lnTo>
                  <a:lnTo>
                    <a:pt x="9062" y="611"/>
                  </a:lnTo>
                  <a:lnTo>
                    <a:pt x="9062" y="1246"/>
                  </a:lnTo>
                  <a:lnTo>
                    <a:pt x="8622" y="1270"/>
                  </a:lnTo>
                  <a:lnTo>
                    <a:pt x="8182" y="1343"/>
                  </a:lnTo>
                  <a:lnTo>
                    <a:pt x="7767" y="1417"/>
                  </a:lnTo>
                  <a:lnTo>
                    <a:pt x="7328" y="1514"/>
                  </a:lnTo>
                  <a:lnTo>
                    <a:pt x="6912" y="1612"/>
                  </a:lnTo>
                  <a:lnTo>
                    <a:pt x="6497" y="1759"/>
                  </a:lnTo>
                  <a:lnTo>
                    <a:pt x="6082" y="1905"/>
                  </a:lnTo>
                  <a:lnTo>
                    <a:pt x="5691" y="2076"/>
                  </a:lnTo>
                  <a:lnTo>
                    <a:pt x="5300" y="2247"/>
                  </a:lnTo>
                  <a:lnTo>
                    <a:pt x="4910" y="2467"/>
                  </a:lnTo>
                  <a:lnTo>
                    <a:pt x="4543" y="2687"/>
                  </a:lnTo>
                  <a:lnTo>
                    <a:pt x="4177" y="2931"/>
                  </a:lnTo>
                  <a:lnTo>
                    <a:pt x="3811" y="3175"/>
                  </a:lnTo>
                  <a:lnTo>
                    <a:pt x="3469" y="3468"/>
                  </a:lnTo>
                  <a:lnTo>
                    <a:pt x="3151" y="3761"/>
                  </a:lnTo>
                  <a:lnTo>
                    <a:pt x="2834" y="4054"/>
                  </a:lnTo>
                  <a:lnTo>
                    <a:pt x="2516" y="4372"/>
                  </a:lnTo>
                  <a:lnTo>
                    <a:pt x="2223" y="4714"/>
                  </a:lnTo>
                  <a:lnTo>
                    <a:pt x="1930" y="5080"/>
                  </a:lnTo>
                  <a:lnTo>
                    <a:pt x="1686" y="5422"/>
                  </a:lnTo>
                  <a:lnTo>
                    <a:pt x="1442" y="5788"/>
                  </a:lnTo>
                  <a:lnTo>
                    <a:pt x="1222" y="6179"/>
                  </a:lnTo>
                  <a:lnTo>
                    <a:pt x="1002" y="6570"/>
                  </a:lnTo>
                  <a:lnTo>
                    <a:pt x="807" y="6961"/>
                  </a:lnTo>
                  <a:lnTo>
                    <a:pt x="660" y="7376"/>
                  </a:lnTo>
                  <a:lnTo>
                    <a:pt x="489" y="7791"/>
                  </a:lnTo>
                  <a:lnTo>
                    <a:pt x="367" y="8206"/>
                  </a:lnTo>
                  <a:lnTo>
                    <a:pt x="245" y="8622"/>
                  </a:lnTo>
                  <a:lnTo>
                    <a:pt x="172" y="9061"/>
                  </a:lnTo>
                  <a:lnTo>
                    <a:pt x="98" y="9501"/>
                  </a:lnTo>
                  <a:lnTo>
                    <a:pt x="25" y="9940"/>
                  </a:lnTo>
                  <a:lnTo>
                    <a:pt x="1" y="10380"/>
                  </a:lnTo>
                  <a:lnTo>
                    <a:pt x="196" y="10111"/>
                  </a:lnTo>
                  <a:lnTo>
                    <a:pt x="465" y="9867"/>
                  </a:lnTo>
                  <a:lnTo>
                    <a:pt x="758" y="9647"/>
                  </a:lnTo>
                  <a:lnTo>
                    <a:pt x="1075" y="9452"/>
                  </a:lnTo>
                  <a:lnTo>
                    <a:pt x="1442" y="9305"/>
                  </a:lnTo>
                  <a:lnTo>
                    <a:pt x="1808" y="9183"/>
                  </a:lnTo>
                  <a:lnTo>
                    <a:pt x="2223" y="9110"/>
                  </a:lnTo>
                  <a:lnTo>
                    <a:pt x="2638" y="9086"/>
                  </a:lnTo>
                  <a:lnTo>
                    <a:pt x="2956" y="9110"/>
                  </a:lnTo>
                  <a:lnTo>
                    <a:pt x="3249" y="9134"/>
                  </a:lnTo>
                  <a:lnTo>
                    <a:pt x="3542" y="9208"/>
                  </a:lnTo>
                  <a:lnTo>
                    <a:pt x="3811" y="9281"/>
                  </a:lnTo>
                  <a:lnTo>
                    <a:pt x="4079" y="9379"/>
                  </a:lnTo>
                  <a:lnTo>
                    <a:pt x="4323" y="9501"/>
                  </a:lnTo>
                  <a:lnTo>
                    <a:pt x="4543" y="9647"/>
                  </a:lnTo>
                  <a:lnTo>
                    <a:pt x="4763" y="9794"/>
                  </a:lnTo>
                  <a:lnTo>
                    <a:pt x="4812" y="9305"/>
                  </a:lnTo>
                  <a:lnTo>
                    <a:pt x="4934" y="8573"/>
                  </a:lnTo>
                  <a:lnTo>
                    <a:pt x="5007" y="8109"/>
                  </a:lnTo>
                  <a:lnTo>
                    <a:pt x="5129" y="7620"/>
                  </a:lnTo>
                  <a:lnTo>
                    <a:pt x="5276" y="7107"/>
                  </a:lnTo>
                  <a:lnTo>
                    <a:pt x="5447" y="6546"/>
                  </a:lnTo>
                  <a:lnTo>
                    <a:pt x="5642" y="5984"/>
                  </a:lnTo>
                  <a:lnTo>
                    <a:pt x="5887" y="5373"/>
                  </a:lnTo>
                  <a:lnTo>
                    <a:pt x="6180" y="4763"/>
                  </a:lnTo>
                  <a:lnTo>
                    <a:pt x="6522" y="4152"/>
                  </a:lnTo>
                  <a:lnTo>
                    <a:pt x="6888" y="3542"/>
                  </a:lnTo>
                  <a:lnTo>
                    <a:pt x="7303" y="2931"/>
                  </a:lnTo>
                  <a:lnTo>
                    <a:pt x="7792" y="2345"/>
                  </a:lnTo>
                  <a:lnTo>
                    <a:pt x="8329" y="1783"/>
                  </a:lnTo>
                  <a:lnTo>
                    <a:pt x="8402" y="1710"/>
                  </a:lnTo>
                  <a:lnTo>
                    <a:pt x="8597" y="1710"/>
                  </a:lnTo>
                  <a:lnTo>
                    <a:pt x="8671" y="1783"/>
                  </a:lnTo>
                  <a:lnTo>
                    <a:pt x="8720" y="1856"/>
                  </a:lnTo>
                  <a:lnTo>
                    <a:pt x="8744" y="1954"/>
                  </a:lnTo>
                  <a:lnTo>
                    <a:pt x="8720" y="2027"/>
                  </a:lnTo>
                  <a:lnTo>
                    <a:pt x="8671" y="2125"/>
                  </a:lnTo>
                  <a:lnTo>
                    <a:pt x="8182" y="2662"/>
                  </a:lnTo>
                  <a:lnTo>
                    <a:pt x="7718" y="3200"/>
                  </a:lnTo>
                  <a:lnTo>
                    <a:pt x="7328" y="3786"/>
                  </a:lnTo>
                  <a:lnTo>
                    <a:pt x="6961" y="4348"/>
                  </a:lnTo>
                  <a:lnTo>
                    <a:pt x="6668" y="4934"/>
                  </a:lnTo>
                  <a:lnTo>
                    <a:pt x="6375" y="5495"/>
                  </a:lnTo>
                  <a:lnTo>
                    <a:pt x="6155" y="6082"/>
                  </a:lnTo>
                  <a:lnTo>
                    <a:pt x="5960" y="6619"/>
                  </a:lnTo>
                  <a:lnTo>
                    <a:pt x="5789" y="7156"/>
                  </a:lnTo>
                  <a:lnTo>
                    <a:pt x="5642" y="7645"/>
                  </a:lnTo>
                  <a:lnTo>
                    <a:pt x="5520" y="8109"/>
                  </a:lnTo>
                  <a:lnTo>
                    <a:pt x="5423" y="8548"/>
                  </a:lnTo>
                  <a:lnTo>
                    <a:pt x="5300" y="9257"/>
                  </a:lnTo>
                  <a:lnTo>
                    <a:pt x="5252" y="9769"/>
                  </a:lnTo>
                  <a:lnTo>
                    <a:pt x="5471" y="9623"/>
                  </a:lnTo>
                  <a:lnTo>
                    <a:pt x="5691" y="9476"/>
                  </a:lnTo>
                  <a:lnTo>
                    <a:pt x="5935" y="9379"/>
                  </a:lnTo>
                  <a:lnTo>
                    <a:pt x="6180" y="9281"/>
                  </a:lnTo>
                  <a:lnTo>
                    <a:pt x="6448" y="9208"/>
                  </a:lnTo>
                  <a:lnTo>
                    <a:pt x="6741" y="9134"/>
                  </a:lnTo>
                  <a:lnTo>
                    <a:pt x="7034" y="9110"/>
                  </a:lnTo>
                  <a:lnTo>
                    <a:pt x="7328" y="9086"/>
                  </a:lnTo>
                  <a:lnTo>
                    <a:pt x="7645" y="9110"/>
                  </a:lnTo>
                  <a:lnTo>
                    <a:pt x="7938" y="9134"/>
                  </a:lnTo>
                  <a:lnTo>
                    <a:pt x="8207" y="9208"/>
                  </a:lnTo>
                  <a:lnTo>
                    <a:pt x="8475" y="9281"/>
                  </a:lnTo>
                  <a:lnTo>
                    <a:pt x="8744" y="9379"/>
                  </a:lnTo>
                  <a:lnTo>
                    <a:pt x="8988" y="9501"/>
                  </a:lnTo>
                  <a:lnTo>
                    <a:pt x="9208" y="9623"/>
                  </a:lnTo>
                  <a:lnTo>
                    <a:pt x="9428" y="9794"/>
                  </a:lnTo>
                  <a:lnTo>
                    <a:pt x="9428" y="1954"/>
                  </a:lnTo>
                  <a:lnTo>
                    <a:pt x="9452" y="1856"/>
                  </a:lnTo>
                  <a:lnTo>
                    <a:pt x="9501" y="1783"/>
                  </a:lnTo>
                  <a:lnTo>
                    <a:pt x="9574" y="1710"/>
                  </a:lnTo>
                  <a:lnTo>
                    <a:pt x="9770" y="1710"/>
                  </a:lnTo>
                  <a:lnTo>
                    <a:pt x="9843" y="1783"/>
                  </a:lnTo>
                  <a:lnTo>
                    <a:pt x="9892" y="1856"/>
                  </a:lnTo>
                  <a:lnTo>
                    <a:pt x="9916" y="1954"/>
                  </a:lnTo>
                  <a:lnTo>
                    <a:pt x="9916" y="9794"/>
                  </a:lnTo>
                  <a:lnTo>
                    <a:pt x="10136" y="9623"/>
                  </a:lnTo>
                  <a:lnTo>
                    <a:pt x="10356" y="9501"/>
                  </a:lnTo>
                  <a:lnTo>
                    <a:pt x="10600" y="9379"/>
                  </a:lnTo>
                  <a:lnTo>
                    <a:pt x="10869" y="9281"/>
                  </a:lnTo>
                  <a:lnTo>
                    <a:pt x="11137" y="9208"/>
                  </a:lnTo>
                  <a:lnTo>
                    <a:pt x="11406" y="9134"/>
                  </a:lnTo>
                  <a:lnTo>
                    <a:pt x="11699" y="9110"/>
                  </a:lnTo>
                  <a:lnTo>
                    <a:pt x="12017" y="9086"/>
                  </a:lnTo>
                  <a:lnTo>
                    <a:pt x="12310" y="9110"/>
                  </a:lnTo>
                  <a:lnTo>
                    <a:pt x="12603" y="9134"/>
                  </a:lnTo>
                  <a:lnTo>
                    <a:pt x="12896" y="9208"/>
                  </a:lnTo>
                  <a:lnTo>
                    <a:pt x="13165" y="9281"/>
                  </a:lnTo>
                  <a:lnTo>
                    <a:pt x="13409" y="9379"/>
                  </a:lnTo>
                  <a:lnTo>
                    <a:pt x="13653" y="9476"/>
                  </a:lnTo>
                  <a:lnTo>
                    <a:pt x="13873" y="9623"/>
                  </a:lnTo>
                  <a:lnTo>
                    <a:pt x="14093" y="9769"/>
                  </a:lnTo>
                  <a:lnTo>
                    <a:pt x="14019" y="9257"/>
                  </a:lnTo>
                  <a:lnTo>
                    <a:pt x="13897" y="8548"/>
                  </a:lnTo>
                  <a:lnTo>
                    <a:pt x="13824" y="8109"/>
                  </a:lnTo>
                  <a:lnTo>
                    <a:pt x="13702" y="7645"/>
                  </a:lnTo>
                  <a:lnTo>
                    <a:pt x="13555" y="7132"/>
                  </a:lnTo>
                  <a:lnTo>
                    <a:pt x="13384" y="6619"/>
                  </a:lnTo>
                  <a:lnTo>
                    <a:pt x="13189" y="6057"/>
                  </a:lnTo>
                  <a:lnTo>
                    <a:pt x="12945" y="5495"/>
                  </a:lnTo>
                  <a:lnTo>
                    <a:pt x="12676" y="4934"/>
                  </a:lnTo>
                  <a:lnTo>
                    <a:pt x="12359" y="4348"/>
                  </a:lnTo>
                  <a:lnTo>
                    <a:pt x="12017" y="3786"/>
                  </a:lnTo>
                  <a:lnTo>
                    <a:pt x="11626" y="3200"/>
                  </a:lnTo>
                  <a:lnTo>
                    <a:pt x="11162" y="2662"/>
                  </a:lnTo>
                  <a:lnTo>
                    <a:pt x="10673" y="2125"/>
                  </a:lnTo>
                  <a:lnTo>
                    <a:pt x="10625" y="2027"/>
                  </a:lnTo>
                  <a:lnTo>
                    <a:pt x="10600" y="1954"/>
                  </a:lnTo>
                  <a:lnTo>
                    <a:pt x="10625" y="1856"/>
                  </a:lnTo>
                  <a:lnTo>
                    <a:pt x="10673" y="1783"/>
                  </a:lnTo>
                  <a:lnTo>
                    <a:pt x="10747" y="1710"/>
                  </a:lnTo>
                  <a:lnTo>
                    <a:pt x="10942" y="1710"/>
                  </a:lnTo>
                  <a:lnTo>
                    <a:pt x="11015" y="1783"/>
                  </a:lnTo>
                  <a:lnTo>
                    <a:pt x="11553" y="2345"/>
                  </a:lnTo>
                  <a:lnTo>
                    <a:pt x="12017" y="2931"/>
                  </a:lnTo>
                  <a:lnTo>
                    <a:pt x="12456" y="3542"/>
                  </a:lnTo>
                  <a:lnTo>
                    <a:pt x="12823" y="4152"/>
                  </a:lnTo>
                  <a:lnTo>
                    <a:pt x="13165" y="4787"/>
                  </a:lnTo>
                  <a:lnTo>
                    <a:pt x="13458" y="5373"/>
                  </a:lnTo>
                  <a:lnTo>
                    <a:pt x="13702" y="5984"/>
                  </a:lnTo>
                  <a:lnTo>
                    <a:pt x="13897" y="6546"/>
                  </a:lnTo>
                  <a:lnTo>
                    <a:pt x="14068" y="7107"/>
                  </a:lnTo>
                  <a:lnTo>
                    <a:pt x="14215" y="7620"/>
                  </a:lnTo>
                  <a:lnTo>
                    <a:pt x="14337" y="8109"/>
                  </a:lnTo>
                  <a:lnTo>
                    <a:pt x="14410" y="8573"/>
                  </a:lnTo>
                  <a:lnTo>
                    <a:pt x="14532" y="9305"/>
                  </a:lnTo>
                  <a:lnTo>
                    <a:pt x="14581" y="9794"/>
                  </a:lnTo>
                  <a:lnTo>
                    <a:pt x="14801" y="9647"/>
                  </a:lnTo>
                  <a:lnTo>
                    <a:pt x="15021" y="9501"/>
                  </a:lnTo>
                  <a:lnTo>
                    <a:pt x="15265" y="9379"/>
                  </a:lnTo>
                  <a:lnTo>
                    <a:pt x="15534" y="9281"/>
                  </a:lnTo>
                  <a:lnTo>
                    <a:pt x="15802" y="9208"/>
                  </a:lnTo>
                  <a:lnTo>
                    <a:pt x="16095" y="9134"/>
                  </a:lnTo>
                  <a:lnTo>
                    <a:pt x="16388" y="9110"/>
                  </a:lnTo>
                  <a:lnTo>
                    <a:pt x="16706" y="9086"/>
                  </a:lnTo>
                  <a:lnTo>
                    <a:pt x="17121" y="9110"/>
                  </a:lnTo>
                  <a:lnTo>
                    <a:pt x="17536" y="9183"/>
                  </a:lnTo>
                  <a:lnTo>
                    <a:pt x="17903" y="9305"/>
                  </a:lnTo>
                  <a:lnTo>
                    <a:pt x="18269" y="9452"/>
                  </a:lnTo>
                  <a:lnTo>
                    <a:pt x="18587" y="9647"/>
                  </a:lnTo>
                  <a:lnTo>
                    <a:pt x="18880" y="9867"/>
                  </a:lnTo>
                  <a:lnTo>
                    <a:pt x="19148" y="10111"/>
                  </a:lnTo>
                  <a:lnTo>
                    <a:pt x="19344" y="10380"/>
                  </a:lnTo>
                  <a:lnTo>
                    <a:pt x="19319" y="9940"/>
                  </a:lnTo>
                  <a:lnTo>
                    <a:pt x="19246" y="9501"/>
                  </a:lnTo>
                  <a:lnTo>
                    <a:pt x="19173" y="9061"/>
                  </a:lnTo>
                  <a:lnTo>
                    <a:pt x="19099" y="8622"/>
                  </a:lnTo>
                  <a:lnTo>
                    <a:pt x="18977" y="8206"/>
                  </a:lnTo>
                  <a:lnTo>
                    <a:pt x="18855" y="7791"/>
                  </a:lnTo>
                  <a:lnTo>
                    <a:pt x="18684" y="7376"/>
                  </a:lnTo>
                  <a:lnTo>
                    <a:pt x="18538" y="6961"/>
                  </a:lnTo>
                  <a:lnTo>
                    <a:pt x="18342" y="6570"/>
                  </a:lnTo>
                  <a:lnTo>
                    <a:pt x="18122" y="6179"/>
                  </a:lnTo>
                  <a:lnTo>
                    <a:pt x="17903" y="5788"/>
                  </a:lnTo>
                  <a:lnTo>
                    <a:pt x="17658" y="5422"/>
                  </a:lnTo>
                  <a:lnTo>
                    <a:pt x="17414" y="5080"/>
                  </a:lnTo>
                  <a:lnTo>
                    <a:pt x="17121" y="4714"/>
                  </a:lnTo>
                  <a:lnTo>
                    <a:pt x="16828" y="4372"/>
                  </a:lnTo>
                  <a:lnTo>
                    <a:pt x="16511" y="4054"/>
                  </a:lnTo>
                  <a:lnTo>
                    <a:pt x="16193" y="3761"/>
                  </a:lnTo>
                  <a:lnTo>
                    <a:pt x="15876" y="3468"/>
                  </a:lnTo>
                  <a:lnTo>
                    <a:pt x="15534" y="3175"/>
                  </a:lnTo>
                  <a:lnTo>
                    <a:pt x="15167" y="2931"/>
                  </a:lnTo>
                  <a:lnTo>
                    <a:pt x="14801" y="2687"/>
                  </a:lnTo>
                  <a:lnTo>
                    <a:pt x="14435" y="2467"/>
                  </a:lnTo>
                  <a:lnTo>
                    <a:pt x="14044" y="2247"/>
                  </a:lnTo>
                  <a:lnTo>
                    <a:pt x="13653" y="2076"/>
                  </a:lnTo>
                  <a:lnTo>
                    <a:pt x="13262" y="1905"/>
                  </a:lnTo>
                  <a:lnTo>
                    <a:pt x="12847" y="1759"/>
                  </a:lnTo>
                  <a:lnTo>
                    <a:pt x="12432" y="1612"/>
                  </a:lnTo>
                  <a:lnTo>
                    <a:pt x="12017" y="1514"/>
                  </a:lnTo>
                  <a:lnTo>
                    <a:pt x="11577" y="1417"/>
                  </a:lnTo>
                  <a:lnTo>
                    <a:pt x="11162" y="1343"/>
                  </a:lnTo>
                  <a:lnTo>
                    <a:pt x="10722" y="1270"/>
                  </a:lnTo>
                  <a:lnTo>
                    <a:pt x="10283" y="1246"/>
                  </a:lnTo>
                  <a:lnTo>
                    <a:pt x="10283" y="611"/>
                  </a:lnTo>
                  <a:lnTo>
                    <a:pt x="10258" y="489"/>
                  </a:lnTo>
                  <a:lnTo>
                    <a:pt x="10234" y="367"/>
                  </a:lnTo>
                  <a:lnTo>
                    <a:pt x="10185" y="269"/>
                  </a:lnTo>
                  <a:lnTo>
                    <a:pt x="10112" y="196"/>
                  </a:lnTo>
                  <a:lnTo>
                    <a:pt x="10014" y="122"/>
                  </a:lnTo>
                  <a:lnTo>
                    <a:pt x="9916" y="49"/>
                  </a:lnTo>
                  <a:lnTo>
                    <a:pt x="9794" y="25"/>
                  </a:lnTo>
                  <a:lnTo>
                    <a:pt x="9672"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9" name="Google Shape;679;p31"/>
          <p:cNvGrpSpPr/>
          <p:nvPr/>
        </p:nvGrpSpPr>
        <p:grpSpPr>
          <a:xfrm>
            <a:off x="337525" y="1551048"/>
            <a:ext cx="389994" cy="273623"/>
            <a:chOff x="559275" y="1683950"/>
            <a:chExt cx="466500" cy="327300"/>
          </a:xfrm>
        </p:grpSpPr>
        <p:sp>
          <p:nvSpPr>
            <p:cNvPr id="680" name="Google Shape;680;p31"/>
            <p:cNvSpPr/>
            <p:nvPr/>
          </p:nvSpPr>
          <p:spPr>
            <a:xfrm>
              <a:off x="559275" y="1683950"/>
              <a:ext cx="466500" cy="197850"/>
            </a:xfrm>
            <a:custGeom>
              <a:rect b="b" l="l" r="r" t="t"/>
              <a:pathLst>
                <a:path extrusionOk="0" h="7914" w="1866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31"/>
            <p:cNvSpPr/>
            <p:nvPr/>
          </p:nvSpPr>
          <p:spPr>
            <a:xfrm>
              <a:off x="559275" y="1727925"/>
              <a:ext cx="466500" cy="283325"/>
            </a:xfrm>
            <a:custGeom>
              <a:rect b="b" l="l" r="r" t="t"/>
              <a:pathLst>
                <a:path extrusionOk="0" h="11333" w="1866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2" name="Google Shape;682;p31"/>
          <p:cNvGrpSpPr/>
          <p:nvPr/>
        </p:nvGrpSpPr>
        <p:grpSpPr>
          <a:xfrm>
            <a:off x="901052" y="1496958"/>
            <a:ext cx="389994" cy="381822"/>
            <a:chOff x="1233350" y="1619250"/>
            <a:chExt cx="466500" cy="456725"/>
          </a:xfrm>
        </p:grpSpPr>
        <p:sp>
          <p:nvSpPr>
            <p:cNvPr id="683" name="Google Shape;683;p31"/>
            <p:cNvSpPr/>
            <p:nvPr/>
          </p:nvSpPr>
          <p:spPr>
            <a:xfrm>
              <a:off x="1233350" y="1619250"/>
              <a:ext cx="466500" cy="456725"/>
            </a:xfrm>
            <a:custGeom>
              <a:rect b="b" l="l" r="r" t="t"/>
              <a:pathLst>
                <a:path extrusionOk="0" h="18269" w="1866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1"/>
            <p:cNvSpPr/>
            <p:nvPr/>
          </p:nvSpPr>
          <p:spPr>
            <a:xfrm>
              <a:off x="1382325" y="1792025"/>
              <a:ext cx="168550" cy="12250"/>
            </a:xfrm>
            <a:custGeom>
              <a:rect b="b" l="l" r="r" t="t"/>
              <a:pathLst>
                <a:path extrusionOk="0" h="490" w="6742">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31"/>
            <p:cNvSpPr/>
            <p:nvPr/>
          </p:nvSpPr>
          <p:spPr>
            <a:xfrm>
              <a:off x="1382325" y="1825000"/>
              <a:ext cx="168550" cy="12250"/>
            </a:xfrm>
            <a:custGeom>
              <a:rect b="b" l="l" r="r" t="t"/>
              <a:pathLst>
                <a:path extrusionOk="0" h="490" w="6742">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31"/>
            <p:cNvSpPr/>
            <p:nvPr/>
          </p:nvSpPr>
          <p:spPr>
            <a:xfrm>
              <a:off x="1382325" y="1858575"/>
              <a:ext cx="70850" cy="12250"/>
            </a:xfrm>
            <a:custGeom>
              <a:rect b="b" l="l" r="r" t="t"/>
              <a:pathLst>
                <a:path extrusionOk="0" h="490" w="2834">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7" name="Google Shape;687;p31"/>
          <p:cNvGrpSpPr/>
          <p:nvPr/>
        </p:nvGrpSpPr>
        <p:grpSpPr>
          <a:xfrm>
            <a:off x="1476826" y="1505109"/>
            <a:ext cx="365499" cy="365499"/>
            <a:chOff x="1922075" y="1629000"/>
            <a:chExt cx="437200" cy="437200"/>
          </a:xfrm>
        </p:grpSpPr>
        <p:sp>
          <p:nvSpPr>
            <p:cNvPr id="688" name="Google Shape;688;p31"/>
            <p:cNvSpPr/>
            <p:nvPr/>
          </p:nvSpPr>
          <p:spPr>
            <a:xfrm>
              <a:off x="2208425" y="1629000"/>
              <a:ext cx="150850" cy="150850"/>
            </a:xfrm>
            <a:custGeom>
              <a:rect b="b" l="l" r="r" t="t"/>
              <a:pathLst>
                <a:path extrusionOk="0" h="6034" w="6034">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31"/>
            <p:cNvSpPr/>
            <p:nvPr/>
          </p:nvSpPr>
          <p:spPr>
            <a:xfrm>
              <a:off x="1922075" y="1686400"/>
              <a:ext cx="379800" cy="379800"/>
            </a:xfrm>
            <a:custGeom>
              <a:rect b="b" l="l" r="r" t="t"/>
              <a:pathLst>
                <a:path extrusionOk="0" h="15192" w="15192">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0" name="Google Shape;690;p31"/>
          <p:cNvGrpSpPr/>
          <p:nvPr/>
        </p:nvGrpSpPr>
        <p:grpSpPr>
          <a:xfrm>
            <a:off x="2038827" y="1503584"/>
            <a:ext cx="368551" cy="368551"/>
            <a:chOff x="2594325" y="1627175"/>
            <a:chExt cx="440850" cy="440850"/>
          </a:xfrm>
        </p:grpSpPr>
        <p:sp>
          <p:nvSpPr>
            <p:cNvPr id="691" name="Google Shape;691;p31"/>
            <p:cNvSpPr/>
            <p:nvPr/>
          </p:nvSpPr>
          <p:spPr>
            <a:xfrm>
              <a:off x="2594325" y="1890950"/>
              <a:ext cx="177075" cy="177075"/>
            </a:xfrm>
            <a:custGeom>
              <a:rect b="b" l="l" r="r" t="t"/>
              <a:pathLst>
                <a:path extrusionOk="0" h="7083" w="7083">
                  <a:moveTo>
                    <a:pt x="5544" y="0"/>
                  </a:moveTo>
                  <a:lnTo>
                    <a:pt x="538" y="5984"/>
                  </a:lnTo>
                  <a:lnTo>
                    <a:pt x="0" y="7083"/>
                  </a:lnTo>
                  <a:lnTo>
                    <a:pt x="1099" y="6546"/>
                  </a:lnTo>
                  <a:lnTo>
                    <a:pt x="7083" y="1539"/>
                  </a:lnTo>
                  <a:lnTo>
                    <a:pt x="5544"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31"/>
            <p:cNvSpPr/>
            <p:nvPr/>
          </p:nvSpPr>
          <p:spPr>
            <a:xfrm>
              <a:off x="2858700" y="1627175"/>
              <a:ext cx="176475" cy="176475"/>
            </a:xfrm>
            <a:custGeom>
              <a:rect b="b" l="l" r="r" t="t"/>
              <a:pathLst>
                <a:path extrusionOk="0" h="7059" w="7059">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31"/>
            <p:cNvSpPr/>
            <p:nvPr/>
          </p:nvSpPr>
          <p:spPr>
            <a:xfrm>
              <a:off x="2663325" y="1702275"/>
              <a:ext cx="296750" cy="296775"/>
            </a:xfrm>
            <a:custGeom>
              <a:rect b="b" l="l" r="r" t="t"/>
              <a:pathLst>
                <a:path extrusionOk="0" h="11871" w="1187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4" name="Google Shape;694;p31"/>
          <p:cNvSpPr/>
          <p:nvPr/>
        </p:nvSpPr>
        <p:spPr>
          <a:xfrm>
            <a:off x="2618782" y="1519981"/>
            <a:ext cx="335905" cy="335884"/>
          </a:xfrm>
          <a:custGeom>
            <a:rect b="b" l="l" r="r" t="t"/>
            <a:pathLst>
              <a:path extrusionOk="0" h="16071" w="16072">
                <a:moveTo>
                  <a:pt x="8036" y="0"/>
                </a:moveTo>
                <a:lnTo>
                  <a:pt x="7938" y="24"/>
                </a:lnTo>
                <a:lnTo>
                  <a:pt x="7792" y="98"/>
                </a:lnTo>
                <a:lnTo>
                  <a:pt x="7328" y="366"/>
                </a:lnTo>
                <a:lnTo>
                  <a:pt x="7059" y="537"/>
                </a:lnTo>
                <a:lnTo>
                  <a:pt x="6766" y="757"/>
                </a:lnTo>
                <a:lnTo>
                  <a:pt x="6448" y="977"/>
                </a:lnTo>
                <a:lnTo>
                  <a:pt x="6155" y="1246"/>
                </a:lnTo>
                <a:lnTo>
                  <a:pt x="5887" y="1514"/>
                </a:lnTo>
                <a:lnTo>
                  <a:pt x="5643" y="1807"/>
                </a:lnTo>
                <a:lnTo>
                  <a:pt x="5447" y="2100"/>
                </a:lnTo>
                <a:lnTo>
                  <a:pt x="5374" y="2247"/>
                </a:lnTo>
                <a:lnTo>
                  <a:pt x="5325" y="2418"/>
                </a:lnTo>
                <a:lnTo>
                  <a:pt x="5276" y="2564"/>
                </a:lnTo>
                <a:lnTo>
                  <a:pt x="5252" y="2711"/>
                </a:lnTo>
                <a:lnTo>
                  <a:pt x="5252" y="2858"/>
                </a:lnTo>
                <a:lnTo>
                  <a:pt x="5276" y="3029"/>
                </a:lnTo>
                <a:lnTo>
                  <a:pt x="5325" y="3175"/>
                </a:lnTo>
                <a:lnTo>
                  <a:pt x="5398" y="3322"/>
                </a:lnTo>
                <a:lnTo>
                  <a:pt x="5496" y="3468"/>
                </a:lnTo>
                <a:lnTo>
                  <a:pt x="5618" y="3615"/>
                </a:lnTo>
                <a:lnTo>
                  <a:pt x="5814" y="3761"/>
                </a:lnTo>
                <a:lnTo>
                  <a:pt x="6009" y="3859"/>
                </a:lnTo>
                <a:lnTo>
                  <a:pt x="6204" y="3957"/>
                </a:lnTo>
                <a:lnTo>
                  <a:pt x="6424" y="4005"/>
                </a:lnTo>
                <a:lnTo>
                  <a:pt x="6644" y="4054"/>
                </a:lnTo>
                <a:lnTo>
                  <a:pt x="6864" y="4152"/>
                </a:lnTo>
                <a:lnTo>
                  <a:pt x="7059" y="4250"/>
                </a:lnTo>
                <a:lnTo>
                  <a:pt x="7254" y="4421"/>
                </a:lnTo>
                <a:lnTo>
                  <a:pt x="7425" y="4616"/>
                </a:lnTo>
                <a:lnTo>
                  <a:pt x="7523" y="4836"/>
                </a:lnTo>
                <a:lnTo>
                  <a:pt x="7596" y="5080"/>
                </a:lnTo>
                <a:lnTo>
                  <a:pt x="7621" y="5373"/>
                </a:lnTo>
                <a:lnTo>
                  <a:pt x="7596" y="5569"/>
                </a:lnTo>
                <a:lnTo>
                  <a:pt x="7572" y="5788"/>
                </a:lnTo>
                <a:lnTo>
                  <a:pt x="7499" y="5984"/>
                </a:lnTo>
                <a:lnTo>
                  <a:pt x="7425" y="6179"/>
                </a:lnTo>
                <a:lnTo>
                  <a:pt x="7328" y="6374"/>
                </a:lnTo>
                <a:lnTo>
                  <a:pt x="7206" y="6570"/>
                </a:lnTo>
                <a:lnTo>
                  <a:pt x="7059" y="6741"/>
                </a:lnTo>
                <a:lnTo>
                  <a:pt x="6913" y="6912"/>
                </a:lnTo>
                <a:lnTo>
                  <a:pt x="6742" y="7058"/>
                </a:lnTo>
                <a:lnTo>
                  <a:pt x="6571" y="7205"/>
                </a:lnTo>
                <a:lnTo>
                  <a:pt x="6400" y="7303"/>
                </a:lnTo>
                <a:lnTo>
                  <a:pt x="6204" y="7425"/>
                </a:lnTo>
                <a:lnTo>
                  <a:pt x="6009" y="7498"/>
                </a:lnTo>
                <a:lnTo>
                  <a:pt x="5789" y="7571"/>
                </a:lnTo>
                <a:lnTo>
                  <a:pt x="5569" y="7596"/>
                </a:lnTo>
                <a:lnTo>
                  <a:pt x="5374" y="7620"/>
                </a:lnTo>
                <a:lnTo>
                  <a:pt x="5105" y="7596"/>
                </a:lnTo>
                <a:lnTo>
                  <a:pt x="4861" y="7522"/>
                </a:lnTo>
                <a:lnTo>
                  <a:pt x="4617" y="7425"/>
                </a:lnTo>
                <a:lnTo>
                  <a:pt x="4421" y="7254"/>
                </a:lnTo>
                <a:lnTo>
                  <a:pt x="4250" y="7058"/>
                </a:lnTo>
                <a:lnTo>
                  <a:pt x="4128" y="6839"/>
                </a:lnTo>
                <a:lnTo>
                  <a:pt x="4055" y="6619"/>
                </a:lnTo>
                <a:lnTo>
                  <a:pt x="3982" y="6399"/>
                </a:lnTo>
                <a:lnTo>
                  <a:pt x="3933" y="6204"/>
                </a:lnTo>
                <a:lnTo>
                  <a:pt x="3860" y="6008"/>
                </a:lnTo>
                <a:lnTo>
                  <a:pt x="3762" y="5813"/>
                </a:lnTo>
                <a:lnTo>
                  <a:pt x="3615" y="5617"/>
                </a:lnTo>
                <a:lnTo>
                  <a:pt x="3469" y="5495"/>
                </a:lnTo>
                <a:lnTo>
                  <a:pt x="3322" y="5398"/>
                </a:lnTo>
                <a:lnTo>
                  <a:pt x="3176" y="5324"/>
                </a:lnTo>
                <a:lnTo>
                  <a:pt x="3029" y="5275"/>
                </a:lnTo>
                <a:lnTo>
                  <a:pt x="2858" y="5251"/>
                </a:lnTo>
                <a:lnTo>
                  <a:pt x="2712" y="5251"/>
                </a:lnTo>
                <a:lnTo>
                  <a:pt x="2565" y="5275"/>
                </a:lnTo>
                <a:lnTo>
                  <a:pt x="2419" y="5324"/>
                </a:lnTo>
                <a:lnTo>
                  <a:pt x="2248" y="5373"/>
                </a:lnTo>
                <a:lnTo>
                  <a:pt x="2101" y="5446"/>
                </a:lnTo>
                <a:lnTo>
                  <a:pt x="1808" y="5642"/>
                </a:lnTo>
                <a:lnTo>
                  <a:pt x="1515" y="5886"/>
                </a:lnTo>
                <a:lnTo>
                  <a:pt x="1246" y="6155"/>
                </a:lnTo>
                <a:lnTo>
                  <a:pt x="978" y="6448"/>
                </a:lnTo>
                <a:lnTo>
                  <a:pt x="758" y="6765"/>
                </a:lnTo>
                <a:lnTo>
                  <a:pt x="538" y="7058"/>
                </a:lnTo>
                <a:lnTo>
                  <a:pt x="367" y="7327"/>
                </a:lnTo>
                <a:lnTo>
                  <a:pt x="99" y="7791"/>
                </a:lnTo>
                <a:lnTo>
                  <a:pt x="25" y="7938"/>
                </a:lnTo>
                <a:lnTo>
                  <a:pt x="1" y="8035"/>
                </a:lnTo>
                <a:lnTo>
                  <a:pt x="25" y="8231"/>
                </a:lnTo>
                <a:lnTo>
                  <a:pt x="74" y="8402"/>
                </a:lnTo>
                <a:lnTo>
                  <a:pt x="172" y="8597"/>
                </a:lnTo>
                <a:lnTo>
                  <a:pt x="294" y="8744"/>
                </a:lnTo>
                <a:lnTo>
                  <a:pt x="587" y="9012"/>
                </a:lnTo>
                <a:lnTo>
                  <a:pt x="880" y="9256"/>
                </a:lnTo>
                <a:lnTo>
                  <a:pt x="1417" y="9696"/>
                </a:lnTo>
                <a:lnTo>
                  <a:pt x="1906" y="10062"/>
                </a:lnTo>
                <a:lnTo>
                  <a:pt x="2101" y="10233"/>
                </a:lnTo>
                <a:lnTo>
                  <a:pt x="2297" y="10404"/>
                </a:lnTo>
                <a:lnTo>
                  <a:pt x="2419" y="10575"/>
                </a:lnTo>
                <a:lnTo>
                  <a:pt x="2541" y="10746"/>
                </a:lnTo>
                <a:lnTo>
                  <a:pt x="2590" y="10917"/>
                </a:lnTo>
                <a:lnTo>
                  <a:pt x="2590" y="11113"/>
                </a:lnTo>
                <a:lnTo>
                  <a:pt x="2541" y="11308"/>
                </a:lnTo>
                <a:lnTo>
                  <a:pt x="2443" y="11528"/>
                </a:lnTo>
                <a:lnTo>
                  <a:pt x="2272" y="11772"/>
                </a:lnTo>
                <a:lnTo>
                  <a:pt x="2004" y="12041"/>
                </a:lnTo>
                <a:lnTo>
                  <a:pt x="1833" y="12212"/>
                </a:lnTo>
                <a:lnTo>
                  <a:pt x="1637" y="12309"/>
                </a:lnTo>
                <a:lnTo>
                  <a:pt x="1417" y="12383"/>
                </a:lnTo>
                <a:lnTo>
                  <a:pt x="1222" y="12431"/>
                </a:lnTo>
                <a:lnTo>
                  <a:pt x="1002" y="12480"/>
                </a:lnTo>
                <a:lnTo>
                  <a:pt x="782" y="12578"/>
                </a:lnTo>
                <a:lnTo>
                  <a:pt x="587" y="12700"/>
                </a:lnTo>
                <a:lnTo>
                  <a:pt x="367" y="12871"/>
                </a:lnTo>
                <a:lnTo>
                  <a:pt x="196" y="13066"/>
                </a:lnTo>
                <a:lnTo>
                  <a:pt x="99" y="13286"/>
                </a:lnTo>
                <a:lnTo>
                  <a:pt x="25" y="13530"/>
                </a:lnTo>
                <a:lnTo>
                  <a:pt x="1" y="13799"/>
                </a:lnTo>
                <a:lnTo>
                  <a:pt x="25" y="14019"/>
                </a:lnTo>
                <a:lnTo>
                  <a:pt x="50" y="14239"/>
                </a:lnTo>
                <a:lnTo>
                  <a:pt x="123" y="14434"/>
                </a:lnTo>
                <a:lnTo>
                  <a:pt x="221" y="14654"/>
                </a:lnTo>
                <a:lnTo>
                  <a:pt x="318" y="14825"/>
                </a:lnTo>
                <a:lnTo>
                  <a:pt x="440" y="15020"/>
                </a:lnTo>
                <a:lnTo>
                  <a:pt x="563" y="15191"/>
                </a:lnTo>
                <a:lnTo>
                  <a:pt x="709" y="15362"/>
                </a:lnTo>
                <a:lnTo>
                  <a:pt x="880" y="15509"/>
                </a:lnTo>
                <a:lnTo>
                  <a:pt x="1051" y="15631"/>
                </a:lnTo>
                <a:lnTo>
                  <a:pt x="1246" y="15753"/>
                </a:lnTo>
                <a:lnTo>
                  <a:pt x="1442" y="15875"/>
                </a:lnTo>
                <a:lnTo>
                  <a:pt x="1637" y="15948"/>
                </a:lnTo>
                <a:lnTo>
                  <a:pt x="1857" y="16022"/>
                </a:lnTo>
                <a:lnTo>
                  <a:pt x="2052" y="16046"/>
                </a:lnTo>
                <a:lnTo>
                  <a:pt x="2272" y="16070"/>
                </a:lnTo>
                <a:lnTo>
                  <a:pt x="2541" y="16046"/>
                </a:lnTo>
                <a:lnTo>
                  <a:pt x="2785" y="15973"/>
                </a:lnTo>
                <a:lnTo>
                  <a:pt x="3005" y="15875"/>
                </a:lnTo>
                <a:lnTo>
                  <a:pt x="3200" y="15704"/>
                </a:lnTo>
                <a:lnTo>
                  <a:pt x="3371" y="15509"/>
                </a:lnTo>
                <a:lnTo>
                  <a:pt x="3493" y="15289"/>
                </a:lnTo>
                <a:lnTo>
                  <a:pt x="3567" y="15094"/>
                </a:lnTo>
                <a:lnTo>
                  <a:pt x="3615" y="14874"/>
                </a:lnTo>
                <a:lnTo>
                  <a:pt x="3689" y="14654"/>
                </a:lnTo>
                <a:lnTo>
                  <a:pt x="3762" y="14459"/>
                </a:lnTo>
                <a:lnTo>
                  <a:pt x="3860" y="14239"/>
                </a:lnTo>
                <a:lnTo>
                  <a:pt x="4031" y="14068"/>
                </a:lnTo>
                <a:lnTo>
                  <a:pt x="4299" y="13824"/>
                </a:lnTo>
                <a:lnTo>
                  <a:pt x="4544" y="13628"/>
                </a:lnTo>
                <a:lnTo>
                  <a:pt x="4763" y="13530"/>
                </a:lnTo>
                <a:lnTo>
                  <a:pt x="4959" y="13482"/>
                </a:lnTo>
                <a:lnTo>
                  <a:pt x="5154" y="13482"/>
                </a:lnTo>
                <a:lnTo>
                  <a:pt x="5325" y="13530"/>
                </a:lnTo>
                <a:lnTo>
                  <a:pt x="5496" y="13653"/>
                </a:lnTo>
                <a:lnTo>
                  <a:pt x="5667" y="13775"/>
                </a:lnTo>
                <a:lnTo>
                  <a:pt x="5838" y="13970"/>
                </a:lnTo>
                <a:lnTo>
                  <a:pt x="6009" y="14165"/>
                </a:lnTo>
                <a:lnTo>
                  <a:pt x="6375" y="14654"/>
                </a:lnTo>
                <a:lnTo>
                  <a:pt x="6815" y="15191"/>
                </a:lnTo>
                <a:lnTo>
                  <a:pt x="7059" y="15484"/>
                </a:lnTo>
                <a:lnTo>
                  <a:pt x="7328" y="15777"/>
                </a:lnTo>
                <a:lnTo>
                  <a:pt x="7474" y="15899"/>
                </a:lnTo>
                <a:lnTo>
                  <a:pt x="7670" y="15997"/>
                </a:lnTo>
                <a:lnTo>
                  <a:pt x="7841" y="16046"/>
                </a:lnTo>
                <a:lnTo>
                  <a:pt x="8036" y="16070"/>
                </a:lnTo>
                <a:lnTo>
                  <a:pt x="8134" y="16046"/>
                </a:lnTo>
                <a:lnTo>
                  <a:pt x="8280" y="15973"/>
                </a:lnTo>
                <a:lnTo>
                  <a:pt x="8744" y="15704"/>
                </a:lnTo>
                <a:lnTo>
                  <a:pt x="9013" y="15533"/>
                </a:lnTo>
                <a:lnTo>
                  <a:pt x="9306" y="15313"/>
                </a:lnTo>
                <a:lnTo>
                  <a:pt x="9623" y="15094"/>
                </a:lnTo>
                <a:lnTo>
                  <a:pt x="9917" y="14825"/>
                </a:lnTo>
                <a:lnTo>
                  <a:pt x="10185" y="14556"/>
                </a:lnTo>
                <a:lnTo>
                  <a:pt x="10429" y="14263"/>
                </a:lnTo>
                <a:lnTo>
                  <a:pt x="10625" y="13970"/>
                </a:lnTo>
                <a:lnTo>
                  <a:pt x="10698" y="13824"/>
                </a:lnTo>
                <a:lnTo>
                  <a:pt x="10747" y="13653"/>
                </a:lnTo>
                <a:lnTo>
                  <a:pt x="10796" y="13506"/>
                </a:lnTo>
                <a:lnTo>
                  <a:pt x="10820" y="13359"/>
                </a:lnTo>
                <a:lnTo>
                  <a:pt x="10820" y="13213"/>
                </a:lnTo>
                <a:lnTo>
                  <a:pt x="10796" y="13042"/>
                </a:lnTo>
                <a:lnTo>
                  <a:pt x="10747" y="12895"/>
                </a:lnTo>
                <a:lnTo>
                  <a:pt x="10674" y="12749"/>
                </a:lnTo>
                <a:lnTo>
                  <a:pt x="10576" y="12602"/>
                </a:lnTo>
                <a:lnTo>
                  <a:pt x="10454" y="12456"/>
                </a:lnTo>
                <a:lnTo>
                  <a:pt x="10258" y="12309"/>
                </a:lnTo>
                <a:lnTo>
                  <a:pt x="10063" y="12212"/>
                </a:lnTo>
                <a:lnTo>
                  <a:pt x="9868" y="12138"/>
                </a:lnTo>
                <a:lnTo>
                  <a:pt x="9648" y="12065"/>
                </a:lnTo>
                <a:lnTo>
                  <a:pt x="9428" y="12016"/>
                </a:lnTo>
                <a:lnTo>
                  <a:pt x="9208" y="11919"/>
                </a:lnTo>
                <a:lnTo>
                  <a:pt x="9013" y="11821"/>
                </a:lnTo>
                <a:lnTo>
                  <a:pt x="8818" y="11650"/>
                </a:lnTo>
                <a:lnTo>
                  <a:pt x="8647" y="11454"/>
                </a:lnTo>
                <a:lnTo>
                  <a:pt x="8549" y="11235"/>
                </a:lnTo>
                <a:lnTo>
                  <a:pt x="8476" y="10990"/>
                </a:lnTo>
                <a:lnTo>
                  <a:pt x="8451" y="10697"/>
                </a:lnTo>
                <a:lnTo>
                  <a:pt x="8476" y="10502"/>
                </a:lnTo>
                <a:lnTo>
                  <a:pt x="8500" y="10282"/>
                </a:lnTo>
                <a:lnTo>
                  <a:pt x="8573" y="10087"/>
                </a:lnTo>
                <a:lnTo>
                  <a:pt x="8647" y="9891"/>
                </a:lnTo>
                <a:lnTo>
                  <a:pt x="8744" y="9696"/>
                </a:lnTo>
                <a:lnTo>
                  <a:pt x="8866" y="9501"/>
                </a:lnTo>
                <a:lnTo>
                  <a:pt x="9013" y="9330"/>
                </a:lnTo>
                <a:lnTo>
                  <a:pt x="9159" y="9159"/>
                </a:lnTo>
                <a:lnTo>
                  <a:pt x="9330" y="9012"/>
                </a:lnTo>
                <a:lnTo>
                  <a:pt x="9501" y="8890"/>
                </a:lnTo>
                <a:lnTo>
                  <a:pt x="9672" y="8768"/>
                </a:lnTo>
                <a:lnTo>
                  <a:pt x="9868" y="8646"/>
                </a:lnTo>
                <a:lnTo>
                  <a:pt x="10063" y="8573"/>
                </a:lnTo>
                <a:lnTo>
                  <a:pt x="10283" y="8499"/>
                </a:lnTo>
                <a:lnTo>
                  <a:pt x="10503" y="8475"/>
                </a:lnTo>
                <a:lnTo>
                  <a:pt x="10698" y="8450"/>
                </a:lnTo>
                <a:lnTo>
                  <a:pt x="10967" y="8475"/>
                </a:lnTo>
                <a:lnTo>
                  <a:pt x="11211" y="8548"/>
                </a:lnTo>
                <a:lnTo>
                  <a:pt x="11455" y="8646"/>
                </a:lnTo>
                <a:lnTo>
                  <a:pt x="11651" y="8817"/>
                </a:lnTo>
                <a:lnTo>
                  <a:pt x="11822" y="9012"/>
                </a:lnTo>
                <a:lnTo>
                  <a:pt x="11944" y="9232"/>
                </a:lnTo>
                <a:lnTo>
                  <a:pt x="12017" y="9452"/>
                </a:lnTo>
                <a:lnTo>
                  <a:pt x="12090" y="9672"/>
                </a:lnTo>
                <a:lnTo>
                  <a:pt x="12139" y="9867"/>
                </a:lnTo>
                <a:lnTo>
                  <a:pt x="12212" y="10062"/>
                </a:lnTo>
                <a:lnTo>
                  <a:pt x="12310" y="10258"/>
                </a:lnTo>
                <a:lnTo>
                  <a:pt x="12457" y="10453"/>
                </a:lnTo>
                <a:lnTo>
                  <a:pt x="12603" y="10575"/>
                </a:lnTo>
                <a:lnTo>
                  <a:pt x="12750" y="10673"/>
                </a:lnTo>
                <a:lnTo>
                  <a:pt x="12896" y="10746"/>
                </a:lnTo>
                <a:lnTo>
                  <a:pt x="13043" y="10795"/>
                </a:lnTo>
                <a:lnTo>
                  <a:pt x="13214" y="10819"/>
                </a:lnTo>
                <a:lnTo>
                  <a:pt x="13360" y="10819"/>
                </a:lnTo>
                <a:lnTo>
                  <a:pt x="13507" y="10795"/>
                </a:lnTo>
                <a:lnTo>
                  <a:pt x="13653" y="10746"/>
                </a:lnTo>
                <a:lnTo>
                  <a:pt x="13824" y="10697"/>
                </a:lnTo>
                <a:lnTo>
                  <a:pt x="13971" y="10624"/>
                </a:lnTo>
                <a:lnTo>
                  <a:pt x="14264" y="10429"/>
                </a:lnTo>
                <a:lnTo>
                  <a:pt x="14557" y="10184"/>
                </a:lnTo>
                <a:lnTo>
                  <a:pt x="14826" y="9916"/>
                </a:lnTo>
                <a:lnTo>
                  <a:pt x="15094" y="9623"/>
                </a:lnTo>
                <a:lnTo>
                  <a:pt x="15314" y="9305"/>
                </a:lnTo>
                <a:lnTo>
                  <a:pt x="15534" y="9012"/>
                </a:lnTo>
                <a:lnTo>
                  <a:pt x="15705" y="8744"/>
                </a:lnTo>
                <a:lnTo>
                  <a:pt x="15973" y="8279"/>
                </a:lnTo>
                <a:lnTo>
                  <a:pt x="16047" y="8133"/>
                </a:lnTo>
                <a:lnTo>
                  <a:pt x="16071" y="8035"/>
                </a:lnTo>
                <a:lnTo>
                  <a:pt x="16047" y="7840"/>
                </a:lnTo>
                <a:lnTo>
                  <a:pt x="15998" y="7669"/>
                </a:lnTo>
                <a:lnTo>
                  <a:pt x="15900" y="7474"/>
                </a:lnTo>
                <a:lnTo>
                  <a:pt x="15778" y="7327"/>
                </a:lnTo>
                <a:lnTo>
                  <a:pt x="15485" y="7058"/>
                </a:lnTo>
                <a:lnTo>
                  <a:pt x="15192" y="6814"/>
                </a:lnTo>
                <a:lnTo>
                  <a:pt x="14655" y="6374"/>
                </a:lnTo>
                <a:lnTo>
                  <a:pt x="14166" y="6008"/>
                </a:lnTo>
                <a:lnTo>
                  <a:pt x="13971" y="5837"/>
                </a:lnTo>
                <a:lnTo>
                  <a:pt x="13775" y="5666"/>
                </a:lnTo>
                <a:lnTo>
                  <a:pt x="13653" y="5495"/>
                </a:lnTo>
                <a:lnTo>
                  <a:pt x="13531" y="5324"/>
                </a:lnTo>
                <a:lnTo>
                  <a:pt x="13482" y="5153"/>
                </a:lnTo>
                <a:lnTo>
                  <a:pt x="13482" y="4958"/>
                </a:lnTo>
                <a:lnTo>
                  <a:pt x="13531" y="4763"/>
                </a:lnTo>
                <a:lnTo>
                  <a:pt x="13629" y="4543"/>
                </a:lnTo>
                <a:lnTo>
                  <a:pt x="13800" y="4299"/>
                </a:lnTo>
                <a:lnTo>
                  <a:pt x="14068" y="4030"/>
                </a:lnTo>
                <a:lnTo>
                  <a:pt x="14239" y="3859"/>
                </a:lnTo>
                <a:lnTo>
                  <a:pt x="14435" y="3761"/>
                </a:lnTo>
                <a:lnTo>
                  <a:pt x="14655" y="3688"/>
                </a:lnTo>
                <a:lnTo>
                  <a:pt x="14850" y="3639"/>
                </a:lnTo>
                <a:lnTo>
                  <a:pt x="15070" y="3590"/>
                </a:lnTo>
                <a:lnTo>
                  <a:pt x="15290" y="3493"/>
                </a:lnTo>
                <a:lnTo>
                  <a:pt x="15485" y="3370"/>
                </a:lnTo>
                <a:lnTo>
                  <a:pt x="15705" y="3199"/>
                </a:lnTo>
                <a:lnTo>
                  <a:pt x="15876" y="3004"/>
                </a:lnTo>
                <a:lnTo>
                  <a:pt x="15973" y="2784"/>
                </a:lnTo>
                <a:lnTo>
                  <a:pt x="16047" y="2540"/>
                </a:lnTo>
                <a:lnTo>
                  <a:pt x="16071" y="2271"/>
                </a:lnTo>
                <a:lnTo>
                  <a:pt x="16047" y="2052"/>
                </a:lnTo>
                <a:lnTo>
                  <a:pt x="16022" y="1832"/>
                </a:lnTo>
                <a:lnTo>
                  <a:pt x="15949" y="1636"/>
                </a:lnTo>
                <a:lnTo>
                  <a:pt x="15851" y="1417"/>
                </a:lnTo>
                <a:lnTo>
                  <a:pt x="15754" y="1246"/>
                </a:lnTo>
                <a:lnTo>
                  <a:pt x="15632" y="1050"/>
                </a:lnTo>
                <a:lnTo>
                  <a:pt x="15509" y="879"/>
                </a:lnTo>
                <a:lnTo>
                  <a:pt x="15363" y="708"/>
                </a:lnTo>
                <a:lnTo>
                  <a:pt x="15192" y="562"/>
                </a:lnTo>
                <a:lnTo>
                  <a:pt x="15021" y="440"/>
                </a:lnTo>
                <a:lnTo>
                  <a:pt x="14826" y="318"/>
                </a:lnTo>
                <a:lnTo>
                  <a:pt x="14630" y="195"/>
                </a:lnTo>
                <a:lnTo>
                  <a:pt x="14435" y="122"/>
                </a:lnTo>
                <a:lnTo>
                  <a:pt x="14215" y="49"/>
                </a:lnTo>
                <a:lnTo>
                  <a:pt x="14020" y="24"/>
                </a:lnTo>
                <a:lnTo>
                  <a:pt x="13800" y="0"/>
                </a:lnTo>
                <a:lnTo>
                  <a:pt x="13531" y="24"/>
                </a:lnTo>
                <a:lnTo>
                  <a:pt x="13287" y="98"/>
                </a:lnTo>
                <a:lnTo>
                  <a:pt x="13067" y="195"/>
                </a:lnTo>
                <a:lnTo>
                  <a:pt x="12872" y="366"/>
                </a:lnTo>
                <a:lnTo>
                  <a:pt x="12701" y="562"/>
                </a:lnTo>
                <a:lnTo>
                  <a:pt x="12579" y="782"/>
                </a:lnTo>
                <a:lnTo>
                  <a:pt x="12505" y="977"/>
                </a:lnTo>
                <a:lnTo>
                  <a:pt x="12457" y="1197"/>
                </a:lnTo>
                <a:lnTo>
                  <a:pt x="12383" y="1417"/>
                </a:lnTo>
                <a:lnTo>
                  <a:pt x="12310" y="1612"/>
                </a:lnTo>
                <a:lnTo>
                  <a:pt x="12212" y="1832"/>
                </a:lnTo>
                <a:lnTo>
                  <a:pt x="12041" y="2003"/>
                </a:lnTo>
                <a:lnTo>
                  <a:pt x="11773" y="2271"/>
                </a:lnTo>
                <a:lnTo>
                  <a:pt x="11528" y="2442"/>
                </a:lnTo>
                <a:lnTo>
                  <a:pt x="11309" y="2540"/>
                </a:lnTo>
                <a:lnTo>
                  <a:pt x="11113" y="2589"/>
                </a:lnTo>
                <a:lnTo>
                  <a:pt x="10918" y="2589"/>
                </a:lnTo>
                <a:lnTo>
                  <a:pt x="10747" y="2540"/>
                </a:lnTo>
                <a:lnTo>
                  <a:pt x="10576" y="2418"/>
                </a:lnTo>
                <a:lnTo>
                  <a:pt x="10405" y="2296"/>
                </a:lnTo>
                <a:lnTo>
                  <a:pt x="10234" y="2100"/>
                </a:lnTo>
                <a:lnTo>
                  <a:pt x="10063" y="1905"/>
                </a:lnTo>
                <a:lnTo>
                  <a:pt x="9697" y="1417"/>
                </a:lnTo>
                <a:lnTo>
                  <a:pt x="9257" y="879"/>
                </a:lnTo>
                <a:lnTo>
                  <a:pt x="9013" y="586"/>
                </a:lnTo>
                <a:lnTo>
                  <a:pt x="8744" y="293"/>
                </a:lnTo>
                <a:lnTo>
                  <a:pt x="8598" y="171"/>
                </a:lnTo>
                <a:lnTo>
                  <a:pt x="8402" y="73"/>
                </a:lnTo>
                <a:lnTo>
                  <a:pt x="8231" y="24"/>
                </a:lnTo>
                <a:lnTo>
                  <a:pt x="8036"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5" name="Google Shape;695;p31"/>
          <p:cNvGrpSpPr/>
          <p:nvPr/>
        </p:nvGrpSpPr>
        <p:grpSpPr>
          <a:xfrm>
            <a:off x="3200595" y="1476017"/>
            <a:ext cx="299121" cy="423685"/>
            <a:chOff x="3984000" y="1594200"/>
            <a:chExt cx="357800" cy="506800"/>
          </a:xfrm>
        </p:grpSpPr>
        <p:sp>
          <p:nvSpPr>
            <p:cNvPr id="696" name="Google Shape;696;p31"/>
            <p:cNvSpPr/>
            <p:nvPr/>
          </p:nvSpPr>
          <p:spPr>
            <a:xfrm>
              <a:off x="3984000" y="1597875"/>
              <a:ext cx="44575" cy="503125"/>
            </a:xfrm>
            <a:custGeom>
              <a:rect b="b" l="l" r="r" t="t"/>
              <a:pathLst>
                <a:path extrusionOk="0" h="20125" w="1783">
                  <a:moveTo>
                    <a:pt x="391" y="0"/>
                  </a:moveTo>
                  <a:lnTo>
                    <a:pt x="293" y="25"/>
                  </a:lnTo>
                  <a:lnTo>
                    <a:pt x="220" y="73"/>
                  </a:lnTo>
                  <a:lnTo>
                    <a:pt x="147" y="147"/>
                  </a:lnTo>
                  <a:lnTo>
                    <a:pt x="98" y="220"/>
                  </a:lnTo>
                  <a:lnTo>
                    <a:pt x="49" y="293"/>
                  </a:lnTo>
                  <a:lnTo>
                    <a:pt x="24" y="391"/>
                  </a:lnTo>
                  <a:lnTo>
                    <a:pt x="0" y="489"/>
                  </a:lnTo>
                  <a:lnTo>
                    <a:pt x="0" y="20125"/>
                  </a:lnTo>
                  <a:lnTo>
                    <a:pt x="1783" y="20125"/>
                  </a:lnTo>
                  <a:lnTo>
                    <a:pt x="1783" y="489"/>
                  </a:lnTo>
                  <a:lnTo>
                    <a:pt x="1783" y="391"/>
                  </a:lnTo>
                  <a:lnTo>
                    <a:pt x="1734" y="293"/>
                  </a:lnTo>
                  <a:lnTo>
                    <a:pt x="1710" y="220"/>
                  </a:lnTo>
                  <a:lnTo>
                    <a:pt x="1636" y="147"/>
                  </a:lnTo>
                  <a:lnTo>
                    <a:pt x="1563" y="73"/>
                  </a:lnTo>
                  <a:lnTo>
                    <a:pt x="1490" y="25"/>
                  </a:lnTo>
                  <a:lnTo>
                    <a:pt x="1392"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31"/>
            <p:cNvSpPr/>
            <p:nvPr/>
          </p:nvSpPr>
          <p:spPr>
            <a:xfrm>
              <a:off x="4041375" y="1594200"/>
              <a:ext cx="300425" cy="229600"/>
            </a:xfrm>
            <a:custGeom>
              <a:rect b="b" l="l" r="r" t="t"/>
              <a:pathLst>
                <a:path extrusionOk="0" h="9184" w="12017">
                  <a:moveTo>
                    <a:pt x="2541" y="1"/>
                  </a:moveTo>
                  <a:lnTo>
                    <a:pt x="2174" y="25"/>
                  </a:lnTo>
                  <a:lnTo>
                    <a:pt x="1808" y="74"/>
                  </a:lnTo>
                  <a:lnTo>
                    <a:pt x="1442" y="123"/>
                  </a:lnTo>
                  <a:lnTo>
                    <a:pt x="1100" y="245"/>
                  </a:lnTo>
                  <a:lnTo>
                    <a:pt x="734" y="367"/>
                  </a:lnTo>
                  <a:lnTo>
                    <a:pt x="367" y="538"/>
                  </a:lnTo>
                  <a:lnTo>
                    <a:pt x="1" y="758"/>
                  </a:lnTo>
                  <a:lnTo>
                    <a:pt x="1" y="8427"/>
                  </a:lnTo>
                  <a:lnTo>
                    <a:pt x="367" y="8207"/>
                  </a:lnTo>
                  <a:lnTo>
                    <a:pt x="734" y="8036"/>
                  </a:lnTo>
                  <a:lnTo>
                    <a:pt x="1100" y="7889"/>
                  </a:lnTo>
                  <a:lnTo>
                    <a:pt x="1442" y="7792"/>
                  </a:lnTo>
                  <a:lnTo>
                    <a:pt x="1808" y="7718"/>
                  </a:lnTo>
                  <a:lnTo>
                    <a:pt x="2174" y="7694"/>
                  </a:lnTo>
                  <a:lnTo>
                    <a:pt x="2541" y="7670"/>
                  </a:lnTo>
                  <a:lnTo>
                    <a:pt x="2883" y="7694"/>
                  </a:lnTo>
                  <a:lnTo>
                    <a:pt x="3249" y="7718"/>
                  </a:lnTo>
                  <a:lnTo>
                    <a:pt x="3615" y="7767"/>
                  </a:lnTo>
                  <a:lnTo>
                    <a:pt x="3982" y="7840"/>
                  </a:lnTo>
                  <a:lnTo>
                    <a:pt x="4324" y="7914"/>
                  </a:lnTo>
                  <a:lnTo>
                    <a:pt x="5056" y="8134"/>
                  </a:lnTo>
                  <a:lnTo>
                    <a:pt x="5765" y="8353"/>
                  </a:lnTo>
                  <a:lnTo>
                    <a:pt x="6497" y="8573"/>
                  </a:lnTo>
                  <a:lnTo>
                    <a:pt x="7206" y="8793"/>
                  </a:lnTo>
                  <a:lnTo>
                    <a:pt x="7938" y="8988"/>
                  </a:lnTo>
                  <a:lnTo>
                    <a:pt x="8305" y="9062"/>
                  </a:lnTo>
                  <a:lnTo>
                    <a:pt x="8647" y="9110"/>
                  </a:lnTo>
                  <a:lnTo>
                    <a:pt x="9013" y="9159"/>
                  </a:lnTo>
                  <a:lnTo>
                    <a:pt x="9379" y="9184"/>
                  </a:lnTo>
                  <a:lnTo>
                    <a:pt x="9746" y="9159"/>
                  </a:lnTo>
                  <a:lnTo>
                    <a:pt x="10088" y="9135"/>
                  </a:lnTo>
                  <a:lnTo>
                    <a:pt x="10454" y="9086"/>
                  </a:lnTo>
                  <a:lnTo>
                    <a:pt x="10820" y="8988"/>
                  </a:lnTo>
                  <a:lnTo>
                    <a:pt x="11187" y="8866"/>
                  </a:lnTo>
                  <a:lnTo>
                    <a:pt x="11529" y="8695"/>
                  </a:lnTo>
                  <a:lnTo>
                    <a:pt x="11699" y="8598"/>
                  </a:lnTo>
                  <a:lnTo>
                    <a:pt x="11822" y="8500"/>
                  </a:lnTo>
                  <a:lnTo>
                    <a:pt x="11895" y="8378"/>
                  </a:lnTo>
                  <a:lnTo>
                    <a:pt x="11968" y="8256"/>
                  </a:lnTo>
                  <a:lnTo>
                    <a:pt x="12017" y="8134"/>
                  </a:lnTo>
                  <a:lnTo>
                    <a:pt x="12017" y="8011"/>
                  </a:lnTo>
                  <a:lnTo>
                    <a:pt x="11968" y="7914"/>
                  </a:lnTo>
                  <a:lnTo>
                    <a:pt x="11919" y="7816"/>
                  </a:lnTo>
                  <a:lnTo>
                    <a:pt x="11529" y="7425"/>
                  </a:lnTo>
                  <a:lnTo>
                    <a:pt x="11138" y="6961"/>
                  </a:lnTo>
                  <a:lnTo>
                    <a:pt x="10771" y="6473"/>
                  </a:lnTo>
                  <a:lnTo>
                    <a:pt x="10381" y="5960"/>
                  </a:lnTo>
                  <a:lnTo>
                    <a:pt x="10307" y="5813"/>
                  </a:lnTo>
                  <a:lnTo>
                    <a:pt x="10259" y="5667"/>
                  </a:lnTo>
                  <a:lnTo>
                    <a:pt x="10234" y="5496"/>
                  </a:lnTo>
                  <a:lnTo>
                    <a:pt x="10210" y="5300"/>
                  </a:lnTo>
                  <a:lnTo>
                    <a:pt x="10234" y="5130"/>
                  </a:lnTo>
                  <a:lnTo>
                    <a:pt x="10259" y="4959"/>
                  </a:lnTo>
                  <a:lnTo>
                    <a:pt x="10307" y="4788"/>
                  </a:lnTo>
                  <a:lnTo>
                    <a:pt x="10381" y="4617"/>
                  </a:lnTo>
                  <a:lnTo>
                    <a:pt x="10771" y="3884"/>
                  </a:lnTo>
                  <a:lnTo>
                    <a:pt x="11138" y="3127"/>
                  </a:lnTo>
                  <a:lnTo>
                    <a:pt x="11529" y="2345"/>
                  </a:lnTo>
                  <a:lnTo>
                    <a:pt x="11919" y="1490"/>
                  </a:lnTo>
                  <a:lnTo>
                    <a:pt x="11993" y="1320"/>
                  </a:lnTo>
                  <a:lnTo>
                    <a:pt x="12017" y="1173"/>
                  </a:lnTo>
                  <a:lnTo>
                    <a:pt x="12017" y="1051"/>
                  </a:lnTo>
                  <a:lnTo>
                    <a:pt x="11968" y="978"/>
                  </a:lnTo>
                  <a:lnTo>
                    <a:pt x="11895" y="953"/>
                  </a:lnTo>
                  <a:lnTo>
                    <a:pt x="11822" y="929"/>
                  </a:lnTo>
                  <a:lnTo>
                    <a:pt x="11699" y="978"/>
                  </a:lnTo>
                  <a:lnTo>
                    <a:pt x="11529" y="1026"/>
                  </a:lnTo>
                  <a:lnTo>
                    <a:pt x="11187" y="1197"/>
                  </a:lnTo>
                  <a:lnTo>
                    <a:pt x="10820" y="1320"/>
                  </a:lnTo>
                  <a:lnTo>
                    <a:pt x="10454" y="1417"/>
                  </a:lnTo>
                  <a:lnTo>
                    <a:pt x="10088" y="1466"/>
                  </a:lnTo>
                  <a:lnTo>
                    <a:pt x="9746" y="1515"/>
                  </a:lnTo>
                  <a:lnTo>
                    <a:pt x="9379" y="1515"/>
                  </a:lnTo>
                  <a:lnTo>
                    <a:pt x="9013" y="1490"/>
                  </a:lnTo>
                  <a:lnTo>
                    <a:pt x="8647" y="1466"/>
                  </a:lnTo>
                  <a:lnTo>
                    <a:pt x="8305" y="1393"/>
                  </a:lnTo>
                  <a:lnTo>
                    <a:pt x="7938" y="1320"/>
                  </a:lnTo>
                  <a:lnTo>
                    <a:pt x="7206" y="1149"/>
                  </a:lnTo>
                  <a:lnTo>
                    <a:pt x="6497" y="929"/>
                  </a:lnTo>
                  <a:lnTo>
                    <a:pt x="5765" y="685"/>
                  </a:lnTo>
                  <a:lnTo>
                    <a:pt x="5056" y="465"/>
                  </a:lnTo>
                  <a:lnTo>
                    <a:pt x="4324" y="269"/>
                  </a:lnTo>
                  <a:lnTo>
                    <a:pt x="3982" y="172"/>
                  </a:lnTo>
                  <a:lnTo>
                    <a:pt x="3615" y="98"/>
                  </a:lnTo>
                  <a:lnTo>
                    <a:pt x="3249" y="50"/>
                  </a:lnTo>
                  <a:lnTo>
                    <a:pt x="2883" y="25"/>
                  </a:lnTo>
                  <a:lnTo>
                    <a:pt x="2541"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8" name="Google Shape;698;p31"/>
          <p:cNvGrpSpPr/>
          <p:nvPr/>
        </p:nvGrpSpPr>
        <p:grpSpPr>
          <a:xfrm>
            <a:off x="3716637" y="1566869"/>
            <a:ext cx="394090" cy="241980"/>
            <a:chOff x="4601275" y="1702875"/>
            <a:chExt cx="471400" cy="289450"/>
          </a:xfrm>
        </p:grpSpPr>
        <p:sp>
          <p:nvSpPr>
            <p:cNvPr id="699" name="Google Shape;699;p31"/>
            <p:cNvSpPr/>
            <p:nvPr/>
          </p:nvSpPr>
          <p:spPr>
            <a:xfrm>
              <a:off x="4816200" y="1702875"/>
              <a:ext cx="41550" cy="41550"/>
            </a:xfrm>
            <a:custGeom>
              <a:rect b="b" l="l" r="r" t="t"/>
              <a:pathLst>
                <a:path extrusionOk="0" h="1662" w="1662">
                  <a:moveTo>
                    <a:pt x="831" y="1"/>
                  </a:moveTo>
                  <a:lnTo>
                    <a:pt x="660" y="25"/>
                  </a:lnTo>
                  <a:lnTo>
                    <a:pt x="514" y="74"/>
                  </a:lnTo>
                  <a:lnTo>
                    <a:pt x="367" y="148"/>
                  </a:lnTo>
                  <a:lnTo>
                    <a:pt x="245" y="245"/>
                  </a:lnTo>
                  <a:lnTo>
                    <a:pt x="147" y="367"/>
                  </a:lnTo>
                  <a:lnTo>
                    <a:pt x="74" y="514"/>
                  </a:lnTo>
                  <a:lnTo>
                    <a:pt x="25" y="660"/>
                  </a:lnTo>
                  <a:lnTo>
                    <a:pt x="1" y="831"/>
                  </a:lnTo>
                  <a:lnTo>
                    <a:pt x="25" y="1002"/>
                  </a:lnTo>
                  <a:lnTo>
                    <a:pt x="74" y="1173"/>
                  </a:lnTo>
                  <a:lnTo>
                    <a:pt x="147" y="1295"/>
                  </a:lnTo>
                  <a:lnTo>
                    <a:pt x="245" y="1418"/>
                  </a:lnTo>
                  <a:lnTo>
                    <a:pt x="367" y="1540"/>
                  </a:lnTo>
                  <a:lnTo>
                    <a:pt x="514" y="1613"/>
                  </a:lnTo>
                  <a:lnTo>
                    <a:pt x="660" y="1662"/>
                  </a:lnTo>
                  <a:lnTo>
                    <a:pt x="1002" y="1662"/>
                  </a:lnTo>
                  <a:lnTo>
                    <a:pt x="1149" y="1613"/>
                  </a:lnTo>
                  <a:lnTo>
                    <a:pt x="1295" y="1540"/>
                  </a:lnTo>
                  <a:lnTo>
                    <a:pt x="1417" y="1418"/>
                  </a:lnTo>
                  <a:lnTo>
                    <a:pt x="1515" y="1295"/>
                  </a:lnTo>
                  <a:lnTo>
                    <a:pt x="1588" y="1173"/>
                  </a:lnTo>
                  <a:lnTo>
                    <a:pt x="1637" y="1002"/>
                  </a:lnTo>
                  <a:lnTo>
                    <a:pt x="1661" y="831"/>
                  </a:lnTo>
                  <a:lnTo>
                    <a:pt x="1637" y="660"/>
                  </a:lnTo>
                  <a:lnTo>
                    <a:pt x="1588" y="514"/>
                  </a:lnTo>
                  <a:lnTo>
                    <a:pt x="1515" y="367"/>
                  </a:lnTo>
                  <a:lnTo>
                    <a:pt x="1417" y="245"/>
                  </a:lnTo>
                  <a:lnTo>
                    <a:pt x="1295" y="148"/>
                  </a:lnTo>
                  <a:lnTo>
                    <a:pt x="1149" y="74"/>
                  </a:lnTo>
                  <a:lnTo>
                    <a:pt x="1002" y="25"/>
                  </a:lnTo>
                  <a:lnTo>
                    <a:pt x="831"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1"/>
            <p:cNvSpPr/>
            <p:nvPr/>
          </p:nvSpPr>
          <p:spPr>
            <a:xfrm>
              <a:off x="5031125" y="1757225"/>
              <a:ext cx="41550" cy="41550"/>
            </a:xfrm>
            <a:custGeom>
              <a:rect b="b" l="l" r="r" t="t"/>
              <a:pathLst>
                <a:path extrusionOk="0" h="1662" w="1662">
                  <a:moveTo>
                    <a:pt x="831" y="1"/>
                  </a:moveTo>
                  <a:lnTo>
                    <a:pt x="660" y="25"/>
                  </a:lnTo>
                  <a:lnTo>
                    <a:pt x="513" y="74"/>
                  </a:lnTo>
                  <a:lnTo>
                    <a:pt x="367" y="147"/>
                  </a:lnTo>
                  <a:lnTo>
                    <a:pt x="245" y="245"/>
                  </a:lnTo>
                  <a:lnTo>
                    <a:pt x="147" y="367"/>
                  </a:lnTo>
                  <a:lnTo>
                    <a:pt x="74" y="514"/>
                  </a:lnTo>
                  <a:lnTo>
                    <a:pt x="25" y="684"/>
                  </a:lnTo>
                  <a:lnTo>
                    <a:pt x="1" y="831"/>
                  </a:lnTo>
                  <a:lnTo>
                    <a:pt x="25" y="1002"/>
                  </a:lnTo>
                  <a:lnTo>
                    <a:pt x="74" y="1173"/>
                  </a:lnTo>
                  <a:lnTo>
                    <a:pt x="147" y="1295"/>
                  </a:lnTo>
                  <a:lnTo>
                    <a:pt x="245" y="1417"/>
                  </a:lnTo>
                  <a:lnTo>
                    <a:pt x="367" y="1539"/>
                  </a:lnTo>
                  <a:lnTo>
                    <a:pt x="513" y="1613"/>
                  </a:lnTo>
                  <a:lnTo>
                    <a:pt x="660" y="1661"/>
                  </a:lnTo>
                  <a:lnTo>
                    <a:pt x="1002" y="1661"/>
                  </a:lnTo>
                  <a:lnTo>
                    <a:pt x="1148" y="1613"/>
                  </a:lnTo>
                  <a:lnTo>
                    <a:pt x="1295" y="1539"/>
                  </a:lnTo>
                  <a:lnTo>
                    <a:pt x="1417" y="1417"/>
                  </a:lnTo>
                  <a:lnTo>
                    <a:pt x="1515" y="1295"/>
                  </a:lnTo>
                  <a:lnTo>
                    <a:pt x="1588" y="1173"/>
                  </a:lnTo>
                  <a:lnTo>
                    <a:pt x="1637" y="1002"/>
                  </a:lnTo>
                  <a:lnTo>
                    <a:pt x="1661" y="831"/>
                  </a:lnTo>
                  <a:lnTo>
                    <a:pt x="1637" y="684"/>
                  </a:lnTo>
                  <a:lnTo>
                    <a:pt x="1588" y="514"/>
                  </a:lnTo>
                  <a:lnTo>
                    <a:pt x="1515" y="367"/>
                  </a:lnTo>
                  <a:lnTo>
                    <a:pt x="1417" y="245"/>
                  </a:lnTo>
                  <a:lnTo>
                    <a:pt x="1295" y="147"/>
                  </a:lnTo>
                  <a:lnTo>
                    <a:pt x="1148" y="74"/>
                  </a:lnTo>
                  <a:lnTo>
                    <a:pt x="1002" y="25"/>
                  </a:lnTo>
                  <a:lnTo>
                    <a:pt x="831"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1"/>
            <p:cNvSpPr/>
            <p:nvPr/>
          </p:nvSpPr>
          <p:spPr>
            <a:xfrm>
              <a:off x="4634875" y="1756000"/>
              <a:ext cx="404225" cy="178325"/>
            </a:xfrm>
            <a:custGeom>
              <a:rect b="b" l="l" r="r" t="t"/>
              <a:pathLst>
                <a:path extrusionOk="0" h="7133" w="16169">
                  <a:moveTo>
                    <a:pt x="7742" y="1"/>
                  </a:moveTo>
                  <a:lnTo>
                    <a:pt x="5007" y="3444"/>
                  </a:lnTo>
                  <a:lnTo>
                    <a:pt x="464" y="1784"/>
                  </a:lnTo>
                  <a:lnTo>
                    <a:pt x="366" y="1881"/>
                  </a:lnTo>
                  <a:lnTo>
                    <a:pt x="244" y="1979"/>
                  </a:lnTo>
                  <a:lnTo>
                    <a:pt x="122" y="2052"/>
                  </a:lnTo>
                  <a:lnTo>
                    <a:pt x="0" y="2101"/>
                  </a:lnTo>
                  <a:lnTo>
                    <a:pt x="1465" y="7132"/>
                  </a:lnTo>
                  <a:lnTo>
                    <a:pt x="14703" y="7132"/>
                  </a:lnTo>
                  <a:lnTo>
                    <a:pt x="16168" y="2101"/>
                  </a:lnTo>
                  <a:lnTo>
                    <a:pt x="16046" y="2052"/>
                  </a:lnTo>
                  <a:lnTo>
                    <a:pt x="15924" y="1979"/>
                  </a:lnTo>
                  <a:lnTo>
                    <a:pt x="15802" y="1881"/>
                  </a:lnTo>
                  <a:lnTo>
                    <a:pt x="15704" y="1784"/>
                  </a:lnTo>
                  <a:lnTo>
                    <a:pt x="11161" y="3444"/>
                  </a:lnTo>
                  <a:lnTo>
                    <a:pt x="8426" y="1"/>
                  </a:lnTo>
                  <a:lnTo>
                    <a:pt x="8255" y="25"/>
                  </a:lnTo>
                  <a:lnTo>
                    <a:pt x="7913" y="25"/>
                  </a:lnTo>
                  <a:lnTo>
                    <a:pt x="7742"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1"/>
            <p:cNvSpPr/>
            <p:nvPr/>
          </p:nvSpPr>
          <p:spPr>
            <a:xfrm>
              <a:off x="4601275" y="1757225"/>
              <a:ext cx="41550" cy="41550"/>
            </a:xfrm>
            <a:custGeom>
              <a:rect b="b" l="l" r="r" t="t"/>
              <a:pathLst>
                <a:path extrusionOk="0" h="1662" w="1662">
                  <a:moveTo>
                    <a:pt x="831" y="1"/>
                  </a:moveTo>
                  <a:lnTo>
                    <a:pt x="660" y="25"/>
                  </a:lnTo>
                  <a:lnTo>
                    <a:pt x="514" y="74"/>
                  </a:lnTo>
                  <a:lnTo>
                    <a:pt x="367" y="147"/>
                  </a:lnTo>
                  <a:lnTo>
                    <a:pt x="245" y="245"/>
                  </a:lnTo>
                  <a:lnTo>
                    <a:pt x="147" y="367"/>
                  </a:lnTo>
                  <a:lnTo>
                    <a:pt x="74" y="514"/>
                  </a:lnTo>
                  <a:lnTo>
                    <a:pt x="25" y="684"/>
                  </a:lnTo>
                  <a:lnTo>
                    <a:pt x="1" y="831"/>
                  </a:lnTo>
                  <a:lnTo>
                    <a:pt x="25" y="1002"/>
                  </a:lnTo>
                  <a:lnTo>
                    <a:pt x="74" y="1173"/>
                  </a:lnTo>
                  <a:lnTo>
                    <a:pt x="147" y="1295"/>
                  </a:lnTo>
                  <a:lnTo>
                    <a:pt x="245" y="1417"/>
                  </a:lnTo>
                  <a:lnTo>
                    <a:pt x="367" y="1539"/>
                  </a:lnTo>
                  <a:lnTo>
                    <a:pt x="514" y="1613"/>
                  </a:lnTo>
                  <a:lnTo>
                    <a:pt x="660" y="1661"/>
                  </a:lnTo>
                  <a:lnTo>
                    <a:pt x="1002" y="1661"/>
                  </a:lnTo>
                  <a:lnTo>
                    <a:pt x="1149" y="1613"/>
                  </a:lnTo>
                  <a:lnTo>
                    <a:pt x="1295" y="1539"/>
                  </a:lnTo>
                  <a:lnTo>
                    <a:pt x="1417" y="1417"/>
                  </a:lnTo>
                  <a:lnTo>
                    <a:pt x="1515" y="1295"/>
                  </a:lnTo>
                  <a:lnTo>
                    <a:pt x="1588" y="1173"/>
                  </a:lnTo>
                  <a:lnTo>
                    <a:pt x="1637" y="1002"/>
                  </a:lnTo>
                  <a:lnTo>
                    <a:pt x="1662" y="831"/>
                  </a:lnTo>
                  <a:lnTo>
                    <a:pt x="1637" y="684"/>
                  </a:lnTo>
                  <a:lnTo>
                    <a:pt x="1588" y="514"/>
                  </a:lnTo>
                  <a:lnTo>
                    <a:pt x="1515" y="367"/>
                  </a:lnTo>
                  <a:lnTo>
                    <a:pt x="1417" y="245"/>
                  </a:lnTo>
                  <a:lnTo>
                    <a:pt x="1295" y="147"/>
                  </a:lnTo>
                  <a:lnTo>
                    <a:pt x="1149" y="74"/>
                  </a:lnTo>
                  <a:lnTo>
                    <a:pt x="1002" y="25"/>
                  </a:lnTo>
                  <a:lnTo>
                    <a:pt x="831"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1"/>
            <p:cNvSpPr/>
            <p:nvPr/>
          </p:nvSpPr>
          <p:spPr>
            <a:xfrm>
              <a:off x="4673325" y="1947725"/>
              <a:ext cx="327300" cy="44600"/>
            </a:xfrm>
            <a:custGeom>
              <a:rect b="b" l="l" r="r" t="t"/>
              <a:pathLst>
                <a:path extrusionOk="0" h="1784" w="13092">
                  <a:moveTo>
                    <a:pt x="1" y="1"/>
                  </a:moveTo>
                  <a:lnTo>
                    <a:pt x="514" y="1784"/>
                  </a:lnTo>
                  <a:lnTo>
                    <a:pt x="1808" y="1686"/>
                  </a:lnTo>
                  <a:lnTo>
                    <a:pt x="3249" y="1588"/>
                  </a:lnTo>
                  <a:lnTo>
                    <a:pt x="4836" y="1539"/>
                  </a:lnTo>
                  <a:lnTo>
                    <a:pt x="8256" y="1539"/>
                  </a:lnTo>
                  <a:lnTo>
                    <a:pt x="9843" y="1588"/>
                  </a:lnTo>
                  <a:lnTo>
                    <a:pt x="11284" y="1661"/>
                  </a:lnTo>
                  <a:lnTo>
                    <a:pt x="12579" y="1784"/>
                  </a:lnTo>
                  <a:lnTo>
                    <a:pt x="13091"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4" name="Google Shape;704;p31"/>
          <p:cNvGrpSpPr/>
          <p:nvPr/>
        </p:nvGrpSpPr>
        <p:grpSpPr>
          <a:xfrm>
            <a:off x="4299057" y="1507659"/>
            <a:ext cx="356303" cy="360400"/>
            <a:chOff x="5297950" y="1632050"/>
            <a:chExt cx="426200" cy="431100"/>
          </a:xfrm>
        </p:grpSpPr>
        <p:sp>
          <p:nvSpPr>
            <p:cNvPr id="705" name="Google Shape;705;p31"/>
            <p:cNvSpPr/>
            <p:nvPr/>
          </p:nvSpPr>
          <p:spPr>
            <a:xfrm>
              <a:off x="5404800" y="1936125"/>
              <a:ext cx="212500" cy="127025"/>
            </a:xfrm>
            <a:custGeom>
              <a:rect b="b" l="l" r="r" t="t"/>
              <a:pathLst>
                <a:path extrusionOk="0" h="5081" w="8500">
                  <a:moveTo>
                    <a:pt x="3175" y="1"/>
                  </a:moveTo>
                  <a:lnTo>
                    <a:pt x="3175" y="2834"/>
                  </a:lnTo>
                  <a:lnTo>
                    <a:pt x="2614" y="2956"/>
                  </a:lnTo>
                  <a:lnTo>
                    <a:pt x="2076" y="3102"/>
                  </a:lnTo>
                  <a:lnTo>
                    <a:pt x="1588" y="3298"/>
                  </a:lnTo>
                  <a:lnTo>
                    <a:pt x="1148" y="3493"/>
                  </a:lnTo>
                  <a:lnTo>
                    <a:pt x="782" y="3713"/>
                  </a:lnTo>
                  <a:lnTo>
                    <a:pt x="611" y="3859"/>
                  </a:lnTo>
                  <a:lnTo>
                    <a:pt x="464" y="3982"/>
                  </a:lnTo>
                  <a:lnTo>
                    <a:pt x="318" y="4128"/>
                  </a:lnTo>
                  <a:lnTo>
                    <a:pt x="196" y="4275"/>
                  </a:lnTo>
                  <a:lnTo>
                    <a:pt x="74" y="4421"/>
                  </a:lnTo>
                  <a:lnTo>
                    <a:pt x="0" y="4592"/>
                  </a:lnTo>
                  <a:lnTo>
                    <a:pt x="171" y="4665"/>
                  </a:lnTo>
                  <a:lnTo>
                    <a:pt x="416" y="4739"/>
                  </a:lnTo>
                  <a:lnTo>
                    <a:pt x="782" y="4836"/>
                  </a:lnTo>
                  <a:lnTo>
                    <a:pt x="1344" y="4910"/>
                  </a:lnTo>
                  <a:lnTo>
                    <a:pt x="2101" y="5007"/>
                  </a:lnTo>
                  <a:lnTo>
                    <a:pt x="3053" y="5056"/>
                  </a:lnTo>
                  <a:lnTo>
                    <a:pt x="4250" y="5081"/>
                  </a:lnTo>
                  <a:lnTo>
                    <a:pt x="5447" y="5056"/>
                  </a:lnTo>
                  <a:lnTo>
                    <a:pt x="6399" y="5007"/>
                  </a:lnTo>
                  <a:lnTo>
                    <a:pt x="7156" y="4910"/>
                  </a:lnTo>
                  <a:lnTo>
                    <a:pt x="7718" y="4836"/>
                  </a:lnTo>
                  <a:lnTo>
                    <a:pt x="8084" y="4739"/>
                  </a:lnTo>
                  <a:lnTo>
                    <a:pt x="8329" y="4665"/>
                  </a:lnTo>
                  <a:lnTo>
                    <a:pt x="8500" y="4592"/>
                  </a:lnTo>
                  <a:lnTo>
                    <a:pt x="8426" y="4421"/>
                  </a:lnTo>
                  <a:lnTo>
                    <a:pt x="8304" y="4275"/>
                  </a:lnTo>
                  <a:lnTo>
                    <a:pt x="8182" y="4128"/>
                  </a:lnTo>
                  <a:lnTo>
                    <a:pt x="8036" y="3982"/>
                  </a:lnTo>
                  <a:lnTo>
                    <a:pt x="7889" y="3859"/>
                  </a:lnTo>
                  <a:lnTo>
                    <a:pt x="7718" y="3713"/>
                  </a:lnTo>
                  <a:lnTo>
                    <a:pt x="7352" y="3493"/>
                  </a:lnTo>
                  <a:lnTo>
                    <a:pt x="6912" y="3298"/>
                  </a:lnTo>
                  <a:lnTo>
                    <a:pt x="6424" y="3102"/>
                  </a:lnTo>
                  <a:lnTo>
                    <a:pt x="5886" y="2956"/>
                  </a:lnTo>
                  <a:lnTo>
                    <a:pt x="5325" y="2834"/>
                  </a:lnTo>
                  <a:lnTo>
                    <a:pt x="5325" y="1"/>
                  </a:lnTo>
                  <a:lnTo>
                    <a:pt x="5032" y="49"/>
                  </a:lnTo>
                  <a:lnTo>
                    <a:pt x="4763" y="98"/>
                  </a:lnTo>
                  <a:lnTo>
                    <a:pt x="4250" y="123"/>
                  </a:lnTo>
                  <a:lnTo>
                    <a:pt x="3737" y="98"/>
                  </a:lnTo>
                  <a:lnTo>
                    <a:pt x="3469" y="49"/>
                  </a:lnTo>
                  <a:lnTo>
                    <a:pt x="3175"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31"/>
            <p:cNvSpPr/>
            <p:nvPr/>
          </p:nvSpPr>
          <p:spPr>
            <a:xfrm>
              <a:off x="5297950" y="1632050"/>
              <a:ext cx="426200" cy="294950"/>
            </a:xfrm>
            <a:custGeom>
              <a:rect b="b" l="l" r="r" t="t"/>
              <a:pathLst>
                <a:path extrusionOk="0" h="11798" w="17048">
                  <a:moveTo>
                    <a:pt x="8524" y="2956"/>
                  </a:moveTo>
                  <a:lnTo>
                    <a:pt x="8573" y="2981"/>
                  </a:lnTo>
                  <a:lnTo>
                    <a:pt x="8622" y="3054"/>
                  </a:lnTo>
                  <a:lnTo>
                    <a:pt x="9086" y="4128"/>
                  </a:lnTo>
                  <a:lnTo>
                    <a:pt x="9135" y="4202"/>
                  </a:lnTo>
                  <a:lnTo>
                    <a:pt x="9208" y="4275"/>
                  </a:lnTo>
                  <a:lnTo>
                    <a:pt x="9306" y="4324"/>
                  </a:lnTo>
                  <a:lnTo>
                    <a:pt x="9403" y="4348"/>
                  </a:lnTo>
                  <a:lnTo>
                    <a:pt x="10576" y="4470"/>
                  </a:lnTo>
                  <a:lnTo>
                    <a:pt x="10649" y="4495"/>
                  </a:lnTo>
                  <a:lnTo>
                    <a:pt x="10698" y="4519"/>
                  </a:lnTo>
                  <a:lnTo>
                    <a:pt x="10673" y="4592"/>
                  </a:lnTo>
                  <a:lnTo>
                    <a:pt x="10624" y="4641"/>
                  </a:lnTo>
                  <a:lnTo>
                    <a:pt x="9745" y="5423"/>
                  </a:lnTo>
                  <a:lnTo>
                    <a:pt x="9696" y="5496"/>
                  </a:lnTo>
                  <a:lnTo>
                    <a:pt x="9648" y="5594"/>
                  </a:lnTo>
                  <a:lnTo>
                    <a:pt x="9623" y="5691"/>
                  </a:lnTo>
                  <a:lnTo>
                    <a:pt x="9623" y="5789"/>
                  </a:lnTo>
                  <a:lnTo>
                    <a:pt x="9892" y="6961"/>
                  </a:lnTo>
                  <a:lnTo>
                    <a:pt x="9892" y="7035"/>
                  </a:lnTo>
                  <a:lnTo>
                    <a:pt x="9867" y="7084"/>
                  </a:lnTo>
                  <a:lnTo>
                    <a:pt x="9818" y="7084"/>
                  </a:lnTo>
                  <a:lnTo>
                    <a:pt x="9745" y="7059"/>
                  </a:lnTo>
                  <a:lnTo>
                    <a:pt x="8719" y="6473"/>
                  </a:lnTo>
                  <a:lnTo>
                    <a:pt x="8622" y="6424"/>
                  </a:lnTo>
                  <a:lnTo>
                    <a:pt x="8426" y="6424"/>
                  </a:lnTo>
                  <a:lnTo>
                    <a:pt x="8329" y="6473"/>
                  </a:lnTo>
                  <a:lnTo>
                    <a:pt x="7303" y="7059"/>
                  </a:lnTo>
                  <a:lnTo>
                    <a:pt x="7230" y="7084"/>
                  </a:lnTo>
                  <a:lnTo>
                    <a:pt x="7181" y="7084"/>
                  </a:lnTo>
                  <a:lnTo>
                    <a:pt x="7156" y="7035"/>
                  </a:lnTo>
                  <a:lnTo>
                    <a:pt x="7156" y="6961"/>
                  </a:lnTo>
                  <a:lnTo>
                    <a:pt x="7425" y="5789"/>
                  </a:lnTo>
                  <a:lnTo>
                    <a:pt x="7425" y="5691"/>
                  </a:lnTo>
                  <a:lnTo>
                    <a:pt x="7401" y="5594"/>
                  </a:lnTo>
                  <a:lnTo>
                    <a:pt x="7352" y="5496"/>
                  </a:lnTo>
                  <a:lnTo>
                    <a:pt x="7303" y="5423"/>
                  </a:lnTo>
                  <a:lnTo>
                    <a:pt x="6424" y="4641"/>
                  </a:lnTo>
                  <a:lnTo>
                    <a:pt x="6375" y="4592"/>
                  </a:lnTo>
                  <a:lnTo>
                    <a:pt x="6350" y="4519"/>
                  </a:lnTo>
                  <a:lnTo>
                    <a:pt x="6399" y="4495"/>
                  </a:lnTo>
                  <a:lnTo>
                    <a:pt x="6473" y="4470"/>
                  </a:lnTo>
                  <a:lnTo>
                    <a:pt x="7645" y="4348"/>
                  </a:lnTo>
                  <a:lnTo>
                    <a:pt x="7743" y="4324"/>
                  </a:lnTo>
                  <a:lnTo>
                    <a:pt x="7840" y="4275"/>
                  </a:lnTo>
                  <a:lnTo>
                    <a:pt x="7913" y="4202"/>
                  </a:lnTo>
                  <a:lnTo>
                    <a:pt x="7962" y="4128"/>
                  </a:lnTo>
                  <a:lnTo>
                    <a:pt x="8426" y="3054"/>
                  </a:lnTo>
                  <a:lnTo>
                    <a:pt x="8475" y="2981"/>
                  </a:lnTo>
                  <a:lnTo>
                    <a:pt x="8524" y="2956"/>
                  </a:lnTo>
                  <a:close/>
                  <a:moveTo>
                    <a:pt x="15973" y="2150"/>
                  </a:moveTo>
                  <a:lnTo>
                    <a:pt x="15973" y="2516"/>
                  </a:lnTo>
                  <a:lnTo>
                    <a:pt x="15924" y="2932"/>
                  </a:lnTo>
                  <a:lnTo>
                    <a:pt x="15875" y="3371"/>
                  </a:lnTo>
                  <a:lnTo>
                    <a:pt x="15802" y="3835"/>
                  </a:lnTo>
                  <a:lnTo>
                    <a:pt x="15704" y="4299"/>
                  </a:lnTo>
                  <a:lnTo>
                    <a:pt x="15558" y="4788"/>
                  </a:lnTo>
                  <a:lnTo>
                    <a:pt x="15411" y="5252"/>
                  </a:lnTo>
                  <a:lnTo>
                    <a:pt x="15216" y="5740"/>
                  </a:lnTo>
                  <a:lnTo>
                    <a:pt x="14996" y="6204"/>
                  </a:lnTo>
                  <a:lnTo>
                    <a:pt x="14752" y="6620"/>
                  </a:lnTo>
                  <a:lnTo>
                    <a:pt x="14459" y="7035"/>
                  </a:lnTo>
                  <a:lnTo>
                    <a:pt x="14141" y="7426"/>
                  </a:lnTo>
                  <a:lnTo>
                    <a:pt x="13799" y="7767"/>
                  </a:lnTo>
                  <a:lnTo>
                    <a:pt x="13604" y="7914"/>
                  </a:lnTo>
                  <a:lnTo>
                    <a:pt x="13409" y="8061"/>
                  </a:lnTo>
                  <a:lnTo>
                    <a:pt x="13213" y="8183"/>
                  </a:lnTo>
                  <a:lnTo>
                    <a:pt x="12993" y="8305"/>
                  </a:lnTo>
                  <a:lnTo>
                    <a:pt x="12774" y="8402"/>
                  </a:lnTo>
                  <a:lnTo>
                    <a:pt x="12529" y="8476"/>
                  </a:lnTo>
                  <a:lnTo>
                    <a:pt x="12529" y="8476"/>
                  </a:lnTo>
                  <a:lnTo>
                    <a:pt x="12823" y="7767"/>
                  </a:lnTo>
                  <a:lnTo>
                    <a:pt x="13042" y="7059"/>
                  </a:lnTo>
                  <a:lnTo>
                    <a:pt x="13262" y="6351"/>
                  </a:lnTo>
                  <a:lnTo>
                    <a:pt x="13433" y="5618"/>
                  </a:lnTo>
                  <a:lnTo>
                    <a:pt x="13555" y="4837"/>
                  </a:lnTo>
                  <a:lnTo>
                    <a:pt x="13677" y="4031"/>
                  </a:lnTo>
                  <a:lnTo>
                    <a:pt x="13751" y="3127"/>
                  </a:lnTo>
                  <a:lnTo>
                    <a:pt x="13799" y="2150"/>
                  </a:lnTo>
                  <a:close/>
                  <a:moveTo>
                    <a:pt x="3249" y="2150"/>
                  </a:moveTo>
                  <a:lnTo>
                    <a:pt x="3298" y="3127"/>
                  </a:lnTo>
                  <a:lnTo>
                    <a:pt x="3371" y="4031"/>
                  </a:lnTo>
                  <a:lnTo>
                    <a:pt x="3493" y="4837"/>
                  </a:lnTo>
                  <a:lnTo>
                    <a:pt x="3615" y="5618"/>
                  </a:lnTo>
                  <a:lnTo>
                    <a:pt x="3786" y="6351"/>
                  </a:lnTo>
                  <a:lnTo>
                    <a:pt x="4006" y="7059"/>
                  </a:lnTo>
                  <a:lnTo>
                    <a:pt x="4226" y="7767"/>
                  </a:lnTo>
                  <a:lnTo>
                    <a:pt x="4519" y="8476"/>
                  </a:lnTo>
                  <a:lnTo>
                    <a:pt x="4274" y="8402"/>
                  </a:lnTo>
                  <a:lnTo>
                    <a:pt x="4055" y="8305"/>
                  </a:lnTo>
                  <a:lnTo>
                    <a:pt x="3835" y="8183"/>
                  </a:lnTo>
                  <a:lnTo>
                    <a:pt x="3639" y="8061"/>
                  </a:lnTo>
                  <a:lnTo>
                    <a:pt x="3444" y="7914"/>
                  </a:lnTo>
                  <a:lnTo>
                    <a:pt x="3249" y="7767"/>
                  </a:lnTo>
                  <a:lnTo>
                    <a:pt x="2907" y="7426"/>
                  </a:lnTo>
                  <a:lnTo>
                    <a:pt x="2589" y="7035"/>
                  </a:lnTo>
                  <a:lnTo>
                    <a:pt x="2296" y="6620"/>
                  </a:lnTo>
                  <a:lnTo>
                    <a:pt x="2052" y="6204"/>
                  </a:lnTo>
                  <a:lnTo>
                    <a:pt x="1832" y="5740"/>
                  </a:lnTo>
                  <a:lnTo>
                    <a:pt x="1637" y="5252"/>
                  </a:lnTo>
                  <a:lnTo>
                    <a:pt x="1490" y="4788"/>
                  </a:lnTo>
                  <a:lnTo>
                    <a:pt x="1344" y="4299"/>
                  </a:lnTo>
                  <a:lnTo>
                    <a:pt x="1246" y="3835"/>
                  </a:lnTo>
                  <a:lnTo>
                    <a:pt x="1173" y="3371"/>
                  </a:lnTo>
                  <a:lnTo>
                    <a:pt x="1124" y="2932"/>
                  </a:lnTo>
                  <a:lnTo>
                    <a:pt x="1075" y="2516"/>
                  </a:lnTo>
                  <a:lnTo>
                    <a:pt x="1075" y="2150"/>
                  </a:lnTo>
                  <a:close/>
                  <a:moveTo>
                    <a:pt x="3737" y="1"/>
                  </a:moveTo>
                  <a:lnTo>
                    <a:pt x="3639" y="25"/>
                  </a:lnTo>
                  <a:lnTo>
                    <a:pt x="3542" y="50"/>
                  </a:lnTo>
                  <a:lnTo>
                    <a:pt x="3444" y="99"/>
                  </a:lnTo>
                  <a:lnTo>
                    <a:pt x="3371" y="147"/>
                  </a:lnTo>
                  <a:lnTo>
                    <a:pt x="3322" y="221"/>
                  </a:lnTo>
                  <a:lnTo>
                    <a:pt x="3249" y="294"/>
                  </a:lnTo>
                  <a:lnTo>
                    <a:pt x="3224" y="392"/>
                  </a:lnTo>
                  <a:lnTo>
                    <a:pt x="3200" y="489"/>
                  </a:lnTo>
                  <a:lnTo>
                    <a:pt x="3224" y="1076"/>
                  </a:lnTo>
                  <a:lnTo>
                    <a:pt x="1075" y="1076"/>
                  </a:lnTo>
                  <a:lnTo>
                    <a:pt x="855" y="1100"/>
                  </a:lnTo>
                  <a:lnTo>
                    <a:pt x="660" y="1149"/>
                  </a:lnTo>
                  <a:lnTo>
                    <a:pt x="489" y="1246"/>
                  </a:lnTo>
                  <a:lnTo>
                    <a:pt x="318" y="1393"/>
                  </a:lnTo>
                  <a:lnTo>
                    <a:pt x="196" y="1540"/>
                  </a:lnTo>
                  <a:lnTo>
                    <a:pt x="98" y="1735"/>
                  </a:lnTo>
                  <a:lnTo>
                    <a:pt x="25" y="1930"/>
                  </a:lnTo>
                  <a:lnTo>
                    <a:pt x="0" y="2150"/>
                  </a:lnTo>
                  <a:lnTo>
                    <a:pt x="25" y="2614"/>
                  </a:lnTo>
                  <a:lnTo>
                    <a:pt x="49" y="3078"/>
                  </a:lnTo>
                  <a:lnTo>
                    <a:pt x="98" y="3518"/>
                  </a:lnTo>
                  <a:lnTo>
                    <a:pt x="171" y="3957"/>
                  </a:lnTo>
                  <a:lnTo>
                    <a:pt x="269" y="4348"/>
                  </a:lnTo>
                  <a:lnTo>
                    <a:pt x="367" y="4739"/>
                  </a:lnTo>
                  <a:lnTo>
                    <a:pt x="489" y="5130"/>
                  </a:lnTo>
                  <a:lnTo>
                    <a:pt x="635" y="5496"/>
                  </a:lnTo>
                  <a:lnTo>
                    <a:pt x="782" y="5838"/>
                  </a:lnTo>
                  <a:lnTo>
                    <a:pt x="928" y="6156"/>
                  </a:lnTo>
                  <a:lnTo>
                    <a:pt x="1099" y="6473"/>
                  </a:lnTo>
                  <a:lnTo>
                    <a:pt x="1295" y="6766"/>
                  </a:lnTo>
                  <a:lnTo>
                    <a:pt x="1466" y="7059"/>
                  </a:lnTo>
                  <a:lnTo>
                    <a:pt x="1661" y="7328"/>
                  </a:lnTo>
                  <a:lnTo>
                    <a:pt x="2076" y="7816"/>
                  </a:lnTo>
                  <a:lnTo>
                    <a:pt x="2516" y="8256"/>
                  </a:lnTo>
                  <a:lnTo>
                    <a:pt x="2931" y="8622"/>
                  </a:lnTo>
                  <a:lnTo>
                    <a:pt x="3346" y="8940"/>
                  </a:lnTo>
                  <a:lnTo>
                    <a:pt x="3762" y="9184"/>
                  </a:lnTo>
                  <a:lnTo>
                    <a:pt x="4152" y="9379"/>
                  </a:lnTo>
                  <a:lnTo>
                    <a:pt x="4519" y="9526"/>
                  </a:lnTo>
                  <a:lnTo>
                    <a:pt x="4836" y="9624"/>
                  </a:lnTo>
                  <a:lnTo>
                    <a:pt x="5105" y="9672"/>
                  </a:lnTo>
                  <a:lnTo>
                    <a:pt x="5422" y="10136"/>
                  </a:lnTo>
                  <a:lnTo>
                    <a:pt x="5764" y="10576"/>
                  </a:lnTo>
                  <a:lnTo>
                    <a:pt x="5935" y="10747"/>
                  </a:lnTo>
                  <a:lnTo>
                    <a:pt x="6131" y="10918"/>
                  </a:lnTo>
                  <a:lnTo>
                    <a:pt x="6326" y="11089"/>
                  </a:lnTo>
                  <a:lnTo>
                    <a:pt x="6546" y="11236"/>
                  </a:lnTo>
                  <a:lnTo>
                    <a:pt x="6766" y="11358"/>
                  </a:lnTo>
                  <a:lnTo>
                    <a:pt x="6985" y="11480"/>
                  </a:lnTo>
                  <a:lnTo>
                    <a:pt x="7230" y="11577"/>
                  </a:lnTo>
                  <a:lnTo>
                    <a:pt x="7474" y="11651"/>
                  </a:lnTo>
                  <a:lnTo>
                    <a:pt x="7718" y="11724"/>
                  </a:lnTo>
                  <a:lnTo>
                    <a:pt x="7987" y="11773"/>
                  </a:lnTo>
                  <a:lnTo>
                    <a:pt x="8255" y="11797"/>
                  </a:lnTo>
                  <a:lnTo>
                    <a:pt x="8793" y="11797"/>
                  </a:lnTo>
                  <a:lnTo>
                    <a:pt x="9061" y="11773"/>
                  </a:lnTo>
                  <a:lnTo>
                    <a:pt x="9330" y="11724"/>
                  </a:lnTo>
                  <a:lnTo>
                    <a:pt x="9574" y="11651"/>
                  </a:lnTo>
                  <a:lnTo>
                    <a:pt x="9818" y="11577"/>
                  </a:lnTo>
                  <a:lnTo>
                    <a:pt x="10063" y="11480"/>
                  </a:lnTo>
                  <a:lnTo>
                    <a:pt x="10283" y="11358"/>
                  </a:lnTo>
                  <a:lnTo>
                    <a:pt x="10502" y="11236"/>
                  </a:lnTo>
                  <a:lnTo>
                    <a:pt x="10722" y="11089"/>
                  </a:lnTo>
                  <a:lnTo>
                    <a:pt x="10918" y="10918"/>
                  </a:lnTo>
                  <a:lnTo>
                    <a:pt x="11113" y="10747"/>
                  </a:lnTo>
                  <a:lnTo>
                    <a:pt x="11284" y="10576"/>
                  </a:lnTo>
                  <a:lnTo>
                    <a:pt x="11626" y="10136"/>
                  </a:lnTo>
                  <a:lnTo>
                    <a:pt x="11943" y="9672"/>
                  </a:lnTo>
                  <a:lnTo>
                    <a:pt x="12212" y="9624"/>
                  </a:lnTo>
                  <a:lnTo>
                    <a:pt x="12529" y="9550"/>
                  </a:lnTo>
                  <a:lnTo>
                    <a:pt x="12896" y="9404"/>
                  </a:lnTo>
                  <a:lnTo>
                    <a:pt x="13287" y="9208"/>
                  </a:lnTo>
                  <a:lnTo>
                    <a:pt x="13702" y="8964"/>
                  </a:lnTo>
                  <a:lnTo>
                    <a:pt x="14117" y="8647"/>
                  </a:lnTo>
                  <a:lnTo>
                    <a:pt x="14557" y="8280"/>
                  </a:lnTo>
                  <a:lnTo>
                    <a:pt x="14972" y="7865"/>
                  </a:lnTo>
                  <a:lnTo>
                    <a:pt x="15387" y="7377"/>
                  </a:lnTo>
                  <a:lnTo>
                    <a:pt x="15582" y="7108"/>
                  </a:lnTo>
                  <a:lnTo>
                    <a:pt x="15753" y="6815"/>
                  </a:lnTo>
                  <a:lnTo>
                    <a:pt x="15949" y="6522"/>
                  </a:lnTo>
                  <a:lnTo>
                    <a:pt x="16120" y="6204"/>
                  </a:lnTo>
                  <a:lnTo>
                    <a:pt x="16266" y="5887"/>
                  </a:lnTo>
                  <a:lnTo>
                    <a:pt x="16413" y="5521"/>
                  </a:lnTo>
                  <a:lnTo>
                    <a:pt x="16559" y="5179"/>
                  </a:lnTo>
                  <a:lnTo>
                    <a:pt x="16681" y="4788"/>
                  </a:lnTo>
                  <a:lnTo>
                    <a:pt x="16779" y="4397"/>
                  </a:lnTo>
                  <a:lnTo>
                    <a:pt x="16877" y="3982"/>
                  </a:lnTo>
                  <a:lnTo>
                    <a:pt x="16950" y="3542"/>
                  </a:lnTo>
                  <a:lnTo>
                    <a:pt x="16999" y="3103"/>
                  </a:lnTo>
                  <a:lnTo>
                    <a:pt x="17023" y="2614"/>
                  </a:lnTo>
                  <a:lnTo>
                    <a:pt x="17048" y="2150"/>
                  </a:lnTo>
                  <a:lnTo>
                    <a:pt x="17023" y="1930"/>
                  </a:lnTo>
                  <a:lnTo>
                    <a:pt x="16950" y="1735"/>
                  </a:lnTo>
                  <a:lnTo>
                    <a:pt x="16852" y="1540"/>
                  </a:lnTo>
                  <a:lnTo>
                    <a:pt x="16730" y="1393"/>
                  </a:lnTo>
                  <a:lnTo>
                    <a:pt x="16559" y="1246"/>
                  </a:lnTo>
                  <a:lnTo>
                    <a:pt x="16388" y="1149"/>
                  </a:lnTo>
                  <a:lnTo>
                    <a:pt x="16193" y="1100"/>
                  </a:lnTo>
                  <a:lnTo>
                    <a:pt x="15973" y="1076"/>
                  </a:lnTo>
                  <a:lnTo>
                    <a:pt x="13824" y="1076"/>
                  </a:lnTo>
                  <a:lnTo>
                    <a:pt x="13848" y="489"/>
                  </a:lnTo>
                  <a:lnTo>
                    <a:pt x="13824" y="392"/>
                  </a:lnTo>
                  <a:lnTo>
                    <a:pt x="13799" y="294"/>
                  </a:lnTo>
                  <a:lnTo>
                    <a:pt x="13726" y="221"/>
                  </a:lnTo>
                  <a:lnTo>
                    <a:pt x="13677" y="147"/>
                  </a:lnTo>
                  <a:lnTo>
                    <a:pt x="13604" y="99"/>
                  </a:lnTo>
                  <a:lnTo>
                    <a:pt x="13506" y="50"/>
                  </a:lnTo>
                  <a:lnTo>
                    <a:pt x="13409" y="25"/>
                  </a:lnTo>
                  <a:lnTo>
                    <a:pt x="13311"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7" name="Google Shape;707;p31"/>
          <p:cNvGrpSpPr/>
          <p:nvPr/>
        </p:nvGrpSpPr>
        <p:grpSpPr>
          <a:xfrm>
            <a:off x="4861560" y="1496958"/>
            <a:ext cx="358351" cy="381822"/>
            <a:chOff x="5970800" y="1619250"/>
            <a:chExt cx="428650" cy="456725"/>
          </a:xfrm>
        </p:grpSpPr>
        <p:sp>
          <p:nvSpPr>
            <p:cNvPr id="708" name="Google Shape;708;p31"/>
            <p:cNvSpPr/>
            <p:nvPr/>
          </p:nvSpPr>
          <p:spPr>
            <a:xfrm>
              <a:off x="5970800" y="1674200"/>
              <a:ext cx="377975" cy="377950"/>
            </a:xfrm>
            <a:custGeom>
              <a:rect b="b" l="l" r="r" t="t"/>
              <a:pathLst>
                <a:path extrusionOk="0" h="15118" w="15119">
                  <a:moveTo>
                    <a:pt x="7181" y="0"/>
                  </a:moveTo>
                  <a:lnTo>
                    <a:pt x="6790" y="49"/>
                  </a:lnTo>
                  <a:lnTo>
                    <a:pt x="6424" y="98"/>
                  </a:lnTo>
                  <a:lnTo>
                    <a:pt x="6058" y="147"/>
                  </a:lnTo>
                  <a:lnTo>
                    <a:pt x="5691" y="244"/>
                  </a:lnTo>
                  <a:lnTo>
                    <a:pt x="5325" y="342"/>
                  </a:lnTo>
                  <a:lnTo>
                    <a:pt x="4983" y="464"/>
                  </a:lnTo>
                  <a:lnTo>
                    <a:pt x="4641" y="586"/>
                  </a:lnTo>
                  <a:lnTo>
                    <a:pt x="4299" y="733"/>
                  </a:lnTo>
                  <a:lnTo>
                    <a:pt x="3982" y="904"/>
                  </a:lnTo>
                  <a:lnTo>
                    <a:pt x="3664" y="1099"/>
                  </a:lnTo>
                  <a:lnTo>
                    <a:pt x="3347" y="1295"/>
                  </a:lnTo>
                  <a:lnTo>
                    <a:pt x="3053" y="1490"/>
                  </a:lnTo>
                  <a:lnTo>
                    <a:pt x="2760" y="1734"/>
                  </a:lnTo>
                  <a:lnTo>
                    <a:pt x="2492" y="1954"/>
                  </a:lnTo>
                  <a:lnTo>
                    <a:pt x="2223" y="2223"/>
                  </a:lnTo>
                  <a:lnTo>
                    <a:pt x="1979" y="2467"/>
                  </a:lnTo>
                  <a:lnTo>
                    <a:pt x="1735" y="2760"/>
                  </a:lnTo>
                  <a:lnTo>
                    <a:pt x="1515" y="3029"/>
                  </a:lnTo>
                  <a:lnTo>
                    <a:pt x="1295" y="3322"/>
                  </a:lnTo>
                  <a:lnTo>
                    <a:pt x="1100" y="3639"/>
                  </a:lnTo>
                  <a:lnTo>
                    <a:pt x="929" y="3957"/>
                  </a:lnTo>
                  <a:lnTo>
                    <a:pt x="758" y="4274"/>
                  </a:lnTo>
                  <a:lnTo>
                    <a:pt x="611" y="4616"/>
                  </a:lnTo>
                  <a:lnTo>
                    <a:pt x="465" y="4958"/>
                  </a:lnTo>
                  <a:lnTo>
                    <a:pt x="343" y="5300"/>
                  </a:lnTo>
                  <a:lnTo>
                    <a:pt x="245" y="5666"/>
                  </a:lnTo>
                  <a:lnTo>
                    <a:pt x="172" y="6033"/>
                  </a:lnTo>
                  <a:lnTo>
                    <a:pt x="98" y="6399"/>
                  </a:lnTo>
                  <a:lnTo>
                    <a:pt x="49" y="6790"/>
                  </a:lnTo>
                  <a:lnTo>
                    <a:pt x="25" y="7156"/>
                  </a:lnTo>
                  <a:lnTo>
                    <a:pt x="1" y="7547"/>
                  </a:lnTo>
                  <a:lnTo>
                    <a:pt x="25" y="7938"/>
                  </a:lnTo>
                  <a:lnTo>
                    <a:pt x="49" y="8328"/>
                  </a:lnTo>
                  <a:lnTo>
                    <a:pt x="98" y="8695"/>
                  </a:lnTo>
                  <a:lnTo>
                    <a:pt x="172" y="9085"/>
                  </a:lnTo>
                  <a:lnTo>
                    <a:pt x="245" y="9452"/>
                  </a:lnTo>
                  <a:lnTo>
                    <a:pt x="343" y="9794"/>
                  </a:lnTo>
                  <a:lnTo>
                    <a:pt x="465" y="10160"/>
                  </a:lnTo>
                  <a:lnTo>
                    <a:pt x="611" y="10502"/>
                  </a:lnTo>
                  <a:lnTo>
                    <a:pt x="758" y="10820"/>
                  </a:lnTo>
                  <a:lnTo>
                    <a:pt x="929" y="11161"/>
                  </a:lnTo>
                  <a:lnTo>
                    <a:pt x="1100" y="11479"/>
                  </a:lnTo>
                  <a:lnTo>
                    <a:pt x="1295" y="11772"/>
                  </a:lnTo>
                  <a:lnTo>
                    <a:pt x="1515" y="12065"/>
                  </a:lnTo>
                  <a:lnTo>
                    <a:pt x="1735" y="12358"/>
                  </a:lnTo>
                  <a:lnTo>
                    <a:pt x="1979" y="12627"/>
                  </a:lnTo>
                  <a:lnTo>
                    <a:pt x="2223" y="12895"/>
                  </a:lnTo>
                  <a:lnTo>
                    <a:pt x="2492" y="13140"/>
                  </a:lnTo>
                  <a:lnTo>
                    <a:pt x="2760" y="13384"/>
                  </a:lnTo>
                  <a:lnTo>
                    <a:pt x="3053" y="13604"/>
                  </a:lnTo>
                  <a:lnTo>
                    <a:pt x="3347" y="13824"/>
                  </a:lnTo>
                  <a:lnTo>
                    <a:pt x="3664" y="14019"/>
                  </a:lnTo>
                  <a:lnTo>
                    <a:pt x="3982" y="14190"/>
                  </a:lnTo>
                  <a:lnTo>
                    <a:pt x="4299" y="14361"/>
                  </a:lnTo>
                  <a:lnTo>
                    <a:pt x="4641" y="14507"/>
                  </a:lnTo>
                  <a:lnTo>
                    <a:pt x="4983" y="14654"/>
                  </a:lnTo>
                  <a:lnTo>
                    <a:pt x="5325" y="14776"/>
                  </a:lnTo>
                  <a:lnTo>
                    <a:pt x="5691" y="14874"/>
                  </a:lnTo>
                  <a:lnTo>
                    <a:pt x="6058" y="14947"/>
                  </a:lnTo>
                  <a:lnTo>
                    <a:pt x="6424" y="15020"/>
                  </a:lnTo>
                  <a:lnTo>
                    <a:pt x="6790" y="15069"/>
                  </a:lnTo>
                  <a:lnTo>
                    <a:pt x="7181" y="15094"/>
                  </a:lnTo>
                  <a:lnTo>
                    <a:pt x="7572" y="15118"/>
                  </a:lnTo>
                  <a:lnTo>
                    <a:pt x="7963" y="15094"/>
                  </a:lnTo>
                  <a:lnTo>
                    <a:pt x="8329" y="15069"/>
                  </a:lnTo>
                  <a:lnTo>
                    <a:pt x="8720" y="15020"/>
                  </a:lnTo>
                  <a:lnTo>
                    <a:pt x="9086" y="14947"/>
                  </a:lnTo>
                  <a:lnTo>
                    <a:pt x="9452" y="14874"/>
                  </a:lnTo>
                  <a:lnTo>
                    <a:pt x="9819" y="14776"/>
                  </a:lnTo>
                  <a:lnTo>
                    <a:pt x="10161" y="14654"/>
                  </a:lnTo>
                  <a:lnTo>
                    <a:pt x="10503" y="14507"/>
                  </a:lnTo>
                  <a:lnTo>
                    <a:pt x="10844" y="14361"/>
                  </a:lnTo>
                  <a:lnTo>
                    <a:pt x="11162" y="14190"/>
                  </a:lnTo>
                  <a:lnTo>
                    <a:pt x="11479" y="14019"/>
                  </a:lnTo>
                  <a:lnTo>
                    <a:pt x="11797" y="13824"/>
                  </a:lnTo>
                  <a:lnTo>
                    <a:pt x="12090" y="13604"/>
                  </a:lnTo>
                  <a:lnTo>
                    <a:pt x="12383" y="13384"/>
                  </a:lnTo>
                  <a:lnTo>
                    <a:pt x="12652" y="13140"/>
                  </a:lnTo>
                  <a:lnTo>
                    <a:pt x="12920" y="12895"/>
                  </a:lnTo>
                  <a:lnTo>
                    <a:pt x="13165" y="12627"/>
                  </a:lnTo>
                  <a:lnTo>
                    <a:pt x="13409" y="12358"/>
                  </a:lnTo>
                  <a:lnTo>
                    <a:pt x="13629" y="12065"/>
                  </a:lnTo>
                  <a:lnTo>
                    <a:pt x="13824" y="11772"/>
                  </a:lnTo>
                  <a:lnTo>
                    <a:pt x="14019" y="11479"/>
                  </a:lnTo>
                  <a:lnTo>
                    <a:pt x="14215" y="11161"/>
                  </a:lnTo>
                  <a:lnTo>
                    <a:pt x="14386" y="10820"/>
                  </a:lnTo>
                  <a:lnTo>
                    <a:pt x="14532" y="10502"/>
                  </a:lnTo>
                  <a:lnTo>
                    <a:pt x="14654" y="10160"/>
                  </a:lnTo>
                  <a:lnTo>
                    <a:pt x="14777" y="9794"/>
                  </a:lnTo>
                  <a:lnTo>
                    <a:pt x="14899" y="9452"/>
                  </a:lnTo>
                  <a:lnTo>
                    <a:pt x="14972" y="9085"/>
                  </a:lnTo>
                  <a:lnTo>
                    <a:pt x="15045" y="8695"/>
                  </a:lnTo>
                  <a:lnTo>
                    <a:pt x="15094" y="8328"/>
                  </a:lnTo>
                  <a:lnTo>
                    <a:pt x="15118" y="7938"/>
                  </a:lnTo>
                  <a:lnTo>
                    <a:pt x="15118" y="7547"/>
                  </a:lnTo>
                  <a:lnTo>
                    <a:pt x="15094" y="6936"/>
                  </a:lnTo>
                  <a:lnTo>
                    <a:pt x="15021" y="6326"/>
                  </a:lnTo>
                  <a:lnTo>
                    <a:pt x="14899" y="5740"/>
                  </a:lnTo>
                  <a:lnTo>
                    <a:pt x="14728" y="5178"/>
                  </a:lnTo>
                  <a:lnTo>
                    <a:pt x="14532" y="4616"/>
                  </a:lnTo>
                  <a:lnTo>
                    <a:pt x="14288" y="4079"/>
                  </a:lnTo>
                  <a:lnTo>
                    <a:pt x="13995" y="3590"/>
                  </a:lnTo>
                  <a:lnTo>
                    <a:pt x="13653" y="3102"/>
                  </a:lnTo>
                  <a:lnTo>
                    <a:pt x="13458" y="3053"/>
                  </a:lnTo>
                  <a:lnTo>
                    <a:pt x="12163" y="4347"/>
                  </a:lnTo>
                  <a:lnTo>
                    <a:pt x="12383" y="4689"/>
                  </a:lnTo>
                  <a:lnTo>
                    <a:pt x="12578" y="5056"/>
                  </a:lnTo>
                  <a:lnTo>
                    <a:pt x="12749" y="5446"/>
                  </a:lnTo>
                  <a:lnTo>
                    <a:pt x="12896" y="5837"/>
                  </a:lnTo>
                  <a:lnTo>
                    <a:pt x="13018" y="6252"/>
                  </a:lnTo>
                  <a:lnTo>
                    <a:pt x="13091" y="6668"/>
                  </a:lnTo>
                  <a:lnTo>
                    <a:pt x="13165" y="7107"/>
                  </a:lnTo>
                  <a:lnTo>
                    <a:pt x="13165" y="7547"/>
                  </a:lnTo>
                  <a:lnTo>
                    <a:pt x="13140" y="8133"/>
                  </a:lnTo>
                  <a:lnTo>
                    <a:pt x="13067" y="8695"/>
                  </a:lnTo>
                  <a:lnTo>
                    <a:pt x="12920" y="9208"/>
                  </a:lnTo>
                  <a:lnTo>
                    <a:pt x="12725" y="9745"/>
                  </a:lnTo>
                  <a:lnTo>
                    <a:pt x="12505" y="10233"/>
                  </a:lnTo>
                  <a:lnTo>
                    <a:pt x="12212" y="10673"/>
                  </a:lnTo>
                  <a:lnTo>
                    <a:pt x="11895" y="11113"/>
                  </a:lnTo>
                  <a:lnTo>
                    <a:pt x="11528" y="11503"/>
                  </a:lnTo>
                  <a:lnTo>
                    <a:pt x="11138" y="11870"/>
                  </a:lnTo>
                  <a:lnTo>
                    <a:pt x="10698" y="12187"/>
                  </a:lnTo>
                  <a:lnTo>
                    <a:pt x="10234" y="12480"/>
                  </a:lnTo>
                  <a:lnTo>
                    <a:pt x="9745" y="12725"/>
                  </a:lnTo>
                  <a:lnTo>
                    <a:pt x="9233" y="12895"/>
                  </a:lnTo>
                  <a:lnTo>
                    <a:pt x="8695" y="13042"/>
                  </a:lnTo>
                  <a:lnTo>
                    <a:pt x="8133" y="13140"/>
                  </a:lnTo>
                  <a:lnTo>
                    <a:pt x="7572" y="13164"/>
                  </a:lnTo>
                  <a:lnTo>
                    <a:pt x="6986" y="13140"/>
                  </a:lnTo>
                  <a:lnTo>
                    <a:pt x="6448" y="13042"/>
                  </a:lnTo>
                  <a:lnTo>
                    <a:pt x="5911" y="12895"/>
                  </a:lnTo>
                  <a:lnTo>
                    <a:pt x="5398" y="12725"/>
                  </a:lnTo>
                  <a:lnTo>
                    <a:pt x="4910" y="12480"/>
                  </a:lnTo>
                  <a:lnTo>
                    <a:pt x="4446" y="12187"/>
                  </a:lnTo>
                  <a:lnTo>
                    <a:pt x="4006" y="11870"/>
                  </a:lnTo>
                  <a:lnTo>
                    <a:pt x="3615" y="11503"/>
                  </a:lnTo>
                  <a:lnTo>
                    <a:pt x="3249" y="11113"/>
                  </a:lnTo>
                  <a:lnTo>
                    <a:pt x="2931" y="10673"/>
                  </a:lnTo>
                  <a:lnTo>
                    <a:pt x="2638" y="10233"/>
                  </a:lnTo>
                  <a:lnTo>
                    <a:pt x="2418" y="9745"/>
                  </a:lnTo>
                  <a:lnTo>
                    <a:pt x="2223" y="9208"/>
                  </a:lnTo>
                  <a:lnTo>
                    <a:pt x="2077" y="8695"/>
                  </a:lnTo>
                  <a:lnTo>
                    <a:pt x="2003" y="8133"/>
                  </a:lnTo>
                  <a:lnTo>
                    <a:pt x="1954" y="7547"/>
                  </a:lnTo>
                  <a:lnTo>
                    <a:pt x="2003" y="6985"/>
                  </a:lnTo>
                  <a:lnTo>
                    <a:pt x="2077" y="6423"/>
                  </a:lnTo>
                  <a:lnTo>
                    <a:pt x="2223" y="5886"/>
                  </a:lnTo>
                  <a:lnTo>
                    <a:pt x="2418" y="5373"/>
                  </a:lnTo>
                  <a:lnTo>
                    <a:pt x="2638" y="4885"/>
                  </a:lnTo>
                  <a:lnTo>
                    <a:pt x="2931" y="4421"/>
                  </a:lnTo>
                  <a:lnTo>
                    <a:pt x="3249" y="4005"/>
                  </a:lnTo>
                  <a:lnTo>
                    <a:pt x="3615" y="3590"/>
                  </a:lnTo>
                  <a:lnTo>
                    <a:pt x="4006" y="3224"/>
                  </a:lnTo>
                  <a:lnTo>
                    <a:pt x="4446" y="2906"/>
                  </a:lnTo>
                  <a:lnTo>
                    <a:pt x="4910" y="2638"/>
                  </a:lnTo>
                  <a:lnTo>
                    <a:pt x="5398" y="2394"/>
                  </a:lnTo>
                  <a:lnTo>
                    <a:pt x="5911" y="2198"/>
                  </a:lnTo>
                  <a:lnTo>
                    <a:pt x="6448" y="2076"/>
                  </a:lnTo>
                  <a:lnTo>
                    <a:pt x="6986" y="1978"/>
                  </a:lnTo>
                  <a:lnTo>
                    <a:pt x="7572" y="1954"/>
                  </a:lnTo>
                  <a:lnTo>
                    <a:pt x="8011" y="1978"/>
                  </a:lnTo>
                  <a:lnTo>
                    <a:pt x="8451" y="2027"/>
                  </a:lnTo>
                  <a:lnTo>
                    <a:pt x="8866" y="2100"/>
                  </a:lnTo>
                  <a:lnTo>
                    <a:pt x="9281" y="2223"/>
                  </a:lnTo>
                  <a:lnTo>
                    <a:pt x="9672" y="2369"/>
                  </a:lnTo>
                  <a:lnTo>
                    <a:pt x="10063" y="2540"/>
                  </a:lnTo>
                  <a:lnTo>
                    <a:pt x="10429" y="2735"/>
                  </a:lnTo>
                  <a:lnTo>
                    <a:pt x="10771" y="2955"/>
                  </a:lnTo>
                  <a:lnTo>
                    <a:pt x="11943" y="1807"/>
                  </a:lnTo>
                  <a:lnTo>
                    <a:pt x="11846" y="1343"/>
                  </a:lnTo>
                  <a:lnTo>
                    <a:pt x="11382" y="1026"/>
                  </a:lnTo>
                  <a:lnTo>
                    <a:pt x="10893" y="782"/>
                  </a:lnTo>
                  <a:lnTo>
                    <a:pt x="10380" y="537"/>
                  </a:lnTo>
                  <a:lnTo>
                    <a:pt x="9843" y="342"/>
                  </a:lnTo>
                  <a:lnTo>
                    <a:pt x="9306" y="195"/>
                  </a:lnTo>
                  <a:lnTo>
                    <a:pt x="8744" y="98"/>
                  </a:lnTo>
                  <a:lnTo>
                    <a:pt x="8158" y="25"/>
                  </a:lnTo>
                  <a:lnTo>
                    <a:pt x="7572"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31"/>
            <p:cNvSpPr/>
            <p:nvPr/>
          </p:nvSpPr>
          <p:spPr>
            <a:xfrm>
              <a:off x="6068500" y="1771875"/>
              <a:ext cx="182575" cy="182600"/>
            </a:xfrm>
            <a:custGeom>
              <a:rect b="b" l="l" r="r" t="t"/>
              <a:pathLst>
                <a:path extrusionOk="0" h="7304" w="7303">
                  <a:moveTo>
                    <a:pt x="3664" y="1"/>
                  </a:moveTo>
                  <a:lnTo>
                    <a:pt x="3297" y="25"/>
                  </a:lnTo>
                  <a:lnTo>
                    <a:pt x="2931" y="74"/>
                  </a:lnTo>
                  <a:lnTo>
                    <a:pt x="2565" y="147"/>
                  </a:lnTo>
                  <a:lnTo>
                    <a:pt x="2247" y="294"/>
                  </a:lnTo>
                  <a:lnTo>
                    <a:pt x="1930" y="440"/>
                  </a:lnTo>
                  <a:lnTo>
                    <a:pt x="1612" y="611"/>
                  </a:lnTo>
                  <a:lnTo>
                    <a:pt x="1344" y="831"/>
                  </a:lnTo>
                  <a:lnTo>
                    <a:pt x="1075" y="1075"/>
                  </a:lnTo>
                  <a:lnTo>
                    <a:pt x="831" y="1320"/>
                  </a:lnTo>
                  <a:lnTo>
                    <a:pt x="635" y="1613"/>
                  </a:lnTo>
                  <a:lnTo>
                    <a:pt x="440" y="1906"/>
                  </a:lnTo>
                  <a:lnTo>
                    <a:pt x="293" y="2223"/>
                  </a:lnTo>
                  <a:lnTo>
                    <a:pt x="171" y="2565"/>
                  </a:lnTo>
                  <a:lnTo>
                    <a:pt x="74" y="2907"/>
                  </a:lnTo>
                  <a:lnTo>
                    <a:pt x="25" y="3273"/>
                  </a:lnTo>
                  <a:lnTo>
                    <a:pt x="0" y="3640"/>
                  </a:lnTo>
                  <a:lnTo>
                    <a:pt x="25" y="4031"/>
                  </a:lnTo>
                  <a:lnTo>
                    <a:pt x="74" y="4373"/>
                  </a:lnTo>
                  <a:lnTo>
                    <a:pt x="171" y="4739"/>
                  </a:lnTo>
                  <a:lnTo>
                    <a:pt x="293" y="5081"/>
                  </a:lnTo>
                  <a:lnTo>
                    <a:pt x="440" y="5398"/>
                  </a:lnTo>
                  <a:lnTo>
                    <a:pt x="635" y="5691"/>
                  </a:lnTo>
                  <a:lnTo>
                    <a:pt x="831" y="5960"/>
                  </a:lnTo>
                  <a:lnTo>
                    <a:pt x="1075" y="6229"/>
                  </a:lnTo>
                  <a:lnTo>
                    <a:pt x="1344" y="6473"/>
                  </a:lnTo>
                  <a:lnTo>
                    <a:pt x="1612" y="6668"/>
                  </a:lnTo>
                  <a:lnTo>
                    <a:pt x="1930" y="6864"/>
                  </a:lnTo>
                  <a:lnTo>
                    <a:pt x="2247" y="7010"/>
                  </a:lnTo>
                  <a:lnTo>
                    <a:pt x="2565" y="7132"/>
                  </a:lnTo>
                  <a:lnTo>
                    <a:pt x="2931" y="7230"/>
                  </a:lnTo>
                  <a:lnTo>
                    <a:pt x="3297" y="7279"/>
                  </a:lnTo>
                  <a:lnTo>
                    <a:pt x="3664" y="7303"/>
                  </a:lnTo>
                  <a:lnTo>
                    <a:pt x="4030" y="7279"/>
                  </a:lnTo>
                  <a:lnTo>
                    <a:pt x="4396" y="7230"/>
                  </a:lnTo>
                  <a:lnTo>
                    <a:pt x="4738" y="7132"/>
                  </a:lnTo>
                  <a:lnTo>
                    <a:pt x="5080" y="7010"/>
                  </a:lnTo>
                  <a:lnTo>
                    <a:pt x="5398" y="6864"/>
                  </a:lnTo>
                  <a:lnTo>
                    <a:pt x="5691" y="6668"/>
                  </a:lnTo>
                  <a:lnTo>
                    <a:pt x="5984" y="6473"/>
                  </a:lnTo>
                  <a:lnTo>
                    <a:pt x="6253" y="6229"/>
                  </a:lnTo>
                  <a:lnTo>
                    <a:pt x="6472" y="5960"/>
                  </a:lnTo>
                  <a:lnTo>
                    <a:pt x="6692" y="5691"/>
                  </a:lnTo>
                  <a:lnTo>
                    <a:pt x="6863" y="5398"/>
                  </a:lnTo>
                  <a:lnTo>
                    <a:pt x="7034" y="5081"/>
                  </a:lnTo>
                  <a:lnTo>
                    <a:pt x="7156" y="4739"/>
                  </a:lnTo>
                  <a:lnTo>
                    <a:pt x="7230" y="4373"/>
                  </a:lnTo>
                  <a:lnTo>
                    <a:pt x="7303" y="4031"/>
                  </a:lnTo>
                  <a:lnTo>
                    <a:pt x="7303" y="3640"/>
                  </a:lnTo>
                  <a:lnTo>
                    <a:pt x="7303" y="3396"/>
                  </a:lnTo>
                  <a:lnTo>
                    <a:pt x="7278" y="3176"/>
                  </a:lnTo>
                  <a:lnTo>
                    <a:pt x="7254" y="2932"/>
                  </a:lnTo>
                  <a:lnTo>
                    <a:pt x="7181" y="2712"/>
                  </a:lnTo>
                  <a:lnTo>
                    <a:pt x="7132" y="2492"/>
                  </a:lnTo>
                  <a:lnTo>
                    <a:pt x="7034" y="2272"/>
                  </a:lnTo>
                  <a:lnTo>
                    <a:pt x="6839" y="1857"/>
                  </a:lnTo>
                  <a:lnTo>
                    <a:pt x="5325" y="3347"/>
                  </a:lnTo>
                  <a:lnTo>
                    <a:pt x="5349" y="3640"/>
                  </a:lnTo>
                  <a:lnTo>
                    <a:pt x="5349" y="3811"/>
                  </a:lnTo>
                  <a:lnTo>
                    <a:pt x="5325" y="3982"/>
                  </a:lnTo>
                  <a:lnTo>
                    <a:pt x="5276" y="4153"/>
                  </a:lnTo>
                  <a:lnTo>
                    <a:pt x="5227" y="4299"/>
                  </a:lnTo>
                  <a:lnTo>
                    <a:pt x="5154" y="4446"/>
                  </a:lnTo>
                  <a:lnTo>
                    <a:pt x="5080" y="4592"/>
                  </a:lnTo>
                  <a:lnTo>
                    <a:pt x="4983" y="4739"/>
                  </a:lnTo>
                  <a:lnTo>
                    <a:pt x="4860" y="4861"/>
                  </a:lnTo>
                  <a:lnTo>
                    <a:pt x="4738" y="4959"/>
                  </a:lnTo>
                  <a:lnTo>
                    <a:pt x="4616" y="5056"/>
                  </a:lnTo>
                  <a:lnTo>
                    <a:pt x="4470" y="5154"/>
                  </a:lnTo>
                  <a:lnTo>
                    <a:pt x="4323" y="5203"/>
                  </a:lnTo>
                  <a:lnTo>
                    <a:pt x="4177" y="5276"/>
                  </a:lnTo>
                  <a:lnTo>
                    <a:pt x="4006" y="5301"/>
                  </a:lnTo>
                  <a:lnTo>
                    <a:pt x="3835" y="5349"/>
                  </a:lnTo>
                  <a:lnTo>
                    <a:pt x="3493" y="5349"/>
                  </a:lnTo>
                  <a:lnTo>
                    <a:pt x="3322" y="5301"/>
                  </a:lnTo>
                  <a:lnTo>
                    <a:pt x="3151" y="5276"/>
                  </a:lnTo>
                  <a:lnTo>
                    <a:pt x="3004" y="5203"/>
                  </a:lnTo>
                  <a:lnTo>
                    <a:pt x="2858" y="5154"/>
                  </a:lnTo>
                  <a:lnTo>
                    <a:pt x="2711" y="5056"/>
                  </a:lnTo>
                  <a:lnTo>
                    <a:pt x="2589" y="4959"/>
                  </a:lnTo>
                  <a:lnTo>
                    <a:pt x="2467" y="4861"/>
                  </a:lnTo>
                  <a:lnTo>
                    <a:pt x="2345" y="4739"/>
                  </a:lnTo>
                  <a:lnTo>
                    <a:pt x="2247" y="4592"/>
                  </a:lnTo>
                  <a:lnTo>
                    <a:pt x="2174" y="4446"/>
                  </a:lnTo>
                  <a:lnTo>
                    <a:pt x="2101" y="4299"/>
                  </a:lnTo>
                  <a:lnTo>
                    <a:pt x="2027" y="4153"/>
                  </a:lnTo>
                  <a:lnTo>
                    <a:pt x="2003" y="3982"/>
                  </a:lnTo>
                  <a:lnTo>
                    <a:pt x="1979" y="3811"/>
                  </a:lnTo>
                  <a:lnTo>
                    <a:pt x="1954" y="3640"/>
                  </a:lnTo>
                  <a:lnTo>
                    <a:pt x="1979" y="3469"/>
                  </a:lnTo>
                  <a:lnTo>
                    <a:pt x="2003" y="3298"/>
                  </a:lnTo>
                  <a:lnTo>
                    <a:pt x="2027" y="3151"/>
                  </a:lnTo>
                  <a:lnTo>
                    <a:pt x="2101" y="2980"/>
                  </a:lnTo>
                  <a:lnTo>
                    <a:pt x="2174" y="2834"/>
                  </a:lnTo>
                  <a:lnTo>
                    <a:pt x="2247" y="2687"/>
                  </a:lnTo>
                  <a:lnTo>
                    <a:pt x="2345" y="2565"/>
                  </a:lnTo>
                  <a:lnTo>
                    <a:pt x="2467" y="2443"/>
                  </a:lnTo>
                  <a:lnTo>
                    <a:pt x="2589" y="2345"/>
                  </a:lnTo>
                  <a:lnTo>
                    <a:pt x="2711" y="2248"/>
                  </a:lnTo>
                  <a:lnTo>
                    <a:pt x="2858" y="2150"/>
                  </a:lnTo>
                  <a:lnTo>
                    <a:pt x="3004" y="2077"/>
                  </a:lnTo>
                  <a:lnTo>
                    <a:pt x="3151" y="2028"/>
                  </a:lnTo>
                  <a:lnTo>
                    <a:pt x="3322" y="1979"/>
                  </a:lnTo>
                  <a:lnTo>
                    <a:pt x="3493" y="1955"/>
                  </a:lnTo>
                  <a:lnTo>
                    <a:pt x="3664" y="1955"/>
                  </a:lnTo>
                  <a:lnTo>
                    <a:pt x="3957" y="1979"/>
                  </a:lnTo>
                  <a:lnTo>
                    <a:pt x="5447" y="465"/>
                  </a:lnTo>
                  <a:lnTo>
                    <a:pt x="5056" y="269"/>
                  </a:lnTo>
                  <a:lnTo>
                    <a:pt x="4836" y="196"/>
                  </a:lnTo>
                  <a:lnTo>
                    <a:pt x="4616" y="123"/>
                  </a:lnTo>
                  <a:lnTo>
                    <a:pt x="4372" y="74"/>
                  </a:lnTo>
                  <a:lnTo>
                    <a:pt x="4152" y="25"/>
                  </a:lnTo>
                  <a:lnTo>
                    <a:pt x="3908"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1"/>
            <p:cNvSpPr/>
            <p:nvPr/>
          </p:nvSpPr>
          <p:spPr>
            <a:xfrm>
              <a:off x="5981175" y="2005125"/>
              <a:ext cx="75125" cy="70850"/>
            </a:xfrm>
            <a:custGeom>
              <a:rect b="b" l="l" r="r" t="t"/>
              <a:pathLst>
                <a:path extrusionOk="0" h="2834" w="3005">
                  <a:moveTo>
                    <a:pt x="1466" y="0"/>
                  </a:moveTo>
                  <a:lnTo>
                    <a:pt x="294" y="1173"/>
                  </a:lnTo>
                  <a:lnTo>
                    <a:pt x="172" y="1319"/>
                  </a:lnTo>
                  <a:lnTo>
                    <a:pt x="74" y="1490"/>
                  </a:lnTo>
                  <a:lnTo>
                    <a:pt x="25" y="1661"/>
                  </a:lnTo>
                  <a:lnTo>
                    <a:pt x="1" y="1857"/>
                  </a:lnTo>
                  <a:lnTo>
                    <a:pt x="25" y="2052"/>
                  </a:lnTo>
                  <a:lnTo>
                    <a:pt x="74" y="2223"/>
                  </a:lnTo>
                  <a:lnTo>
                    <a:pt x="172" y="2394"/>
                  </a:lnTo>
                  <a:lnTo>
                    <a:pt x="294" y="2540"/>
                  </a:lnTo>
                  <a:lnTo>
                    <a:pt x="440" y="2663"/>
                  </a:lnTo>
                  <a:lnTo>
                    <a:pt x="611" y="2760"/>
                  </a:lnTo>
                  <a:lnTo>
                    <a:pt x="807" y="2809"/>
                  </a:lnTo>
                  <a:lnTo>
                    <a:pt x="978" y="2833"/>
                  </a:lnTo>
                  <a:lnTo>
                    <a:pt x="1173" y="2809"/>
                  </a:lnTo>
                  <a:lnTo>
                    <a:pt x="1344" y="2760"/>
                  </a:lnTo>
                  <a:lnTo>
                    <a:pt x="1515" y="2663"/>
                  </a:lnTo>
                  <a:lnTo>
                    <a:pt x="1686" y="2540"/>
                  </a:lnTo>
                  <a:lnTo>
                    <a:pt x="2858" y="1368"/>
                  </a:lnTo>
                  <a:lnTo>
                    <a:pt x="3005" y="1197"/>
                  </a:lnTo>
                  <a:lnTo>
                    <a:pt x="2590" y="928"/>
                  </a:lnTo>
                  <a:lnTo>
                    <a:pt x="2199" y="635"/>
                  </a:lnTo>
                  <a:lnTo>
                    <a:pt x="1808" y="342"/>
                  </a:lnTo>
                  <a:lnTo>
                    <a:pt x="1466"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1"/>
            <p:cNvSpPr/>
            <p:nvPr/>
          </p:nvSpPr>
          <p:spPr>
            <a:xfrm>
              <a:off x="6263875" y="2005125"/>
              <a:ext cx="74525" cy="70850"/>
            </a:xfrm>
            <a:custGeom>
              <a:rect b="b" l="l" r="r" t="t"/>
              <a:pathLst>
                <a:path extrusionOk="0" h="2834" w="2981">
                  <a:moveTo>
                    <a:pt x="1539" y="0"/>
                  </a:moveTo>
                  <a:lnTo>
                    <a:pt x="1173" y="342"/>
                  </a:lnTo>
                  <a:lnTo>
                    <a:pt x="807" y="635"/>
                  </a:lnTo>
                  <a:lnTo>
                    <a:pt x="416" y="928"/>
                  </a:lnTo>
                  <a:lnTo>
                    <a:pt x="1" y="1197"/>
                  </a:lnTo>
                  <a:lnTo>
                    <a:pt x="123" y="1368"/>
                  </a:lnTo>
                  <a:lnTo>
                    <a:pt x="1319" y="2540"/>
                  </a:lnTo>
                  <a:lnTo>
                    <a:pt x="1466" y="2663"/>
                  </a:lnTo>
                  <a:lnTo>
                    <a:pt x="1637" y="2760"/>
                  </a:lnTo>
                  <a:lnTo>
                    <a:pt x="1832" y="2809"/>
                  </a:lnTo>
                  <a:lnTo>
                    <a:pt x="2003" y="2833"/>
                  </a:lnTo>
                  <a:lnTo>
                    <a:pt x="2199" y="2809"/>
                  </a:lnTo>
                  <a:lnTo>
                    <a:pt x="2370" y="2760"/>
                  </a:lnTo>
                  <a:lnTo>
                    <a:pt x="2541" y="2663"/>
                  </a:lnTo>
                  <a:lnTo>
                    <a:pt x="2712" y="2540"/>
                  </a:lnTo>
                  <a:lnTo>
                    <a:pt x="2834" y="2394"/>
                  </a:lnTo>
                  <a:lnTo>
                    <a:pt x="2931" y="2223"/>
                  </a:lnTo>
                  <a:lnTo>
                    <a:pt x="2980" y="2052"/>
                  </a:lnTo>
                  <a:lnTo>
                    <a:pt x="2980" y="1857"/>
                  </a:lnTo>
                  <a:lnTo>
                    <a:pt x="2980" y="1661"/>
                  </a:lnTo>
                  <a:lnTo>
                    <a:pt x="2931" y="1490"/>
                  </a:lnTo>
                  <a:lnTo>
                    <a:pt x="2834" y="1319"/>
                  </a:lnTo>
                  <a:lnTo>
                    <a:pt x="2712" y="1173"/>
                  </a:lnTo>
                  <a:lnTo>
                    <a:pt x="1539"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1"/>
            <p:cNvSpPr/>
            <p:nvPr/>
          </p:nvSpPr>
          <p:spPr>
            <a:xfrm>
              <a:off x="6147875" y="1619250"/>
              <a:ext cx="251575" cy="255850"/>
            </a:xfrm>
            <a:custGeom>
              <a:rect b="b" l="l" r="r" t="t"/>
              <a:pathLst>
                <a:path extrusionOk="0" h="10234" w="10063">
                  <a:moveTo>
                    <a:pt x="7352" y="0"/>
                  </a:moveTo>
                  <a:lnTo>
                    <a:pt x="7254" y="24"/>
                  </a:lnTo>
                  <a:lnTo>
                    <a:pt x="7181" y="73"/>
                  </a:lnTo>
                  <a:lnTo>
                    <a:pt x="7083" y="147"/>
                  </a:lnTo>
                  <a:lnTo>
                    <a:pt x="5447" y="1758"/>
                  </a:lnTo>
                  <a:lnTo>
                    <a:pt x="5373" y="1856"/>
                  </a:lnTo>
                  <a:lnTo>
                    <a:pt x="5300" y="1978"/>
                  </a:lnTo>
                  <a:lnTo>
                    <a:pt x="5227" y="2125"/>
                  </a:lnTo>
                  <a:lnTo>
                    <a:pt x="5178" y="2247"/>
                  </a:lnTo>
                  <a:lnTo>
                    <a:pt x="5154" y="2393"/>
                  </a:lnTo>
                  <a:lnTo>
                    <a:pt x="5129" y="2540"/>
                  </a:lnTo>
                  <a:lnTo>
                    <a:pt x="5129" y="2687"/>
                  </a:lnTo>
                  <a:lnTo>
                    <a:pt x="5129" y="2809"/>
                  </a:lnTo>
                  <a:lnTo>
                    <a:pt x="5349" y="3981"/>
                  </a:lnTo>
                  <a:lnTo>
                    <a:pt x="5398" y="4152"/>
                  </a:lnTo>
                  <a:lnTo>
                    <a:pt x="147" y="9403"/>
                  </a:lnTo>
                  <a:lnTo>
                    <a:pt x="74" y="9476"/>
                  </a:lnTo>
                  <a:lnTo>
                    <a:pt x="25" y="9574"/>
                  </a:lnTo>
                  <a:lnTo>
                    <a:pt x="0" y="9672"/>
                  </a:lnTo>
                  <a:lnTo>
                    <a:pt x="0" y="9745"/>
                  </a:lnTo>
                  <a:lnTo>
                    <a:pt x="0" y="9843"/>
                  </a:lnTo>
                  <a:lnTo>
                    <a:pt x="25" y="9940"/>
                  </a:lnTo>
                  <a:lnTo>
                    <a:pt x="74" y="10013"/>
                  </a:lnTo>
                  <a:lnTo>
                    <a:pt x="147" y="10087"/>
                  </a:lnTo>
                  <a:lnTo>
                    <a:pt x="220" y="10160"/>
                  </a:lnTo>
                  <a:lnTo>
                    <a:pt x="293" y="10209"/>
                  </a:lnTo>
                  <a:lnTo>
                    <a:pt x="391" y="10233"/>
                  </a:lnTo>
                  <a:lnTo>
                    <a:pt x="586" y="10233"/>
                  </a:lnTo>
                  <a:lnTo>
                    <a:pt x="660" y="10209"/>
                  </a:lnTo>
                  <a:lnTo>
                    <a:pt x="757" y="10160"/>
                  </a:lnTo>
                  <a:lnTo>
                    <a:pt x="831" y="10087"/>
                  </a:lnTo>
                  <a:lnTo>
                    <a:pt x="6204" y="4738"/>
                  </a:lnTo>
                  <a:lnTo>
                    <a:pt x="7254" y="4909"/>
                  </a:lnTo>
                  <a:lnTo>
                    <a:pt x="7376" y="4933"/>
                  </a:lnTo>
                  <a:lnTo>
                    <a:pt x="7523" y="4933"/>
                  </a:lnTo>
                  <a:lnTo>
                    <a:pt x="7645" y="4909"/>
                  </a:lnTo>
                  <a:lnTo>
                    <a:pt x="7791" y="4860"/>
                  </a:lnTo>
                  <a:lnTo>
                    <a:pt x="7938" y="4811"/>
                  </a:lnTo>
                  <a:lnTo>
                    <a:pt x="8060" y="4763"/>
                  </a:lnTo>
                  <a:lnTo>
                    <a:pt x="8182" y="4689"/>
                  </a:lnTo>
                  <a:lnTo>
                    <a:pt x="8280" y="4592"/>
                  </a:lnTo>
                  <a:lnTo>
                    <a:pt x="9916" y="2955"/>
                  </a:lnTo>
                  <a:lnTo>
                    <a:pt x="9989" y="2882"/>
                  </a:lnTo>
                  <a:lnTo>
                    <a:pt x="10038" y="2784"/>
                  </a:lnTo>
                  <a:lnTo>
                    <a:pt x="10063" y="2711"/>
                  </a:lnTo>
                  <a:lnTo>
                    <a:pt x="10038" y="2613"/>
                  </a:lnTo>
                  <a:lnTo>
                    <a:pt x="10014" y="2564"/>
                  </a:lnTo>
                  <a:lnTo>
                    <a:pt x="9940" y="2491"/>
                  </a:lnTo>
                  <a:lnTo>
                    <a:pt x="9843" y="2442"/>
                  </a:lnTo>
                  <a:lnTo>
                    <a:pt x="9745" y="2418"/>
                  </a:lnTo>
                  <a:lnTo>
                    <a:pt x="8695" y="2223"/>
                  </a:lnTo>
                  <a:lnTo>
                    <a:pt x="9721" y="1197"/>
                  </a:lnTo>
                  <a:lnTo>
                    <a:pt x="9794" y="1123"/>
                  </a:lnTo>
                  <a:lnTo>
                    <a:pt x="9843" y="1026"/>
                  </a:lnTo>
                  <a:lnTo>
                    <a:pt x="9867" y="953"/>
                  </a:lnTo>
                  <a:lnTo>
                    <a:pt x="9867" y="855"/>
                  </a:lnTo>
                  <a:lnTo>
                    <a:pt x="9867" y="757"/>
                  </a:lnTo>
                  <a:lnTo>
                    <a:pt x="9843" y="659"/>
                  </a:lnTo>
                  <a:lnTo>
                    <a:pt x="9794" y="586"/>
                  </a:lnTo>
                  <a:lnTo>
                    <a:pt x="9721" y="513"/>
                  </a:lnTo>
                  <a:lnTo>
                    <a:pt x="9647" y="440"/>
                  </a:lnTo>
                  <a:lnTo>
                    <a:pt x="9574" y="391"/>
                  </a:lnTo>
                  <a:lnTo>
                    <a:pt x="9476" y="366"/>
                  </a:lnTo>
                  <a:lnTo>
                    <a:pt x="9281" y="366"/>
                  </a:lnTo>
                  <a:lnTo>
                    <a:pt x="9208" y="391"/>
                  </a:lnTo>
                  <a:lnTo>
                    <a:pt x="9110" y="440"/>
                  </a:lnTo>
                  <a:lnTo>
                    <a:pt x="9037" y="513"/>
                  </a:lnTo>
                  <a:lnTo>
                    <a:pt x="7889" y="1661"/>
                  </a:lnTo>
                  <a:lnTo>
                    <a:pt x="7840" y="1490"/>
                  </a:lnTo>
                  <a:lnTo>
                    <a:pt x="7620" y="318"/>
                  </a:lnTo>
                  <a:lnTo>
                    <a:pt x="7596" y="195"/>
                  </a:lnTo>
                  <a:lnTo>
                    <a:pt x="7547" y="98"/>
                  </a:lnTo>
                  <a:lnTo>
                    <a:pt x="7498" y="49"/>
                  </a:lnTo>
                  <a:lnTo>
                    <a:pt x="7425"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3" name="Google Shape;713;p31"/>
          <p:cNvGrpSpPr/>
          <p:nvPr/>
        </p:nvGrpSpPr>
        <p:grpSpPr>
          <a:xfrm>
            <a:off x="5408764" y="1492360"/>
            <a:ext cx="401719" cy="366502"/>
            <a:chOff x="6625350" y="1613750"/>
            <a:chExt cx="480525" cy="438400"/>
          </a:xfrm>
        </p:grpSpPr>
        <p:sp>
          <p:nvSpPr>
            <p:cNvPr id="714" name="Google Shape;714;p31"/>
            <p:cNvSpPr/>
            <p:nvPr/>
          </p:nvSpPr>
          <p:spPr>
            <a:xfrm>
              <a:off x="6670525" y="1887275"/>
              <a:ext cx="117875" cy="164875"/>
            </a:xfrm>
            <a:custGeom>
              <a:rect b="b" l="l" r="r" t="t"/>
              <a:pathLst>
                <a:path extrusionOk="0" h="6595" w="4715">
                  <a:moveTo>
                    <a:pt x="0" y="1"/>
                  </a:moveTo>
                  <a:lnTo>
                    <a:pt x="538" y="6058"/>
                  </a:lnTo>
                  <a:lnTo>
                    <a:pt x="562" y="6180"/>
                  </a:lnTo>
                  <a:lnTo>
                    <a:pt x="587" y="6277"/>
                  </a:lnTo>
                  <a:lnTo>
                    <a:pt x="660" y="6351"/>
                  </a:lnTo>
                  <a:lnTo>
                    <a:pt x="733" y="6448"/>
                  </a:lnTo>
                  <a:lnTo>
                    <a:pt x="806" y="6497"/>
                  </a:lnTo>
                  <a:lnTo>
                    <a:pt x="904" y="6546"/>
                  </a:lnTo>
                  <a:lnTo>
                    <a:pt x="1002" y="6571"/>
                  </a:lnTo>
                  <a:lnTo>
                    <a:pt x="1124" y="6595"/>
                  </a:lnTo>
                  <a:lnTo>
                    <a:pt x="4128" y="6595"/>
                  </a:lnTo>
                  <a:lnTo>
                    <a:pt x="4274" y="6571"/>
                  </a:lnTo>
                  <a:lnTo>
                    <a:pt x="4397" y="6522"/>
                  </a:lnTo>
                  <a:lnTo>
                    <a:pt x="4494" y="6473"/>
                  </a:lnTo>
                  <a:lnTo>
                    <a:pt x="4592" y="6375"/>
                  </a:lnTo>
                  <a:lnTo>
                    <a:pt x="4665" y="6253"/>
                  </a:lnTo>
                  <a:lnTo>
                    <a:pt x="4714" y="6155"/>
                  </a:lnTo>
                  <a:lnTo>
                    <a:pt x="4714" y="6009"/>
                  </a:lnTo>
                  <a:lnTo>
                    <a:pt x="4714" y="5887"/>
                  </a:lnTo>
                  <a:lnTo>
                    <a:pt x="3713" y="123"/>
                  </a:lnTo>
                  <a:lnTo>
                    <a:pt x="2589" y="50"/>
                  </a:lnTo>
                  <a:lnTo>
                    <a:pt x="1637" y="25"/>
                  </a:lnTo>
                  <a:lnTo>
                    <a:pt x="0"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1"/>
            <p:cNvSpPr/>
            <p:nvPr/>
          </p:nvSpPr>
          <p:spPr>
            <a:xfrm>
              <a:off x="7075950" y="1754175"/>
              <a:ext cx="29925" cy="99550"/>
            </a:xfrm>
            <a:custGeom>
              <a:rect b="b" l="l" r="r" t="t"/>
              <a:pathLst>
                <a:path extrusionOk="0" h="3982" w="1197">
                  <a:moveTo>
                    <a:pt x="0" y="1"/>
                  </a:moveTo>
                  <a:lnTo>
                    <a:pt x="0" y="3981"/>
                  </a:lnTo>
                  <a:lnTo>
                    <a:pt x="269" y="3811"/>
                  </a:lnTo>
                  <a:lnTo>
                    <a:pt x="489" y="3615"/>
                  </a:lnTo>
                  <a:lnTo>
                    <a:pt x="684" y="3420"/>
                  </a:lnTo>
                  <a:lnTo>
                    <a:pt x="855" y="3176"/>
                  </a:lnTo>
                  <a:lnTo>
                    <a:pt x="1002" y="2907"/>
                  </a:lnTo>
                  <a:lnTo>
                    <a:pt x="1099" y="2614"/>
                  </a:lnTo>
                  <a:lnTo>
                    <a:pt x="1173" y="2296"/>
                  </a:lnTo>
                  <a:lnTo>
                    <a:pt x="1197" y="1979"/>
                  </a:lnTo>
                  <a:lnTo>
                    <a:pt x="1173" y="1661"/>
                  </a:lnTo>
                  <a:lnTo>
                    <a:pt x="1099" y="1368"/>
                  </a:lnTo>
                  <a:lnTo>
                    <a:pt x="1002" y="1075"/>
                  </a:lnTo>
                  <a:lnTo>
                    <a:pt x="855" y="806"/>
                  </a:lnTo>
                  <a:lnTo>
                    <a:pt x="684" y="562"/>
                  </a:lnTo>
                  <a:lnTo>
                    <a:pt x="489" y="342"/>
                  </a:lnTo>
                  <a:lnTo>
                    <a:pt x="269" y="171"/>
                  </a:lnTo>
                  <a:lnTo>
                    <a:pt x="0"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31"/>
            <p:cNvSpPr/>
            <p:nvPr/>
          </p:nvSpPr>
          <p:spPr>
            <a:xfrm>
              <a:off x="6625350" y="1729750"/>
              <a:ext cx="97700" cy="147175"/>
            </a:xfrm>
            <a:custGeom>
              <a:rect b="b" l="l" r="r" t="t"/>
              <a:pathLst>
                <a:path extrusionOk="0" h="5887" w="3908">
                  <a:moveTo>
                    <a:pt x="3908" y="1"/>
                  </a:moveTo>
                  <a:lnTo>
                    <a:pt x="2711" y="25"/>
                  </a:lnTo>
                  <a:lnTo>
                    <a:pt x="1759" y="25"/>
                  </a:lnTo>
                  <a:lnTo>
                    <a:pt x="1588" y="49"/>
                  </a:lnTo>
                  <a:lnTo>
                    <a:pt x="1417" y="74"/>
                  </a:lnTo>
                  <a:lnTo>
                    <a:pt x="1246" y="123"/>
                  </a:lnTo>
                  <a:lnTo>
                    <a:pt x="1099" y="172"/>
                  </a:lnTo>
                  <a:lnTo>
                    <a:pt x="953" y="245"/>
                  </a:lnTo>
                  <a:lnTo>
                    <a:pt x="806" y="343"/>
                  </a:lnTo>
                  <a:lnTo>
                    <a:pt x="660" y="440"/>
                  </a:lnTo>
                  <a:lnTo>
                    <a:pt x="537" y="562"/>
                  </a:lnTo>
                  <a:lnTo>
                    <a:pt x="415" y="684"/>
                  </a:lnTo>
                  <a:lnTo>
                    <a:pt x="318" y="831"/>
                  </a:lnTo>
                  <a:lnTo>
                    <a:pt x="220" y="978"/>
                  </a:lnTo>
                  <a:lnTo>
                    <a:pt x="147" y="1124"/>
                  </a:lnTo>
                  <a:lnTo>
                    <a:pt x="73" y="1295"/>
                  </a:lnTo>
                  <a:lnTo>
                    <a:pt x="49" y="1442"/>
                  </a:lnTo>
                  <a:lnTo>
                    <a:pt x="0" y="1613"/>
                  </a:lnTo>
                  <a:lnTo>
                    <a:pt x="0" y="1783"/>
                  </a:lnTo>
                  <a:lnTo>
                    <a:pt x="0" y="4128"/>
                  </a:lnTo>
                  <a:lnTo>
                    <a:pt x="0" y="4299"/>
                  </a:lnTo>
                  <a:lnTo>
                    <a:pt x="49" y="4446"/>
                  </a:lnTo>
                  <a:lnTo>
                    <a:pt x="73" y="4617"/>
                  </a:lnTo>
                  <a:lnTo>
                    <a:pt x="147" y="4763"/>
                  </a:lnTo>
                  <a:lnTo>
                    <a:pt x="220" y="4934"/>
                  </a:lnTo>
                  <a:lnTo>
                    <a:pt x="318" y="5081"/>
                  </a:lnTo>
                  <a:lnTo>
                    <a:pt x="415" y="5203"/>
                  </a:lnTo>
                  <a:lnTo>
                    <a:pt x="537" y="5325"/>
                  </a:lnTo>
                  <a:lnTo>
                    <a:pt x="660" y="5447"/>
                  </a:lnTo>
                  <a:lnTo>
                    <a:pt x="806" y="5545"/>
                  </a:lnTo>
                  <a:lnTo>
                    <a:pt x="953" y="5642"/>
                  </a:lnTo>
                  <a:lnTo>
                    <a:pt x="1099" y="5716"/>
                  </a:lnTo>
                  <a:lnTo>
                    <a:pt x="1246" y="5789"/>
                  </a:lnTo>
                  <a:lnTo>
                    <a:pt x="1417" y="5838"/>
                  </a:lnTo>
                  <a:lnTo>
                    <a:pt x="1588" y="5862"/>
                  </a:lnTo>
                  <a:lnTo>
                    <a:pt x="1759" y="5862"/>
                  </a:lnTo>
                  <a:lnTo>
                    <a:pt x="2711" y="5887"/>
                  </a:lnTo>
                  <a:lnTo>
                    <a:pt x="3908" y="5887"/>
                  </a:lnTo>
                  <a:lnTo>
                    <a:pt x="3908"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1"/>
            <p:cNvSpPr/>
            <p:nvPr/>
          </p:nvSpPr>
          <p:spPr>
            <a:xfrm>
              <a:off x="6736475" y="1638175"/>
              <a:ext cx="279650" cy="330325"/>
            </a:xfrm>
            <a:custGeom>
              <a:rect b="b" l="l" r="r" t="t"/>
              <a:pathLst>
                <a:path extrusionOk="0" h="13213" w="11186">
                  <a:moveTo>
                    <a:pt x="11186" y="0"/>
                  </a:moveTo>
                  <a:lnTo>
                    <a:pt x="10771" y="342"/>
                  </a:lnTo>
                  <a:lnTo>
                    <a:pt x="10380" y="635"/>
                  </a:lnTo>
                  <a:lnTo>
                    <a:pt x="9940" y="904"/>
                  </a:lnTo>
                  <a:lnTo>
                    <a:pt x="9525" y="1172"/>
                  </a:lnTo>
                  <a:lnTo>
                    <a:pt x="9110" y="1417"/>
                  </a:lnTo>
                  <a:lnTo>
                    <a:pt x="8695" y="1661"/>
                  </a:lnTo>
                  <a:lnTo>
                    <a:pt x="7840" y="2052"/>
                  </a:lnTo>
                  <a:lnTo>
                    <a:pt x="7034" y="2418"/>
                  </a:lnTo>
                  <a:lnTo>
                    <a:pt x="6228" y="2687"/>
                  </a:lnTo>
                  <a:lnTo>
                    <a:pt x="5471" y="2931"/>
                  </a:lnTo>
                  <a:lnTo>
                    <a:pt x="4763" y="3126"/>
                  </a:lnTo>
                  <a:lnTo>
                    <a:pt x="4225" y="3248"/>
                  </a:lnTo>
                  <a:lnTo>
                    <a:pt x="3664" y="3346"/>
                  </a:lnTo>
                  <a:lnTo>
                    <a:pt x="3077" y="3419"/>
                  </a:lnTo>
                  <a:lnTo>
                    <a:pt x="2467" y="3493"/>
                  </a:lnTo>
                  <a:lnTo>
                    <a:pt x="1221" y="3590"/>
                  </a:lnTo>
                  <a:lnTo>
                    <a:pt x="0" y="3664"/>
                  </a:lnTo>
                  <a:lnTo>
                    <a:pt x="0" y="9574"/>
                  </a:lnTo>
                  <a:lnTo>
                    <a:pt x="1221" y="9623"/>
                  </a:lnTo>
                  <a:lnTo>
                    <a:pt x="2467" y="9721"/>
                  </a:lnTo>
                  <a:lnTo>
                    <a:pt x="3077" y="9794"/>
                  </a:lnTo>
                  <a:lnTo>
                    <a:pt x="3664" y="9891"/>
                  </a:lnTo>
                  <a:lnTo>
                    <a:pt x="4225" y="9989"/>
                  </a:lnTo>
                  <a:lnTo>
                    <a:pt x="4763" y="10111"/>
                  </a:lnTo>
                  <a:lnTo>
                    <a:pt x="5471" y="10307"/>
                  </a:lnTo>
                  <a:lnTo>
                    <a:pt x="6228" y="10526"/>
                  </a:lnTo>
                  <a:lnTo>
                    <a:pt x="7034" y="10820"/>
                  </a:lnTo>
                  <a:lnTo>
                    <a:pt x="7840" y="11161"/>
                  </a:lnTo>
                  <a:lnTo>
                    <a:pt x="8695" y="11577"/>
                  </a:lnTo>
                  <a:lnTo>
                    <a:pt x="9110" y="11796"/>
                  </a:lnTo>
                  <a:lnTo>
                    <a:pt x="9525" y="12041"/>
                  </a:lnTo>
                  <a:lnTo>
                    <a:pt x="9940" y="12309"/>
                  </a:lnTo>
                  <a:lnTo>
                    <a:pt x="10380" y="12602"/>
                  </a:lnTo>
                  <a:lnTo>
                    <a:pt x="10771" y="12896"/>
                  </a:lnTo>
                  <a:lnTo>
                    <a:pt x="11186" y="13213"/>
                  </a:lnTo>
                  <a:lnTo>
                    <a:pt x="11186"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1"/>
            <p:cNvSpPr/>
            <p:nvPr/>
          </p:nvSpPr>
          <p:spPr>
            <a:xfrm>
              <a:off x="7029550" y="1613750"/>
              <a:ext cx="34200" cy="379800"/>
            </a:xfrm>
            <a:custGeom>
              <a:rect b="b" l="l" r="r" t="t"/>
              <a:pathLst>
                <a:path extrusionOk="0" h="15192" w="1368">
                  <a:moveTo>
                    <a:pt x="684" y="0"/>
                  </a:moveTo>
                  <a:lnTo>
                    <a:pt x="562" y="25"/>
                  </a:lnTo>
                  <a:lnTo>
                    <a:pt x="464" y="98"/>
                  </a:lnTo>
                  <a:lnTo>
                    <a:pt x="366" y="171"/>
                  </a:lnTo>
                  <a:lnTo>
                    <a:pt x="0" y="513"/>
                  </a:lnTo>
                  <a:lnTo>
                    <a:pt x="0" y="14654"/>
                  </a:lnTo>
                  <a:lnTo>
                    <a:pt x="366" y="15020"/>
                  </a:lnTo>
                  <a:lnTo>
                    <a:pt x="464" y="15094"/>
                  </a:lnTo>
                  <a:lnTo>
                    <a:pt x="562" y="15143"/>
                  </a:lnTo>
                  <a:lnTo>
                    <a:pt x="684" y="15191"/>
                  </a:lnTo>
                  <a:lnTo>
                    <a:pt x="904" y="15191"/>
                  </a:lnTo>
                  <a:lnTo>
                    <a:pt x="1001" y="15143"/>
                  </a:lnTo>
                  <a:lnTo>
                    <a:pt x="1148" y="15045"/>
                  </a:lnTo>
                  <a:lnTo>
                    <a:pt x="1270" y="14923"/>
                  </a:lnTo>
                  <a:lnTo>
                    <a:pt x="1343" y="14776"/>
                  </a:lnTo>
                  <a:lnTo>
                    <a:pt x="1368" y="14605"/>
                  </a:lnTo>
                  <a:lnTo>
                    <a:pt x="1368" y="586"/>
                  </a:lnTo>
                  <a:lnTo>
                    <a:pt x="1343" y="415"/>
                  </a:lnTo>
                  <a:lnTo>
                    <a:pt x="1270" y="244"/>
                  </a:lnTo>
                  <a:lnTo>
                    <a:pt x="1148" y="122"/>
                  </a:lnTo>
                  <a:lnTo>
                    <a:pt x="1001" y="25"/>
                  </a:lnTo>
                  <a:lnTo>
                    <a:pt x="904"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9" name="Google Shape;719;p31"/>
          <p:cNvGrpSpPr/>
          <p:nvPr/>
        </p:nvGrpSpPr>
        <p:grpSpPr>
          <a:xfrm>
            <a:off x="380913" y="2088554"/>
            <a:ext cx="303217" cy="325685"/>
            <a:chOff x="611175" y="2326900"/>
            <a:chExt cx="362700" cy="389575"/>
          </a:xfrm>
        </p:grpSpPr>
        <p:sp>
          <p:nvSpPr>
            <p:cNvPr id="720" name="Google Shape;720;p31"/>
            <p:cNvSpPr/>
            <p:nvPr/>
          </p:nvSpPr>
          <p:spPr>
            <a:xfrm>
              <a:off x="611175" y="2326900"/>
              <a:ext cx="362700" cy="389575"/>
            </a:xfrm>
            <a:custGeom>
              <a:rect b="b" l="l" r="r" t="t"/>
              <a:pathLst>
                <a:path extrusionOk="0" h="15583" w="14508">
                  <a:moveTo>
                    <a:pt x="9647" y="489"/>
                  </a:moveTo>
                  <a:lnTo>
                    <a:pt x="9769" y="513"/>
                  </a:lnTo>
                  <a:lnTo>
                    <a:pt x="9916" y="562"/>
                  </a:lnTo>
                  <a:lnTo>
                    <a:pt x="10014" y="660"/>
                  </a:lnTo>
                  <a:lnTo>
                    <a:pt x="10087" y="782"/>
                  </a:lnTo>
                  <a:lnTo>
                    <a:pt x="10111" y="928"/>
                  </a:lnTo>
                  <a:lnTo>
                    <a:pt x="10111" y="1075"/>
                  </a:lnTo>
                  <a:lnTo>
                    <a:pt x="10063" y="1197"/>
                  </a:lnTo>
                  <a:lnTo>
                    <a:pt x="9989" y="1319"/>
                  </a:lnTo>
                  <a:lnTo>
                    <a:pt x="9281" y="2003"/>
                  </a:lnTo>
                  <a:lnTo>
                    <a:pt x="9232" y="2076"/>
                  </a:lnTo>
                  <a:lnTo>
                    <a:pt x="9183" y="2174"/>
                  </a:lnTo>
                  <a:lnTo>
                    <a:pt x="9159" y="2247"/>
                  </a:lnTo>
                  <a:lnTo>
                    <a:pt x="9159" y="2345"/>
                  </a:lnTo>
                  <a:lnTo>
                    <a:pt x="9159" y="6497"/>
                  </a:lnTo>
                  <a:lnTo>
                    <a:pt x="9183" y="6643"/>
                  </a:lnTo>
                  <a:lnTo>
                    <a:pt x="9232" y="6790"/>
                  </a:lnTo>
                  <a:lnTo>
                    <a:pt x="10575" y="8671"/>
                  </a:lnTo>
                  <a:lnTo>
                    <a:pt x="3932" y="8671"/>
                  </a:lnTo>
                  <a:lnTo>
                    <a:pt x="5276" y="6790"/>
                  </a:lnTo>
                  <a:lnTo>
                    <a:pt x="5324" y="6643"/>
                  </a:lnTo>
                  <a:lnTo>
                    <a:pt x="5349" y="6497"/>
                  </a:lnTo>
                  <a:lnTo>
                    <a:pt x="5349" y="2345"/>
                  </a:lnTo>
                  <a:lnTo>
                    <a:pt x="5349" y="2247"/>
                  </a:lnTo>
                  <a:lnTo>
                    <a:pt x="5324" y="2174"/>
                  </a:lnTo>
                  <a:lnTo>
                    <a:pt x="5276" y="2076"/>
                  </a:lnTo>
                  <a:lnTo>
                    <a:pt x="5227" y="2003"/>
                  </a:lnTo>
                  <a:lnTo>
                    <a:pt x="4519" y="1319"/>
                  </a:lnTo>
                  <a:lnTo>
                    <a:pt x="4445" y="1197"/>
                  </a:lnTo>
                  <a:lnTo>
                    <a:pt x="4396" y="1075"/>
                  </a:lnTo>
                  <a:lnTo>
                    <a:pt x="4396" y="928"/>
                  </a:lnTo>
                  <a:lnTo>
                    <a:pt x="4421" y="782"/>
                  </a:lnTo>
                  <a:lnTo>
                    <a:pt x="4494" y="660"/>
                  </a:lnTo>
                  <a:lnTo>
                    <a:pt x="4592" y="562"/>
                  </a:lnTo>
                  <a:lnTo>
                    <a:pt x="4738" y="513"/>
                  </a:lnTo>
                  <a:lnTo>
                    <a:pt x="4860" y="489"/>
                  </a:lnTo>
                  <a:close/>
                  <a:moveTo>
                    <a:pt x="6717" y="9574"/>
                  </a:moveTo>
                  <a:lnTo>
                    <a:pt x="6912" y="9647"/>
                  </a:lnTo>
                  <a:lnTo>
                    <a:pt x="7083" y="9745"/>
                  </a:lnTo>
                  <a:lnTo>
                    <a:pt x="7254" y="9892"/>
                  </a:lnTo>
                  <a:lnTo>
                    <a:pt x="7376" y="10038"/>
                  </a:lnTo>
                  <a:lnTo>
                    <a:pt x="7474" y="10234"/>
                  </a:lnTo>
                  <a:lnTo>
                    <a:pt x="7547" y="10429"/>
                  </a:lnTo>
                  <a:lnTo>
                    <a:pt x="7571" y="10649"/>
                  </a:lnTo>
                  <a:lnTo>
                    <a:pt x="7547" y="10869"/>
                  </a:lnTo>
                  <a:lnTo>
                    <a:pt x="7474" y="11064"/>
                  </a:lnTo>
                  <a:lnTo>
                    <a:pt x="7376" y="11259"/>
                  </a:lnTo>
                  <a:lnTo>
                    <a:pt x="7254" y="11406"/>
                  </a:lnTo>
                  <a:lnTo>
                    <a:pt x="7083" y="11552"/>
                  </a:lnTo>
                  <a:lnTo>
                    <a:pt x="6912" y="11650"/>
                  </a:lnTo>
                  <a:lnTo>
                    <a:pt x="6717" y="11699"/>
                  </a:lnTo>
                  <a:lnTo>
                    <a:pt x="6497" y="11723"/>
                  </a:lnTo>
                  <a:lnTo>
                    <a:pt x="6277" y="11699"/>
                  </a:lnTo>
                  <a:lnTo>
                    <a:pt x="6057" y="11650"/>
                  </a:lnTo>
                  <a:lnTo>
                    <a:pt x="5886" y="11552"/>
                  </a:lnTo>
                  <a:lnTo>
                    <a:pt x="5715" y="11406"/>
                  </a:lnTo>
                  <a:lnTo>
                    <a:pt x="5593" y="11259"/>
                  </a:lnTo>
                  <a:lnTo>
                    <a:pt x="5495" y="11064"/>
                  </a:lnTo>
                  <a:lnTo>
                    <a:pt x="5422" y="10869"/>
                  </a:lnTo>
                  <a:lnTo>
                    <a:pt x="5398" y="10649"/>
                  </a:lnTo>
                  <a:lnTo>
                    <a:pt x="5422" y="10429"/>
                  </a:lnTo>
                  <a:lnTo>
                    <a:pt x="5495" y="10234"/>
                  </a:lnTo>
                  <a:lnTo>
                    <a:pt x="5593" y="10038"/>
                  </a:lnTo>
                  <a:lnTo>
                    <a:pt x="5715" y="9892"/>
                  </a:lnTo>
                  <a:lnTo>
                    <a:pt x="5886" y="9745"/>
                  </a:lnTo>
                  <a:lnTo>
                    <a:pt x="6057" y="9647"/>
                  </a:lnTo>
                  <a:lnTo>
                    <a:pt x="6277" y="9574"/>
                  </a:lnTo>
                  <a:close/>
                  <a:moveTo>
                    <a:pt x="8475" y="11894"/>
                  </a:moveTo>
                  <a:lnTo>
                    <a:pt x="8597" y="11919"/>
                  </a:lnTo>
                  <a:lnTo>
                    <a:pt x="8695" y="11943"/>
                  </a:lnTo>
                  <a:lnTo>
                    <a:pt x="8817" y="11992"/>
                  </a:lnTo>
                  <a:lnTo>
                    <a:pt x="8915" y="12065"/>
                  </a:lnTo>
                  <a:lnTo>
                    <a:pt x="8988" y="12163"/>
                  </a:lnTo>
                  <a:lnTo>
                    <a:pt x="9037" y="12285"/>
                  </a:lnTo>
                  <a:lnTo>
                    <a:pt x="9086" y="12383"/>
                  </a:lnTo>
                  <a:lnTo>
                    <a:pt x="9086" y="12529"/>
                  </a:lnTo>
                  <a:lnTo>
                    <a:pt x="9086" y="12652"/>
                  </a:lnTo>
                  <a:lnTo>
                    <a:pt x="9037" y="12749"/>
                  </a:lnTo>
                  <a:lnTo>
                    <a:pt x="8988" y="12871"/>
                  </a:lnTo>
                  <a:lnTo>
                    <a:pt x="8915" y="12969"/>
                  </a:lnTo>
                  <a:lnTo>
                    <a:pt x="8817" y="13042"/>
                  </a:lnTo>
                  <a:lnTo>
                    <a:pt x="8695" y="13091"/>
                  </a:lnTo>
                  <a:lnTo>
                    <a:pt x="8597" y="13140"/>
                  </a:lnTo>
                  <a:lnTo>
                    <a:pt x="8329" y="13140"/>
                  </a:lnTo>
                  <a:lnTo>
                    <a:pt x="8231" y="13091"/>
                  </a:lnTo>
                  <a:lnTo>
                    <a:pt x="8109" y="13042"/>
                  </a:lnTo>
                  <a:lnTo>
                    <a:pt x="8011" y="12969"/>
                  </a:lnTo>
                  <a:lnTo>
                    <a:pt x="7938" y="12871"/>
                  </a:lnTo>
                  <a:lnTo>
                    <a:pt x="7889" y="12749"/>
                  </a:lnTo>
                  <a:lnTo>
                    <a:pt x="7864" y="12652"/>
                  </a:lnTo>
                  <a:lnTo>
                    <a:pt x="7840" y="12529"/>
                  </a:lnTo>
                  <a:lnTo>
                    <a:pt x="7864" y="12383"/>
                  </a:lnTo>
                  <a:lnTo>
                    <a:pt x="7889" y="12285"/>
                  </a:lnTo>
                  <a:lnTo>
                    <a:pt x="7938" y="12163"/>
                  </a:lnTo>
                  <a:lnTo>
                    <a:pt x="8011" y="12065"/>
                  </a:lnTo>
                  <a:lnTo>
                    <a:pt x="8109" y="11992"/>
                  </a:lnTo>
                  <a:lnTo>
                    <a:pt x="8231" y="11943"/>
                  </a:lnTo>
                  <a:lnTo>
                    <a:pt x="8329" y="11919"/>
                  </a:lnTo>
                  <a:lnTo>
                    <a:pt x="8475" y="11894"/>
                  </a:lnTo>
                  <a:close/>
                  <a:moveTo>
                    <a:pt x="6741" y="13360"/>
                  </a:moveTo>
                  <a:lnTo>
                    <a:pt x="6814" y="13384"/>
                  </a:lnTo>
                  <a:lnTo>
                    <a:pt x="6912" y="13433"/>
                  </a:lnTo>
                  <a:lnTo>
                    <a:pt x="6985" y="13482"/>
                  </a:lnTo>
                  <a:lnTo>
                    <a:pt x="7034" y="13555"/>
                  </a:lnTo>
                  <a:lnTo>
                    <a:pt x="7083" y="13653"/>
                  </a:lnTo>
                  <a:lnTo>
                    <a:pt x="7107" y="13726"/>
                  </a:lnTo>
                  <a:lnTo>
                    <a:pt x="7107" y="13824"/>
                  </a:lnTo>
                  <a:lnTo>
                    <a:pt x="7107" y="13922"/>
                  </a:lnTo>
                  <a:lnTo>
                    <a:pt x="7083" y="14019"/>
                  </a:lnTo>
                  <a:lnTo>
                    <a:pt x="7034" y="14117"/>
                  </a:lnTo>
                  <a:lnTo>
                    <a:pt x="6985" y="14166"/>
                  </a:lnTo>
                  <a:lnTo>
                    <a:pt x="6912" y="14239"/>
                  </a:lnTo>
                  <a:lnTo>
                    <a:pt x="6814" y="14288"/>
                  </a:lnTo>
                  <a:lnTo>
                    <a:pt x="6741" y="14312"/>
                  </a:lnTo>
                  <a:lnTo>
                    <a:pt x="6546" y="14312"/>
                  </a:lnTo>
                  <a:lnTo>
                    <a:pt x="6448" y="14288"/>
                  </a:lnTo>
                  <a:lnTo>
                    <a:pt x="6375" y="14239"/>
                  </a:lnTo>
                  <a:lnTo>
                    <a:pt x="6301" y="14166"/>
                  </a:lnTo>
                  <a:lnTo>
                    <a:pt x="6228" y="14117"/>
                  </a:lnTo>
                  <a:lnTo>
                    <a:pt x="6179" y="14019"/>
                  </a:lnTo>
                  <a:lnTo>
                    <a:pt x="6155" y="13922"/>
                  </a:lnTo>
                  <a:lnTo>
                    <a:pt x="6155" y="13824"/>
                  </a:lnTo>
                  <a:lnTo>
                    <a:pt x="6155" y="13726"/>
                  </a:lnTo>
                  <a:lnTo>
                    <a:pt x="6179" y="13653"/>
                  </a:lnTo>
                  <a:lnTo>
                    <a:pt x="6228" y="13555"/>
                  </a:lnTo>
                  <a:lnTo>
                    <a:pt x="6301" y="13482"/>
                  </a:lnTo>
                  <a:lnTo>
                    <a:pt x="6375" y="13433"/>
                  </a:lnTo>
                  <a:lnTo>
                    <a:pt x="6448" y="13384"/>
                  </a:lnTo>
                  <a:lnTo>
                    <a:pt x="6546" y="13360"/>
                  </a:lnTo>
                  <a:close/>
                  <a:moveTo>
                    <a:pt x="4860" y="0"/>
                  </a:moveTo>
                  <a:lnTo>
                    <a:pt x="4714" y="25"/>
                  </a:lnTo>
                  <a:lnTo>
                    <a:pt x="4592" y="49"/>
                  </a:lnTo>
                  <a:lnTo>
                    <a:pt x="4445" y="98"/>
                  </a:lnTo>
                  <a:lnTo>
                    <a:pt x="4323" y="171"/>
                  </a:lnTo>
                  <a:lnTo>
                    <a:pt x="4225" y="245"/>
                  </a:lnTo>
                  <a:lnTo>
                    <a:pt x="4128" y="367"/>
                  </a:lnTo>
                  <a:lnTo>
                    <a:pt x="4030" y="464"/>
                  </a:lnTo>
                  <a:lnTo>
                    <a:pt x="3981" y="611"/>
                  </a:lnTo>
                  <a:lnTo>
                    <a:pt x="3932" y="733"/>
                  </a:lnTo>
                  <a:lnTo>
                    <a:pt x="3908" y="880"/>
                  </a:lnTo>
                  <a:lnTo>
                    <a:pt x="3908" y="1026"/>
                  </a:lnTo>
                  <a:lnTo>
                    <a:pt x="3908" y="1173"/>
                  </a:lnTo>
                  <a:lnTo>
                    <a:pt x="3957" y="1295"/>
                  </a:lnTo>
                  <a:lnTo>
                    <a:pt x="4006" y="1441"/>
                  </a:lnTo>
                  <a:lnTo>
                    <a:pt x="4079" y="1563"/>
                  </a:lnTo>
                  <a:lnTo>
                    <a:pt x="4177" y="1661"/>
                  </a:lnTo>
                  <a:lnTo>
                    <a:pt x="4860" y="2345"/>
                  </a:lnTo>
                  <a:lnTo>
                    <a:pt x="4860" y="6497"/>
                  </a:lnTo>
                  <a:lnTo>
                    <a:pt x="196" y="13067"/>
                  </a:lnTo>
                  <a:lnTo>
                    <a:pt x="122" y="13189"/>
                  </a:lnTo>
                  <a:lnTo>
                    <a:pt x="49" y="13311"/>
                  </a:lnTo>
                  <a:lnTo>
                    <a:pt x="25" y="13433"/>
                  </a:lnTo>
                  <a:lnTo>
                    <a:pt x="0" y="13555"/>
                  </a:lnTo>
                  <a:lnTo>
                    <a:pt x="0" y="13677"/>
                  </a:lnTo>
                  <a:lnTo>
                    <a:pt x="25" y="13824"/>
                  </a:lnTo>
                  <a:lnTo>
                    <a:pt x="49" y="13946"/>
                  </a:lnTo>
                  <a:lnTo>
                    <a:pt x="98" y="14068"/>
                  </a:lnTo>
                  <a:lnTo>
                    <a:pt x="586" y="15045"/>
                  </a:lnTo>
                  <a:lnTo>
                    <a:pt x="660" y="15167"/>
                  </a:lnTo>
                  <a:lnTo>
                    <a:pt x="757" y="15265"/>
                  </a:lnTo>
                  <a:lnTo>
                    <a:pt x="831" y="15362"/>
                  </a:lnTo>
                  <a:lnTo>
                    <a:pt x="953" y="15436"/>
                  </a:lnTo>
                  <a:lnTo>
                    <a:pt x="1075" y="15485"/>
                  </a:lnTo>
                  <a:lnTo>
                    <a:pt x="1197" y="15533"/>
                  </a:lnTo>
                  <a:lnTo>
                    <a:pt x="1319" y="15582"/>
                  </a:lnTo>
                  <a:lnTo>
                    <a:pt x="13189" y="15582"/>
                  </a:lnTo>
                  <a:lnTo>
                    <a:pt x="13311" y="15533"/>
                  </a:lnTo>
                  <a:lnTo>
                    <a:pt x="13433" y="15485"/>
                  </a:lnTo>
                  <a:lnTo>
                    <a:pt x="13555" y="15436"/>
                  </a:lnTo>
                  <a:lnTo>
                    <a:pt x="13677" y="15362"/>
                  </a:lnTo>
                  <a:lnTo>
                    <a:pt x="13750" y="15265"/>
                  </a:lnTo>
                  <a:lnTo>
                    <a:pt x="13848" y="15167"/>
                  </a:lnTo>
                  <a:lnTo>
                    <a:pt x="13921" y="15045"/>
                  </a:lnTo>
                  <a:lnTo>
                    <a:pt x="14410" y="14068"/>
                  </a:lnTo>
                  <a:lnTo>
                    <a:pt x="14459" y="13946"/>
                  </a:lnTo>
                  <a:lnTo>
                    <a:pt x="14483" y="13824"/>
                  </a:lnTo>
                  <a:lnTo>
                    <a:pt x="14508" y="13677"/>
                  </a:lnTo>
                  <a:lnTo>
                    <a:pt x="14508" y="13555"/>
                  </a:lnTo>
                  <a:lnTo>
                    <a:pt x="14483" y="13433"/>
                  </a:lnTo>
                  <a:lnTo>
                    <a:pt x="14459" y="13311"/>
                  </a:lnTo>
                  <a:lnTo>
                    <a:pt x="14385" y="13189"/>
                  </a:lnTo>
                  <a:lnTo>
                    <a:pt x="14312" y="13067"/>
                  </a:lnTo>
                  <a:lnTo>
                    <a:pt x="9647" y="6497"/>
                  </a:lnTo>
                  <a:lnTo>
                    <a:pt x="9647" y="2345"/>
                  </a:lnTo>
                  <a:lnTo>
                    <a:pt x="10331" y="1661"/>
                  </a:lnTo>
                  <a:lnTo>
                    <a:pt x="10429" y="1563"/>
                  </a:lnTo>
                  <a:lnTo>
                    <a:pt x="10502" y="1441"/>
                  </a:lnTo>
                  <a:lnTo>
                    <a:pt x="10551" y="1295"/>
                  </a:lnTo>
                  <a:lnTo>
                    <a:pt x="10600" y="1173"/>
                  </a:lnTo>
                  <a:lnTo>
                    <a:pt x="10600" y="1026"/>
                  </a:lnTo>
                  <a:lnTo>
                    <a:pt x="10600" y="880"/>
                  </a:lnTo>
                  <a:lnTo>
                    <a:pt x="10575" y="733"/>
                  </a:lnTo>
                  <a:lnTo>
                    <a:pt x="10527" y="611"/>
                  </a:lnTo>
                  <a:lnTo>
                    <a:pt x="10478" y="464"/>
                  </a:lnTo>
                  <a:lnTo>
                    <a:pt x="10380" y="367"/>
                  </a:lnTo>
                  <a:lnTo>
                    <a:pt x="10282" y="245"/>
                  </a:lnTo>
                  <a:lnTo>
                    <a:pt x="10185" y="171"/>
                  </a:lnTo>
                  <a:lnTo>
                    <a:pt x="10063" y="98"/>
                  </a:lnTo>
                  <a:lnTo>
                    <a:pt x="9916" y="49"/>
                  </a:lnTo>
                  <a:lnTo>
                    <a:pt x="9794" y="25"/>
                  </a:lnTo>
                  <a:lnTo>
                    <a:pt x="9647"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1"/>
            <p:cNvSpPr/>
            <p:nvPr/>
          </p:nvSpPr>
          <p:spPr>
            <a:xfrm>
              <a:off x="794950" y="2500900"/>
              <a:ext cx="24450" cy="23850"/>
            </a:xfrm>
            <a:custGeom>
              <a:rect b="b" l="l" r="r" t="t"/>
              <a:pathLst>
                <a:path extrusionOk="0" h="954" w="978">
                  <a:moveTo>
                    <a:pt x="391" y="1"/>
                  </a:moveTo>
                  <a:lnTo>
                    <a:pt x="294" y="25"/>
                  </a:lnTo>
                  <a:lnTo>
                    <a:pt x="220" y="74"/>
                  </a:lnTo>
                  <a:lnTo>
                    <a:pt x="147" y="123"/>
                  </a:lnTo>
                  <a:lnTo>
                    <a:pt x="98" y="196"/>
                  </a:lnTo>
                  <a:lnTo>
                    <a:pt x="49" y="294"/>
                  </a:lnTo>
                  <a:lnTo>
                    <a:pt x="25" y="367"/>
                  </a:lnTo>
                  <a:lnTo>
                    <a:pt x="1" y="465"/>
                  </a:lnTo>
                  <a:lnTo>
                    <a:pt x="25" y="563"/>
                  </a:lnTo>
                  <a:lnTo>
                    <a:pt x="49" y="660"/>
                  </a:lnTo>
                  <a:lnTo>
                    <a:pt x="98" y="734"/>
                  </a:lnTo>
                  <a:lnTo>
                    <a:pt x="147" y="807"/>
                  </a:lnTo>
                  <a:lnTo>
                    <a:pt x="220" y="880"/>
                  </a:lnTo>
                  <a:lnTo>
                    <a:pt x="294" y="905"/>
                  </a:lnTo>
                  <a:lnTo>
                    <a:pt x="391" y="953"/>
                  </a:lnTo>
                  <a:lnTo>
                    <a:pt x="587" y="953"/>
                  </a:lnTo>
                  <a:lnTo>
                    <a:pt x="684" y="905"/>
                  </a:lnTo>
                  <a:lnTo>
                    <a:pt x="758" y="880"/>
                  </a:lnTo>
                  <a:lnTo>
                    <a:pt x="831" y="807"/>
                  </a:lnTo>
                  <a:lnTo>
                    <a:pt x="880" y="734"/>
                  </a:lnTo>
                  <a:lnTo>
                    <a:pt x="929" y="660"/>
                  </a:lnTo>
                  <a:lnTo>
                    <a:pt x="953" y="563"/>
                  </a:lnTo>
                  <a:lnTo>
                    <a:pt x="978" y="465"/>
                  </a:lnTo>
                  <a:lnTo>
                    <a:pt x="953" y="367"/>
                  </a:lnTo>
                  <a:lnTo>
                    <a:pt x="929" y="294"/>
                  </a:lnTo>
                  <a:lnTo>
                    <a:pt x="880" y="196"/>
                  </a:lnTo>
                  <a:lnTo>
                    <a:pt x="831" y="123"/>
                  </a:lnTo>
                  <a:lnTo>
                    <a:pt x="758" y="74"/>
                  </a:lnTo>
                  <a:lnTo>
                    <a:pt x="684" y="25"/>
                  </a:lnTo>
                  <a:lnTo>
                    <a:pt x="587"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31"/>
            <p:cNvSpPr/>
            <p:nvPr/>
          </p:nvSpPr>
          <p:spPr>
            <a:xfrm>
              <a:off x="754650" y="2381250"/>
              <a:ext cx="75750" cy="14050"/>
            </a:xfrm>
            <a:custGeom>
              <a:rect b="b" l="l" r="r" t="t"/>
              <a:pathLst>
                <a:path extrusionOk="0" h="562" w="3030">
                  <a:moveTo>
                    <a:pt x="294" y="0"/>
                  </a:moveTo>
                  <a:lnTo>
                    <a:pt x="172" y="24"/>
                  </a:lnTo>
                  <a:lnTo>
                    <a:pt x="74" y="73"/>
                  </a:lnTo>
                  <a:lnTo>
                    <a:pt x="25" y="171"/>
                  </a:lnTo>
                  <a:lnTo>
                    <a:pt x="1" y="269"/>
                  </a:lnTo>
                  <a:lnTo>
                    <a:pt x="25" y="391"/>
                  </a:lnTo>
                  <a:lnTo>
                    <a:pt x="74" y="488"/>
                  </a:lnTo>
                  <a:lnTo>
                    <a:pt x="172" y="537"/>
                  </a:lnTo>
                  <a:lnTo>
                    <a:pt x="294" y="562"/>
                  </a:lnTo>
                  <a:lnTo>
                    <a:pt x="2736" y="562"/>
                  </a:lnTo>
                  <a:lnTo>
                    <a:pt x="2858" y="537"/>
                  </a:lnTo>
                  <a:lnTo>
                    <a:pt x="2956" y="488"/>
                  </a:lnTo>
                  <a:lnTo>
                    <a:pt x="3005" y="391"/>
                  </a:lnTo>
                  <a:lnTo>
                    <a:pt x="3029" y="269"/>
                  </a:lnTo>
                  <a:lnTo>
                    <a:pt x="3005" y="171"/>
                  </a:lnTo>
                  <a:lnTo>
                    <a:pt x="2956" y="73"/>
                  </a:lnTo>
                  <a:lnTo>
                    <a:pt x="2858" y="24"/>
                  </a:lnTo>
                  <a:lnTo>
                    <a:pt x="2736"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31"/>
            <p:cNvSpPr/>
            <p:nvPr/>
          </p:nvSpPr>
          <p:spPr>
            <a:xfrm>
              <a:off x="765025" y="2453900"/>
              <a:ext cx="31175" cy="31150"/>
            </a:xfrm>
            <a:custGeom>
              <a:rect b="b" l="l" r="r" t="t"/>
              <a:pathLst>
                <a:path extrusionOk="0" h="1246" w="1247">
                  <a:moveTo>
                    <a:pt x="611" y="0"/>
                  </a:moveTo>
                  <a:lnTo>
                    <a:pt x="489" y="25"/>
                  </a:lnTo>
                  <a:lnTo>
                    <a:pt x="367" y="49"/>
                  </a:lnTo>
                  <a:lnTo>
                    <a:pt x="270" y="122"/>
                  </a:lnTo>
                  <a:lnTo>
                    <a:pt x="172" y="196"/>
                  </a:lnTo>
                  <a:lnTo>
                    <a:pt x="99" y="269"/>
                  </a:lnTo>
                  <a:lnTo>
                    <a:pt x="50" y="391"/>
                  </a:lnTo>
                  <a:lnTo>
                    <a:pt x="1" y="513"/>
                  </a:lnTo>
                  <a:lnTo>
                    <a:pt x="1" y="635"/>
                  </a:lnTo>
                  <a:lnTo>
                    <a:pt x="1" y="757"/>
                  </a:lnTo>
                  <a:lnTo>
                    <a:pt x="50" y="880"/>
                  </a:lnTo>
                  <a:lnTo>
                    <a:pt x="99" y="977"/>
                  </a:lnTo>
                  <a:lnTo>
                    <a:pt x="172" y="1075"/>
                  </a:lnTo>
                  <a:lnTo>
                    <a:pt x="270" y="1148"/>
                  </a:lnTo>
                  <a:lnTo>
                    <a:pt x="367" y="1197"/>
                  </a:lnTo>
                  <a:lnTo>
                    <a:pt x="489" y="1246"/>
                  </a:lnTo>
                  <a:lnTo>
                    <a:pt x="734" y="1246"/>
                  </a:lnTo>
                  <a:lnTo>
                    <a:pt x="856" y="1197"/>
                  </a:lnTo>
                  <a:lnTo>
                    <a:pt x="978" y="1148"/>
                  </a:lnTo>
                  <a:lnTo>
                    <a:pt x="1051" y="1075"/>
                  </a:lnTo>
                  <a:lnTo>
                    <a:pt x="1149" y="977"/>
                  </a:lnTo>
                  <a:lnTo>
                    <a:pt x="1198" y="880"/>
                  </a:lnTo>
                  <a:lnTo>
                    <a:pt x="1222" y="757"/>
                  </a:lnTo>
                  <a:lnTo>
                    <a:pt x="1246" y="635"/>
                  </a:lnTo>
                  <a:lnTo>
                    <a:pt x="1222" y="513"/>
                  </a:lnTo>
                  <a:lnTo>
                    <a:pt x="1198" y="391"/>
                  </a:lnTo>
                  <a:lnTo>
                    <a:pt x="1149" y="269"/>
                  </a:lnTo>
                  <a:lnTo>
                    <a:pt x="1051" y="196"/>
                  </a:lnTo>
                  <a:lnTo>
                    <a:pt x="978" y="122"/>
                  </a:lnTo>
                  <a:lnTo>
                    <a:pt x="856" y="49"/>
                  </a:lnTo>
                  <a:lnTo>
                    <a:pt x="734" y="25"/>
                  </a:lnTo>
                  <a:lnTo>
                    <a:pt x="611"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4" name="Google Shape;724;p31"/>
          <p:cNvSpPr/>
          <p:nvPr/>
        </p:nvSpPr>
        <p:spPr>
          <a:xfrm>
            <a:off x="936309" y="2091681"/>
            <a:ext cx="319561" cy="319561"/>
          </a:xfrm>
          <a:custGeom>
            <a:rect b="b" l="l" r="r" t="t"/>
            <a:pathLst>
              <a:path extrusionOk="0" h="15290" w="15290">
                <a:moveTo>
                  <a:pt x="4519" y="6815"/>
                </a:moveTo>
                <a:lnTo>
                  <a:pt x="4690" y="6839"/>
                </a:lnTo>
                <a:lnTo>
                  <a:pt x="4861" y="6888"/>
                </a:lnTo>
                <a:lnTo>
                  <a:pt x="5007" y="6986"/>
                </a:lnTo>
                <a:lnTo>
                  <a:pt x="5154" y="7084"/>
                </a:lnTo>
                <a:lnTo>
                  <a:pt x="5251" y="7230"/>
                </a:lnTo>
                <a:lnTo>
                  <a:pt x="5325" y="7401"/>
                </a:lnTo>
                <a:lnTo>
                  <a:pt x="5374" y="7572"/>
                </a:lnTo>
                <a:lnTo>
                  <a:pt x="5398" y="7767"/>
                </a:lnTo>
                <a:lnTo>
                  <a:pt x="5374" y="7963"/>
                </a:lnTo>
                <a:lnTo>
                  <a:pt x="5325" y="8134"/>
                </a:lnTo>
                <a:lnTo>
                  <a:pt x="5251"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11308" y="10210"/>
                </a:moveTo>
                <a:lnTo>
                  <a:pt x="11406" y="10234"/>
                </a:lnTo>
                <a:lnTo>
                  <a:pt x="11479" y="10259"/>
                </a:lnTo>
                <a:lnTo>
                  <a:pt x="11577" y="10307"/>
                </a:lnTo>
                <a:lnTo>
                  <a:pt x="11650" y="10356"/>
                </a:lnTo>
                <a:lnTo>
                  <a:pt x="11699" y="10430"/>
                </a:lnTo>
                <a:lnTo>
                  <a:pt x="11748" y="10527"/>
                </a:lnTo>
                <a:lnTo>
                  <a:pt x="11772" y="10625"/>
                </a:lnTo>
                <a:lnTo>
                  <a:pt x="11797" y="10698"/>
                </a:lnTo>
                <a:lnTo>
                  <a:pt x="11772" y="10796"/>
                </a:lnTo>
                <a:lnTo>
                  <a:pt x="11748" y="10894"/>
                </a:lnTo>
                <a:lnTo>
                  <a:pt x="11699" y="10967"/>
                </a:lnTo>
                <a:lnTo>
                  <a:pt x="11650" y="11065"/>
                </a:lnTo>
                <a:lnTo>
                  <a:pt x="11235" y="11431"/>
                </a:lnTo>
                <a:lnTo>
                  <a:pt x="10795" y="11773"/>
                </a:lnTo>
                <a:lnTo>
                  <a:pt x="10307" y="12041"/>
                </a:lnTo>
                <a:lnTo>
                  <a:pt x="9819" y="12286"/>
                </a:lnTo>
                <a:lnTo>
                  <a:pt x="9281" y="12457"/>
                </a:lnTo>
                <a:lnTo>
                  <a:pt x="8768" y="12603"/>
                </a:lnTo>
                <a:lnTo>
                  <a:pt x="8207" y="12676"/>
                </a:lnTo>
                <a:lnTo>
                  <a:pt x="7645" y="12701"/>
                </a:lnTo>
                <a:lnTo>
                  <a:pt x="7083" y="12676"/>
                </a:lnTo>
                <a:lnTo>
                  <a:pt x="6521" y="12603"/>
                </a:lnTo>
                <a:lnTo>
                  <a:pt x="6009" y="12457"/>
                </a:lnTo>
                <a:lnTo>
                  <a:pt x="5471" y="12286"/>
                </a:lnTo>
                <a:lnTo>
                  <a:pt x="4983" y="12041"/>
                </a:lnTo>
                <a:lnTo>
                  <a:pt x="4494" y="11773"/>
                </a:lnTo>
                <a:lnTo>
                  <a:pt x="4055" y="11431"/>
                </a:lnTo>
                <a:lnTo>
                  <a:pt x="3640" y="11065"/>
                </a:lnTo>
                <a:lnTo>
                  <a:pt x="3591" y="10967"/>
                </a:lnTo>
                <a:lnTo>
                  <a:pt x="3542" y="10894"/>
                </a:lnTo>
                <a:lnTo>
                  <a:pt x="3517" y="10796"/>
                </a:lnTo>
                <a:lnTo>
                  <a:pt x="3493" y="10698"/>
                </a:lnTo>
                <a:lnTo>
                  <a:pt x="3517" y="10625"/>
                </a:lnTo>
                <a:lnTo>
                  <a:pt x="3542" y="10527"/>
                </a:lnTo>
                <a:lnTo>
                  <a:pt x="3591" y="10430"/>
                </a:lnTo>
                <a:lnTo>
                  <a:pt x="3640" y="10356"/>
                </a:lnTo>
                <a:lnTo>
                  <a:pt x="3713" y="10307"/>
                </a:lnTo>
                <a:lnTo>
                  <a:pt x="3811" y="10259"/>
                </a:lnTo>
                <a:lnTo>
                  <a:pt x="3884" y="10234"/>
                </a:lnTo>
                <a:lnTo>
                  <a:pt x="3981" y="10210"/>
                </a:lnTo>
                <a:lnTo>
                  <a:pt x="4079" y="10234"/>
                </a:lnTo>
                <a:lnTo>
                  <a:pt x="4177" y="10259"/>
                </a:lnTo>
                <a:lnTo>
                  <a:pt x="4250" y="10307"/>
                </a:lnTo>
                <a:lnTo>
                  <a:pt x="4323" y="10356"/>
                </a:lnTo>
                <a:lnTo>
                  <a:pt x="4690" y="10674"/>
                </a:lnTo>
                <a:lnTo>
                  <a:pt x="5056" y="10942"/>
                </a:lnTo>
                <a:lnTo>
                  <a:pt x="5447" y="11187"/>
                </a:lnTo>
                <a:lnTo>
                  <a:pt x="5862" y="11382"/>
                </a:lnTo>
                <a:lnTo>
                  <a:pt x="6277" y="11529"/>
                </a:lnTo>
                <a:lnTo>
                  <a:pt x="6717" y="11651"/>
                </a:lnTo>
                <a:lnTo>
                  <a:pt x="7181" y="11700"/>
                </a:lnTo>
                <a:lnTo>
                  <a:pt x="7645" y="11724"/>
                </a:lnTo>
                <a:lnTo>
                  <a:pt x="8109" y="11700"/>
                </a:lnTo>
                <a:lnTo>
                  <a:pt x="8573" y="11651"/>
                </a:lnTo>
                <a:lnTo>
                  <a:pt x="9013" y="11529"/>
                </a:lnTo>
                <a:lnTo>
                  <a:pt x="9428" y="11382"/>
                </a:lnTo>
                <a:lnTo>
                  <a:pt x="9843" y="11187"/>
                </a:lnTo>
                <a:lnTo>
                  <a:pt x="10234" y="10942"/>
                </a:lnTo>
                <a:lnTo>
                  <a:pt x="10600" y="10674"/>
                </a:lnTo>
                <a:lnTo>
                  <a:pt x="10966" y="10356"/>
                </a:lnTo>
                <a:lnTo>
                  <a:pt x="11040" y="10307"/>
                </a:lnTo>
                <a:lnTo>
                  <a:pt x="11113" y="10259"/>
                </a:lnTo>
                <a:lnTo>
                  <a:pt x="11211" y="10234"/>
                </a:lnTo>
                <a:lnTo>
                  <a:pt x="11308" y="10210"/>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6" y="15241"/>
                </a:lnTo>
                <a:lnTo>
                  <a:pt x="8817" y="15192"/>
                </a:lnTo>
                <a:lnTo>
                  <a:pt x="9184" y="15143"/>
                </a:lnTo>
                <a:lnTo>
                  <a:pt x="9550" y="15046"/>
                </a:lnTo>
                <a:lnTo>
                  <a:pt x="9916" y="14948"/>
                </a:lnTo>
                <a:lnTo>
                  <a:pt x="10283" y="14826"/>
                </a:lnTo>
                <a:lnTo>
                  <a:pt x="10625" y="14679"/>
                </a:lnTo>
                <a:lnTo>
                  <a:pt x="10966" y="14533"/>
                </a:lnTo>
                <a:lnTo>
                  <a:pt x="11284" y="14362"/>
                </a:lnTo>
                <a:lnTo>
                  <a:pt x="11601"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0" y="8427"/>
                </a:lnTo>
                <a:lnTo>
                  <a:pt x="15289" y="8036"/>
                </a:lnTo>
                <a:lnTo>
                  <a:pt x="15289" y="7645"/>
                </a:lnTo>
                <a:lnTo>
                  <a:pt x="15289" y="7255"/>
                </a:lnTo>
                <a:lnTo>
                  <a:pt x="15240"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1" y="1100"/>
                </a:lnTo>
                <a:lnTo>
                  <a:pt x="11284" y="929"/>
                </a:lnTo>
                <a:lnTo>
                  <a:pt x="10966" y="758"/>
                </a:lnTo>
                <a:lnTo>
                  <a:pt x="10625" y="611"/>
                </a:lnTo>
                <a:lnTo>
                  <a:pt x="10283" y="465"/>
                </a:lnTo>
                <a:lnTo>
                  <a:pt x="9916" y="343"/>
                </a:lnTo>
                <a:lnTo>
                  <a:pt x="9550" y="245"/>
                </a:lnTo>
                <a:lnTo>
                  <a:pt x="9184" y="147"/>
                </a:lnTo>
                <a:lnTo>
                  <a:pt x="8817" y="99"/>
                </a:lnTo>
                <a:lnTo>
                  <a:pt x="8426" y="50"/>
                </a:lnTo>
                <a:lnTo>
                  <a:pt x="8036"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1"/>
          <p:cNvSpPr/>
          <p:nvPr/>
        </p:nvSpPr>
        <p:spPr>
          <a:xfrm>
            <a:off x="1499857" y="2091681"/>
            <a:ext cx="319561" cy="319561"/>
          </a:xfrm>
          <a:custGeom>
            <a:rect b="b" l="l" r="r" t="t"/>
            <a:pathLst>
              <a:path extrusionOk="0" h="15290" w="15290">
                <a:moveTo>
                  <a:pt x="4519" y="6815"/>
                </a:moveTo>
                <a:lnTo>
                  <a:pt x="4690" y="6839"/>
                </a:lnTo>
                <a:lnTo>
                  <a:pt x="4861" y="6888"/>
                </a:lnTo>
                <a:lnTo>
                  <a:pt x="5007" y="6986"/>
                </a:lnTo>
                <a:lnTo>
                  <a:pt x="5154" y="7084"/>
                </a:lnTo>
                <a:lnTo>
                  <a:pt x="5251" y="7230"/>
                </a:lnTo>
                <a:lnTo>
                  <a:pt x="5325" y="7401"/>
                </a:lnTo>
                <a:lnTo>
                  <a:pt x="5374" y="7572"/>
                </a:lnTo>
                <a:lnTo>
                  <a:pt x="5398" y="7767"/>
                </a:lnTo>
                <a:lnTo>
                  <a:pt x="5374" y="7963"/>
                </a:lnTo>
                <a:lnTo>
                  <a:pt x="5325" y="8134"/>
                </a:lnTo>
                <a:lnTo>
                  <a:pt x="5251"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7645" y="10063"/>
                </a:moveTo>
                <a:lnTo>
                  <a:pt x="8207" y="10112"/>
                </a:lnTo>
                <a:lnTo>
                  <a:pt x="8768" y="10185"/>
                </a:lnTo>
                <a:lnTo>
                  <a:pt x="9281" y="10307"/>
                </a:lnTo>
                <a:lnTo>
                  <a:pt x="9819" y="10503"/>
                </a:lnTo>
                <a:lnTo>
                  <a:pt x="10307" y="10747"/>
                </a:lnTo>
                <a:lnTo>
                  <a:pt x="10796" y="11016"/>
                </a:lnTo>
                <a:lnTo>
                  <a:pt x="11235" y="11358"/>
                </a:lnTo>
                <a:lnTo>
                  <a:pt x="11650" y="11724"/>
                </a:lnTo>
                <a:lnTo>
                  <a:pt x="11699" y="11797"/>
                </a:lnTo>
                <a:lnTo>
                  <a:pt x="11748" y="11895"/>
                </a:lnTo>
                <a:lnTo>
                  <a:pt x="11772" y="11993"/>
                </a:lnTo>
                <a:lnTo>
                  <a:pt x="11797" y="12066"/>
                </a:lnTo>
                <a:lnTo>
                  <a:pt x="11772" y="12164"/>
                </a:lnTo>
                <a:lnTo>
                  <a:pt x="11748" y="12261"/>
                </a:lnTo>
                <a:lnTo>
                  <a:pt x="11699" y="12335"/>
                </a:lnTo>
                <a:lnTo>
                  <a:pt x="11650" y="12432"/>
                </a:lnTo>
                <a:lnTo>
                  <a:pt x="11577" y="12481"/>
                </a:lnTo>
                <a:lnTo>
                  <a:pt x="11479" y="12530"/>
                </a:lnTo>
                <a:lnTo>
                  <a:pt x="11406" y="12554"/>
                </a:lnTo>
                <a:lnTo>
                  <a:pt x="11211" y="12554"/>
                </a:lnTo>
                <a:lnTo>
                  <a:pt x="11113" y="12530"/>
                </a:lnTo>
                <a:lnTo>
                  <a:pt x="11040" y="12481"/>
                </a:lnTo>
                <a:lnTo>
                  <a:pt x="10966" y="12432"/>
                </a:lnTo>
                <a:lnTo>
                  <a:pt x="10600" y="12115"/>
                </a:lnTo>
                <a:lnTo>
                  <a:pt x="10234" y="11846"/>
                </a:lnTo>
                <a:lnTo>
                  <a:pt x="9843" y="11602"/>
                </a:lnTo>
                <a:lnTo>
                  <a:pt x="9428" y="11406"/>
                </a:lnTo>
                <a:lnTo>
                  <a:pt x="9013" y="11260"/>
                </a:lnTo>
                <a:lnTo>
                  <a:pt x="8573" y="11138"/>
                </a:lnTo>
                <a:lnTo>
                  <a:pt x="8109" y="11065"/>
                </a:lnTo>
                <a:lnTo>
                  <a:pt x="7645" y="11040"/>
                </a:lnTo>
                <a:lnTo>
                  <a:pt x="7181" y="11065"/>
                </a:lnTo>
                <a:lnTo>
                  <a:pt x="6717" y="11138"/>
                </a:lnTo>
                <a:lnTo>
                  <a:pt x="6277" y="11260"/>
                </a:lnTo>
                <a:lnTo>
                  <a:pt x="5862" y="11406"/>
                </a:lnTo>
                <a:lnTo>
                  <a:pt x="5447" y="11602"/>
                </a:lnTo>
                <a:lnTo>
                  <a:pt x="5056" y="11846"/>
                </a:lnTo>
                <a:lnTo>
                  <a:pt x="4690" y="12115"/>
                </a:lnTo>
                <a:lnTo>
                  <a:pt x="4323" y="12432"/>
                </a:lnTo>
                <a:lnTo>
                  <a:pt x="4250" y="12481"/>
                </a:lnTo>
                <a:lnTo>
                  <a:pt x="4177" y="12530"/>
                </a:lnTo>
                <a:lnTo>
                  <a:pt x="4079" y="12554"/>
                </a:lnTo>
                <a:lnTo>
                  <a:pt x="3884" y="12554"/>
                </a:lnTo>
                <a:lnTo>
                  <a:pt x="3811" y="12530"/>
                </a:lnTo>
                <a:lnTo>
                  <a:pt x="3713" y="12481"/>
                </a:lnTo>
                <a:lnTo>
                  <a:pt x="3640" y="12432"/>
                </a:lnTo>
                <a:lnTo>
                  <a:pt x="3591" y="12335"/>
                </a:lnTo>
                <a:lnTo>
                  <a:pt x="3542" y="12261"/>
                </a:lnTo>
                <a:lnTo>
                  <a:pt x="3517" y="12164"/>
                </a:lnTo>
                <a:lnTo>
                  <a:pt x="3493" y="12066"/>
                </a:lnTo>
                <a:lnTo>
                  <a:pt x="3517" y="11993"/>
                </a:lnTo>
                <a:lnTo>
                  <a:pt x="3542" y="11895"/>
                </a:lnTo>
                <a:lnTo>
                  <a:pt x="3591" y="11797"/>
                </a:lnTo>
                <a:lnTo>
                  <a:pt x="3640" y="11724"/>
                </a:lnTo>
                <a:lnTo>
                  <a:pt x="4055" y="11358"/>
                </a:lnTo>
                <a:lnTo>
                  <a:pt x="4494" y="11016"/>
                </a:lnTo>
                <a:lnTo>
                  <a:pt x="4983" y="10747"/>
                </a:lnTo>
                <a:lnTo>
                  <a:pt x="5471" y="10503"/>
                </a:lnTo>
                <a:lnTo>
                  <a:pt x="6009" y="10307"/>
                </a:lnTo>
                <a:lnTo>
                  <a:pt x="6521" y="10185"/>
                </a:lnTo>
                <a:lnTo>
                  <a:pt x="7083" y="10112"/>
                </a:lnTo>
                <a:lnTo>
                  <a:pt x="7645" y="10063"/>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6" y="15241"/>
                </a:lnTo>
                <a:lnTo>
                  <a:pt x="8817" y="15192"/>
                </a:lnTo>
                <a:lnTo>
                  <a:pt x="9184" y="15143"/>
                </a:lnTo>
                <a:lnTo>
                  <a:pt x="9550" y="15046"/>
                </a:lnTo>
                <a:lnTo>
                  <a:pt x="9916" y="14948"/>
                </a:lnTo>
                <a:lnTo>
                  <a:pt x="10283" y="14826"/>
                </a:lnTo>
                <a:lnTo>
                  <a:pt x="10625" y="14679"/>
                </a:lnTo>
                <a:lnTo>
                  <a:pt x="10966" y="14533"/>
                </a:lnTo>
                <a:lnTo>
                  <a:pt x="11284" y="14362"/>
                </a:lnTo>
                <a:lnTo>
                  <a:pt x="11601"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1" y="8427"/>
                </a:lnTo>
                <a:lnTo>
                  <a:pt x="15289" y="8036"/>
                </a:lnTo>
                <a:lnTo>
                  <a:pt x="15289" y="7645"/>
                </a:lnTo>
                <a:lnTo>
                  <a:pt x="15289" y="7255"/>
                </a:lnTo>
                <a:lnTo>
                  <a:pt x="15241"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1" y="1100"/>
                </a:lnTo>
                <a:lnTo>
                  <a:pt x="11284" y="929"/>
                </a:lnTo>
                <a:lnTo>
                  <a:pt x="10966" y="758"/>
                </a:lnTo>
                <a:lnTo>
                  <a:pt x="10625" y="611"/>
                </a:lnTo>
                <a:lnTo>
                  <a:pt x="10283" y="465"/>
                </a:lnTo>
                <a:lnTo>
                  <a:pt x="9916" y="343"/>
                </a:lnTo>
                <a:lnTo>
                  <a:pt x="9550" y="245"/>
                </a:lnTo>
                <a:lnTo>
                  <a:pt x="9184" y="147"/>
                </a:lnTo>
                <a:lnTo>
                  <a:pt x="8817" y="99"/>
                </a:lnTo>
                <a:lnTo>
                  <a:pt x="8426" y="50"/>
                </a:lnTo>
                <a:lnTo>
                  <a:pt x="8036"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1"/>
          <p:cNvSpPr/>
          <p:nvPr/>
        </p:nvSpPr>
        <p:spPr>
          <a:xfrm>
            <a:off x="2063406" y="2091681"/>
            <a:ext cx="319561" cy="319561"/>
          </a:xfrm>
          <a:custGeom>
            <a:rect b="b" l="l" r="r" t="t"/>
            <a:pathLst>
              <a:path extrusionOk="0" h="15290" w="15290">
                <a:moveTo>
                  <a:pt x="4519" y="6815"/>
                </a:moveTo>
                <a:lnTo>
                  <a:pt x="4690" y="6839"/>
                </a:lnTo>
                <a:lnTo>
                  <a:pt x="4861" y="6888"/>
                </a:lnTo>
                <a:lnTo>
                  <a:pt x="5007" y="6986"/>
                </a:lnTo>
                <a:lnTo>
                  <a:pt x="5154" y="7084"/>
                </a:lnTo>
                <a:lnTo>
                  <a:pt x="5252" y="7230"/>
                </a:lnTo>
                <a:lnTo>
                  <a:pt x="5325" y="7401"/>
                </a:lnTo>
                <a:lnTo>
                  <a:pt x="5374" y="7572"/>
                </a:lnTo>
                <a:lnTo>
                  <a:pt x="5398" y="7767"/>
                </a:lnTo>
                <a:lnTo>
                  <a:pt x="5374" y="7963"/>
                </a:lnTo>
                <a:lnTo>
                  <a:pt x="5325" y="8134"/>
                </a:lnTo>
                <a:lnTo>
                  <a:pt x="5252"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11699" y="10503"/>
                </a:moveTo>
                <a:lnTo>
                  <a:pt x="11797" y="10527"/>
                </a:lnTo>
                <a:lnTo>
                  <a:pt x="11895" y="10576"/>
                </a:lnTo>
                <a:lnTo>
                  <a:pt x="11968" y="10625"/>
                </a:lnTo>
                <a:lnTo>
                  <a:pt x="12041" y="10674"/>
                </a:lnTo>
                <a:lnTo>
                  <a:pt x="12090" y="10771"/>
                </a:lnTo>
                <a:lnTo>
                  <a:pt x="12114" y="10845"/>
                </a:lnTo>
                <a:lnTo>
                  <a:pt x="12139" y="10942"/>
                </a:lnTo>
                <a:lnTo>
                  <a:pt x="12139" y="11040"/>
                </a:lnTo>
                <a:lnTo>
                  <a:pt x="12114" y="11138"/>
                </a:lnTo>
                <a:lnTo>
                  <a:pt x="12090" y="11236"/>
                </a:lnTo>
                <a:lnTo>
                  <a:pt x="12041" y="11309"/>
                </a:lnTo>
                <a:lnTo>
                  <a:pt x="11968" y="11382"/>
                </a:lnTo>
                <a:lnTo>
                  <a:pt x="11895" y="11431"/>
                </a:lnTo>
                <a:lnTo>
                  <a:pt x="11797" y="11455"/>
                </a:lnTo>
                <a:lnTo>
                  <a:pt x="7792" y="12701"/>
                </a:lnTo>
                <a:lnTo>
                  <a:pt x="7645" y="12725"/>
                </a:lnTo>
                <a:lnTo>
                  <a:pt x="7498" y="12701"/>
                </a:lnTo>
                <a:lnTo>
                  <a:pt x="7352" y="12628"/>
                </a:lnTo>
                <a:lnTo>
                  <a:pt x="7254" y="12530"/>
                </a:lnTo>
                <a:lnTo>
                  <a:pt x="7181" y="12383"/>
                </a:lnTo>
                <a:lnTo>
                  <a:pt x="7157" y="12286"/>
                </a:lnTo>
                <a:lnTo>
                  <a:pt x="7157" y="12188"/>
                </a:lnTo>
                <a:lnTo>
                  <a:pt x="7181" y="12090"/>
                </a:lnTo>
                <a:lnTo>
                  <a:pt x="7205" y="12017"/>
                </a:lnTo>
                <a:lnTo>
                  <a:pt x="7254" y="11919"/>
                </a:lnTo>
                <a:lnTo>
                  <a:pt x="7327" y="11871"/>
                </a:lnTo>
                <a:lnTo>
                  <a:pt x="7401" y="11797"/>
                </a:lnTo>
                <a:lnTo>
                  <a:pt x="7498" y="11773"/>
                </a:lnTo>
                <a:lnTo>
                  <a:pt x="11504" y="10527"/>
                </a:lnTo>
                <a:lnTo>
                  <a:pt x="11602" y="10503"/>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7" y="15241"/>
                </a:lnTo>
                <a:lnTo>
                  <a:pt x="8817" y="15192"/>
                </a:lnTo>
                <a:lnTo>
                  <a:pt x="9184" y="15143"/>
                </a:lnTo>
                <a:lnTo>
                  <a:pt x="9550" y="15046"/>
                </a:lnTo>
                <a:lnTo>
                  <a:pt x="9916" y="14948"/>
                </a:lnTo>
                <a:lnTo>
                  <a:pt x="10283" y="14826"/>
                </a:lnTo>
                <a:lnTo>
                  <a:pt x="10625" y="14679"/>
                </a:lnTo>
                <a:lnTo>
                  <a:pt x="10967" y="14533"/>
                </a:lnTo>
                <a:lnTo>
                  <a:pt x="11284" y="14362"/>
                </a:lnTo>
                <a:lnTo>
                  <a:pt x="11602"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1" y="8427"/>
                </a:lnTo>
                <a:lnTo>
                  <a:pt x="15289" y="8036"/>
                </a:lnTo>
                <a:lnTo>
                  <a:pt x="15289" y="7645"/>
                </a:lnTo>
                <a:lnTo>
                  <a:pt x="15289" y="7255"/>
                </a:lnTo>
                <a:lnTo>
                  <a:pt x="15241"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2" y="1100"/>
                </a:lnTo>
                <a:lnTo>
                  <a:pt x="11284" y="929"/>
                </a:lnTo>
                <a:lnTo>
                  <a:pt x="10967" y="758"/>
                </a:lnTo>
                <a:lnTo>
                  <a:pt x="10625" y="611"/>
                </a:lnTo>
                <a:lnTo>
                  <a:pt x="10283" y="465"/>
                </a:lnTo>
                <a:lnTo>
                  <a:pt x="9916" y="343"/>
                </a:lnTo>
                <a:lnTo>
                  <a:pt x="9550" y="245"/>
                </a:lnTo>
                <a:lnTo>
                  <a:pt x="9184" y="147"/>
                </a:lnTo>
                <a:lnTo>
                  <a:pt x="8817" y="99"/>
                </a:lnTo>
                <a:lnTo>
                  <a:pt x="8427" y="50"/>
                </a:lnTo>
                <a:lnTo>
                  <a:pt x="8036"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7" name="Google Shape;727;p31"/>
          <p:cNvGrpSpPr/>
          <p:nvPr/>
        </p:nvGrpSpPr>
        <p:grpSpPr>
          <a:xfrm>
            <a:off x="2701378" y="2036492"/>
            <a:ext cx="170502" cy="425733"/>
            <a:chOff x="3386850" y="2264625"/>
            <a:chExt cx="203950" cy="509250"/>
          </a:xfrm>
        </p:grpSpPr>
        <p:sp>
          <p:nvSpPr>
            <p:cNvPr id="728" name="Google Shape;728;p31"/>
            <p:cNvSpPr/>
            <p:nvPr/>
          </p:nvSpPr>
          <p:spPr>
            <a:xfrm>
              <a:off x="3386850" y="2370850"/>
              <a:ext cx="203950" cy="403025"/>
            </a:xfrm>
            <a:custGeom>
              <a:rect b="b" l="l" r="r" t="t"/>
              <a:pathLst>
                <a:path extrusionOk="0" h="16121" w="8158">
                  <a:moveTo>
                    <a:pt x="3249" y="1"/>
                  </a:moveTo>
                  <a:lnTo>
                    <a:pt x="3004" y="50"/>
                  </a:lnTo>
                  <a:lnTo>
                    <a:pt x="2785" y="99"/>
                  </a:lnTo>
                  <a:lnTo>
                    <a:pt x="2565" y="172"/>
                  </a:lnTo>
                  <a:lnTo>
                    <a:pt x="2369" y="269"/>
                  </a:lnTo>
                  <a:lnTo>
                    <a:pt x="2174" y="367"/>
                  </a:lnTo>
                  <a:lnTo>
                    <a:pt x="1979" y="465"/>
                  </a:lnTo>
                  <a:lnTo>
                    <a:pt x="1808" y="587"/>
                  </a:lnTo>
                  <a:lnTo>
                    <a:pt x="1637" y="734"/>
                  </a:lnTo>
                  <a:lnTo>
                    <a:pt x="1490" y="880"/>
                  </a:lnTo>
                  <a:lnTo>
                    <a:pt x="1344" y="1027"/>
                  </a:lnTo>
                  <a:lnTo>
                    <a:pt x="1075" y="1369"/>
                  </a:lnTo>
                  <a:lnTo>
                    <a:pt x="855" y="1784"/>
                  </a:lnTo>
                  <a:lnTo>
                    <a:pt x="660" y="2199"/>
                  </a:lnTo>
                  <a:lnTo>
                    <a:pt x="489" y="2687"/>
                  </a:lnTo>
                  <a:lnTo>
                    <a:pt x="342" y="3176"/>
                  </a:lnTo>
                  <a:lnTo>
                    <a:pt x="245" y="3738"/>
                  </a:lnTo>
                  <a:lnTo>
                    <a:pt x="147" y="4299"/>
                  </a:lnTo>
                  <a:lnTo>
                    <a:pt x="74" y="4910"/>
                  </a:lnTo>
                  <a:lnTo>
                    <a:pt x="49" y="5545"/>
                  </a:lnTo>
                  <a:lnTo>
                    <a:pt x="25" y="6204"/>
                  </a:lnTo>
                  <a:lnTo>
                    <a:pt x="0" y="6888"/>
                  </a:lnTo>
                  <a:lnTo>
                    <a:pt x="25" y="7035"/>
                  </a:lnTo>
                  <a:lnTo>
                    <a:pt x="49" y="7181"/>
                  </a:lnTo>
                  <a:lnTo>
                    <a:pt x="98" y="7328"/>
                  </a:lnTo>
                  <a:lnTo>
                    <a:pt x="171" y="7425"/>
                  </a:lnTo>
                  <a:lnTo>
                    <a:pt x="269" y="7523"/>
                  </a:lnTo>
                  <a:lnTo>
                    <a:pt x="391" y="7596"/>
                  </a:lnTo>
                  <a:lnTo>
                    <a:pt x="513" y="7645"/>
                  </a:lnTo>
                  <a:lnTo>
                    <a:pt x="660" y="7670"/>
                  </a:lnTo>
                  <a:lnTo>
                    <a:pt x="806" y="7645"/>
                  </a:lnTo>
                  <a:lnTo>
                    <a:pt x="928" y="7596"/>
                  </a:lnTo>
                  <a:lnTo>
                    <a:pt x="1051" y="7523"/>
                  </a:lnTo>
                  <a:lnTo>
                    <a:pt x="1148" y="7425"/>
                  </a:lnTo>
                  <a:lnTo>
                    <a:pt x="1222" y="7328"/>
                  </a:lnTo>
                  <a:lnTo>
                    <a:pt x="1270" y="7181"/>
                  </a:lnTo>
                  <a:lnTo>
                    <a:pt x="1295" y="7035"/>
                  </a:lnTo>
                  <a:lnTo>
                    <a:pt x="1319" y="6888"/>
                  </a:lnTo>
                  <a:lnTo>
                    <a:pt x="1344" y="6278"/>
                  </a:lnTo>
                  <a:lnTo>
                    <a:pt x="1417" y="5569"/>
                  </a:lnTo>
                  <a:lnTo>
                    <a:pt x="1515" y="4861"/>
                  </a:lnTo>
                  <a:lnTo>
                    <a:pt x="1637" y="4153"/>
                  </a:lnTo>
                  <a:lnTo>
                    <a:pt x="1759" y="3542"/>
                  </a:lnTo>
                  <a:lnTo>
                    <a:pt x="1881" y="3029"/>
                  </a:lnTo>
                  <a:lnTo>
                    <a:pt x="2003" y="2687"/>
                  </a:lnTo>
                  <a:lnTo>
                    <a:pt x="2052" y="2614"/>
                  </a:lnTo>
                  <a:lnTo>
                    <a:pt x="2101" y="2590"/>
                  </a:lnTo>
                  <a:lnTo>
                    <a:pt x="2101" y="2639"/>
                  </a:lnTo>
                  <a:lnTo>
                    <a:pt x="2125" y="2736"/>
                  </a:lnTo>
                  <a:lnTo>
                    <a:pt x="2125" y="3151"/>
                  </a:lnTo>
                  <a:lnTo>
                    <a:pt x="2076" y="4568"/>
                  </a:lnTo>
                  <a:lnTo>
                    <a:pt x="1954" y="6595"/>
                  </a:lnTo>
                  <a:lnTo>
                    <a:pt x="1832" y="8866"/>
                  </a:lnTo>
                  <a:lnTo>
                    <a:pt x="1539" y="13165"/>
                  </a:lnTo>
                  <a:lnTo>
                    <a:pt x="1392" y="15119"/>
                  </a:lnTo>
                  <a:lnTo>
                    <a:pt x="1392" y="15290"/>
                  </a:lnTo>
                  <a:lnTo>
                    <a:pt x="1417" y="15461"/>
                  </a:lnTo>
                  <a:lnTo>
                    <a:pt x="1466" y="15607"/>
                  </a:lnTo>
                  <a:lnTo>
                    <a:pt x="1563" y="15754"/>
                  </a:lnTo>
                  <a:lnTo>
                    <a:pt x="1661" y="15900"/>
                  </a:lnTo>
                  <a:lnTo>
                    <a:pt x="1783" y="15998"/>
                  </a:lnTo>
                  <a:lnTo>
                    <a:pt x="1930" y="16071"/>
                  </a:lnTo>
                  <a:lnTo>
                    <a:pt x="2101" y="16120"/>
                  </a:lnTo>
                  <a:lnTo>
                    <a:pt x="2394" y="16120"/>
                  </a:lnTo>
                  <a:lnTo>
                    <a:pt x="2516" y="16071"/>
                  </a:lnTo>
                  <a:lnTo>
                    <a:pt x="2662" y="15998"/>
                  </a:lnTo>
                  <a:lnTo>
                    <a:pt x="2785" y="15925"/>
                  </a:lnTo>
                  <a:lnTo>
                    <a:pt x="2882" y="15803"/>
                  </a:lnTo>
                  <a:lnTo>
                    <a:pt x="2956" y="15680"/>
                  </a:lnTo>
                  <a:lnTo>
                    <a:pt x="3029" y="15534"/>
                  </a:lnTo>
                  <a:lnTo>
                    <a:pt x="3053" y="15387"/>
                  </a:lnTo>
                  <a:lnTo>
                    <a:pt x="3713" y="8549"/>
                  </a:lnTo>
                  <a:lnTo>
                    <a:pt x="3737" y="8476"/>
                  </a:lnTo>
                  <a:lnTo>
                    <a:pt x="3786" y="8354"/>
                  </a:lnTo>
                  <a:lnTo>
                    <a:pt x="3835" y="8305"/>
                  </a:lnTo>
                  <a:lnTo>
                    <a:pt x="3884" y="8231"/>
                  </a:lnTo>
                  <a:lnTo>
                    <a:pt x="3981" y="8207"/>
                  </a:lnTo>
                  <a:lnTo>
                    <a:pt x="4079" y="8183"/>
                  </a:lnTo>
                  <a:lnTo>
                    <a:pt x="4177" y="8207"/>
                  </a:lnTo>
                  <a:lnTo>
                    <a:pt x="4274" y="8231"/>
                  </a:lnTo>
                  <a:lnTo>
                    <a:pt x="4323" y="8305"/>
                  </a:lnTo>
                  <a:lnTo>
                    <a:pt x="4372" y="8354"/>
                  </a:lnTo>
                  <a:lnTo>
                    <a:pt x="4421" y="8476"/>
                  </a:lnTo>
                  <a:lnTo>
                    <a:pt x="4445" y="8549"/>
                  </a:lnTo>
                  <a:lnTo>
                    <a:pt x="5105" y="15387"/>
                  </a:lnTo>
                  <a:lnTo>
                    <a:pt x="5129" y="15534"/>
                  </a:lnTo>
                  <a:lnTo>
                    <a:pt x="5202" y="15680"/>
                  </a:lnTo>
                  <a:lnTo>
                    <a:pt x="5276" y="15803"/>
                  </a:lnTo>
                  <a:lnTo>
                    <a:pt x="5373" y="15925"/>
                  </a:lnTo>
                  <a:lnTo>
                    <a:pt x="5496" y="15998"/>
                  </a:lnTo>
                  <a:lnTo>
                    <a:pt x="5642" y="16071"/>
                  </a:lnTo>
                  <a:lnTo>
                    <a:pt x="5764" y="16120"/>
                  </a:lnTo>
                  <a:lnTo>
                    <a:pt x="6057" y="16120"/>
                  </a:lnTo>
                  <a:lnTo>
                    <a:pt x="6228" y="16071"/>
                  </a:lnTo>
                  <a:lnTo>
                    <a:pt x="6375" y="15998"/>
                  </a:lnTo>
                  <a:lnTo>
                    <a:pt x="6497" y="15900"/>
                  </a:lnTo>
                  <a:lnTo>
                    <a:pt x="6595" y="15754"/>
                  </a:lnTo>
                  <a:lnTo>
                    <a:pt x="6692" y="15607"/>
                  </a:lnTo>
                  <a:lnTo>
                    <a:pt x="6741" y="15461"/>
                  </a:lnTo>
                  <a:lnTo>
                    <a:pt x="6766" y="15290"/>
                  </a:lnTo>
                  <a:lnTo>
                    <a:pt x="6766" y="15119"/>
                  </a:lnTo>
                  <a:lnTo>
                    <a:pt x="6619" y="13165"/>
                  </a:lnTo>
                  <a:lnTo>
                    <a:pt x="6350" y="8915"/>
                  </a:lnTo>
                  <a:lnTo>
                    <a:pt x="6204" y="6619"/>
                  </a:lnTo>
                  <a:lnTo>
                    <a:pt x="6106" y="4617"/>
                  </a:lnTo>
                  <a:lnTo>
                    <a:pt x="6057" y="3176"/>
                  </a:lnTo>
                  <a:lnTo>
                    <a:pt x="6057" y="2761"/>
                  </a:lnTo>
                  <a:lnTo>
                    <a:pt x="6057" y="2590"/>
                  </a:lnTo>
                  <a:lnTo>
                    <a:pt x="6106" y="2590"/>
                  </a:lnTo>
                  <a:lnTo>
                    <a:pt x="6155" y="2687"/>
                  </a:lnTo>
                  <a:lnTo>
                    <a:pt x="6253" y="3005"/>
                  </a:lnTo>
                  <a:lnTo>
                    <a:pt x="6399" y="3493"/>
                  </a:lnTo>
                  <a:lnTo>
                    <a:pt x="6521" y="4128"/>
                  </a:lnTo>
                  <a:lnTo>
                    <a:pt x="6643" y="4837"/>
                  </a:lnTo>
                  <a:lnTo>
                    <a:pt x="6741" y="5569"/>
                  </a:lnTo>
                  <a:lnTo>
                    <a:pt x="6814" y="6278"/>
                  </a:lnTo>
                  <a:lnTo>
                    <a:pt x="6839" y="6888"/>
                  </a:lnTo>
                  <a:lnTo>
                    <a:pt x="6863" y="7035"/>
                  </a:lnTo>
                  <a:lnTo>
                    <a:pt x="6888" y="7181"/>
                  </a:lnTo>
                  <a:lnTo>
                    <a:pt x="6936" y="7328"/>
                  </a:lnTo>
                  <a:lnTo>
                    <a:pt x="7010" y="7425"/>
                  </a:lnTo>
                  <a:lnTo>
                    <a:pt x="7107" y="7523"/>
                  </a:lnTo>
                  <a:lnTo>
                    <a:pt x="7230" y="7596"/>
                  </a:lnTo>
                  <a:lnTo>
                    <a:pt x="7352" y="7645"/>
                  </a:lnTo>
                  <a:lnTo>
                    <a:pt x="7498" y="7670"/>
                  </a:lnTo>
                  <a:lnTo>
                    <a:pt x="7645" y="7645"/>
                  </a:lnTo>
                  <a:lnTo>
                    <a:pt x="7767" y="7596"/>
                  </a:lnTo>
                  <a:lnTo>
                    <a:pt x="7889" y="7523"/>
                  </a:lnTo>
                  <a:lnTo>
                    <a:pt x="7987" y="7425"/>
                  </a:lnTo>
                  <a:lnTo>
                    <a:pt x="8060" y="7328"/>
                  </a:lnTo>
                  <a:lnTo>
                    <a:pt x="8109" y="7181"/>
                  </a:lnTo>
                  <a:lnTo>
                    <a:pt x="8133" y="7035"/>
                  </a:lnTo>
                  <a:lnTo>
                    <a:pt x="8158" y="6888"/>
                  </a:lnTo>
                  <a:lnTo>
                    <a:pt x="8133" y="5520"/>
                  </a:lnTo>
                  <a:lnTo>
                    <a:pt x="8109" y="4885"/>
                  </a:lnTo>
                  <a:lnTo>
                    <a:pt x="8060" y="4299"/>
                  </a:lnTo>
                  <a:lnTo>
                    <a:pt x="7987" y="3713"/>
                  </a:lnTo>
                  <a:lnTo>
                    <a:pt x="7889" y="3176"/>
                  </a:lnTo>
                  <a:lnTo>
                    <a:pt x="7767" y="2663"/>
                  </a:lnTo>
                  <a:lnTo>
                    <a:pt x="7620" y="2174"/>
                  </a:lnTo>
                  <a:lnTo>
                    <a:pt x="7425" y="1759"/>
                  </a:lnTo>
                  <a:lnTo>
                    <a:pt x="7205" y="1369"/>
                  </a:lnTo>
                  <a:lnTo>
                    <a:pt x="7083" y="1173"/>
                  </a:lnTo>
                  <a:lnTo>
                    <a:pt x="6936" y="1002"/>
                  </a:lnTo>
                  <a:lnTo>
                    <a:pt x="6790" y="856"/>
                  </a:lnTo>
                  <a:lnTo>
                    <a:pt x="6643" y="709"/>
                  </a:lnTo>
                  <a:lnTo>
                    <a:pt x="6472" y="563"/>
                  </a:lnTo>
                  <a:lnTo>
                    <a:pt x="6277" y="440"/>
                  </a:lnTo>
                  <a:lnTo>
                    <a:pt x="6082" y="343"/>
                  </a:lnTo>
                  <a:lnTo>
                    <a:pt x="5886" y="245"/>
                  </a:lnTo>
                  <a:lnTo>
                    <a:pt x="5666" y="172"/>
                  </a:lnTo>
                  <a:lnTo>
                    <a:pt x="5422" y="99"/>
                  </a:lnTo>
                  <a:lnTo>
                    <a:pt x="5178" y="50"/>
                  </a:lnTo>
                  <a:lnTo>
                    <a:pt x="4909" y="1"/>
                  </a:lnTo>
                  <a:lnTo>
                    <a:pt x="4714" y="74"/>
                  </a:lnTo>
                  <a:lnTo>
                    <a:pt x="4519" y="147"/>
                  </a:lnTo>
                  <a:lnTo>
                    <a:pt x="4299" y="196"/>
                  </a:lnTo>
                  <a:lnTo>
                    <a:pt x="3859" y="196"/>
                  </a:lnTo>
                  <a:lnTo>
                    <a:pt x="3664" y="147"/>
                  </a:lnTo>
                  <a:lnTo>
                    <a:pt x="3444" y="99"/>
                  </a:lnTo>
                  <a:lnTo>
                    <a:pt x="3249"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31"/>
            <p:cNvSpPr/>
            <p:nvPr/>
          </p:nvSpPr>
          <p:spPr>
            <a:xfrm>
              <a:off x="3446075" y="2264625"/>
              <a:ext cx="85500" cy="94050"/>
            </a:xfrm>
            <a:custGeom>
              <a:rect b="b" l="l" r="r" t="t"/>
              <a:pathLst>
                <a:path extrusionOk="0" h="3762" w="3420">
                  <a:moveTo>
                    <a:pt x="1539" y="0"/>
                  </a:moveTo>
                  <a:lnTo>
                    <a:pt x="1368" y="25"/>
                  </a:lnTo>
                  <a:lnTo>
                    <a:pt x="1197" y="49"/>
                  </a:lnTo>
                  <a:lnTo>
                    <a:pt x="1051" y="122"/>
                  </a:lnTo>
                  <a:lnTo>
                    <a:pt x="904" y="171"/>
                  </a:lnTo>
                  <a:lnTo>
                    <a:pt x="757" y="269"/>
                  </a:lnTo>
                  <a:lnTo>
                    <a:pt x="611" y="342"/>
                  </a:lnTo>
                  <a:lnTo>
                    <a:pt x="489" y="464"/>
                  </a:lnTo>
                  <a:lnTo>
                    <a:pt x="391" y="586"/>
                  </a:lnTo>
                  <a:lnTo>
                    <a:pt x="293" y="708"/>
                  </a:lnTo>
                  <a:lnTo>
                    <a:pt x="196" y="855"/>
                  </a:lnTo>
                  <a:lnTo>
                    <a:pt x="122" y="1002"/>
                  </a:lnTo>
                  <a:lnTo>
                    <a:pt x="74" y="1148"/>
                  </a:lnTo>
                  <a:lnTo>
                    <a:pt x="25" y="1319"/>
                  </a:lnTo>
                  <a:lnTo>
                    <a:pt x="0" y="1514"/>
                  </a:lnTo>
                  <a:lnTo>
                    <a:pt x="0" y="1710"/>
                  </a:lnTo>
                  <a:lnTo>
                    <a:pt x="0" y="1905"/>
                  </a:lnTo>
                  <a:lnTo>
                    <a:pt x="25" y="2101"/>
                  </a:lnTo>
                  <a:lnTo>
                    <a:pt x="74" y="2272"/>
                  </a:lnTo>
                  <a:lnTo>
                    <a:pt x="122" y="2467"/>
                  </a:lnTo>
                  <a:lnTo>
                    <a:pt x="196" y="2638"/>
                  </a:lnTo>
                  <a:lnTo>
                    <a:pt x="293" y="2809"/>
                  </a:lnTo>
                  <a:lnTo>
                    <a:pt x="391" y="2980"/>
                  </a:lnTo>
                  <a:lnTo>
                    <a:pt x="489" y="3126"/>
                  </a:lnTo>
                  <a:lnTo>
                    <a:pt x="611" y="3273"/>
                  </a:lnTo>
                  <a:lnTo>
                    <a:pt x="757" y="3395"/>
                  </a:lnTo>
                  <a:lnTo>
                    <a:pt x="904" y="3493"/>
                  </a:lnTo>
                  <a:lnTo>
                    <a:pt x="1051" y="3590"/>
                  </a:lnTo>
                  <a:lnTo>
                    <a:pt x="1197" y="3664"/>
                  </a:lnTo>
                  <a:lnTo>
                    <a:pt x="1368" y="3713"/>
                  </a:lnTo>
                  <a:lnTo>
                    <a:pt x="1539" y="3761"/>
                  </a:lnTo>
                  <a:lnTo>
                    <a:pt x="1881" y="3761"/>
                  </a:lnTo>
                  <a:lnTo>
                    <a:pt x="2052" y="3713"/>
                  </a:lnTo>
                  <a:lnTo>
                    <a:pt x="2223" y="3664"/>
                  </a:lnTo>
                  <a:lnTo>
                    <a:pt x="2369" y="3590"/>
                  </a:lnTo>
                  <a:lnTo>
                    <a:pt x="2516" y="3493"/>
                  </a:lnTo>
                  <a:lnTo>
                    <a:pt x="2662" y="3395"/>
                  </a:lnTo>
                  <a:lnTo>
                    <a:pt x="2809" y="3273"/>
                  </a:lnTo>
                  <a:lnTo>
                    <a:pt x="2931" y="3126"/>
                  </a:lnTo>
                  <a:lnTo>
                    <a:pt x="3029" y="2980"/>
                  </a:lnTo>
                  <a:lnTo>
                    <a:pt x="3127" y="2809"/>
                  </a:lnTo>
                  <a:lnTo>
                    <a:pt x="3224" y="2638"/>
                  </a:lnTo>
                  <a:lnTo>
                    <a:pt x="3297" y="2467"/>
                  </a:lnTo>
                  <a:lnTo>
                    <a:pt x="3346" y="2272"/>
                  </a:lnTo>
                  <a:lnTo>
                    <a:pt x="3395" y="2101"/>
                  </a:lnTo>
                  <a:lnTo>
                    <a:pt x="3420" y="1905"/>
                  </a:lnTo>
                  <a:lnTo>
                    <a:pt x="3420" y="1710"/>
                  </a:lnTo>
                  <a:lnTo>
                    <a:pt x="3420" y="1514"/>
                  </a:lnTo>
                  <a:lnTo>
                    <a:pt x="3395" y="1319"/>
                  </a:lnTo>
                  <a:lnTo>
                    <a:pt x="3346" y="1148"/>
                  </a:lnTo>
                  <a:lnTo>
                    <a:pt x="3297" y="1002"/>
                  </a:lnTo>
                  <a:lnTo>
                    <a:pt x="3224" y="855"/>
                  </a:lnTo>
                  <a:lnTo>
                    <a:pt x="3127" y="708"/>
                  </a:lnTo>
                  <a:lnTo>
                    <a:pt x="3029" y="586"/>
                  </a:lnTo>
                  <a:lnTo>
                    <a:pt x="2931" y="464"/>
                  </a:lnTo>
                  <a:lnTo>
                    <a:pt x="2809" y="342"/>
                  </a:lnTo>
                  <a:lnTo>
                    <a:pt x="2662" y="269"/>
                  </a:lnTo>
                  <a:lnTo>
                    <a:pt x="2516" y="171"/>
                  </a:lnTo>
                  <a:lnTo>
                    <a:pt x="2369" y="122"/>
                  </a:lnTo>
                  <a:lnTo>
                    <a:pt x="2223" y="49"/>
                  </a:lnTo>
                  <a:lnTo>
                    <a:pt x="2052" y="25"/>
                  </a:lnTo>
                  <a:lnTo>
                    <a:pt x="1881"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0" name="Google Shape;730;p31"/>
          <p:cNvGrpSpPr/>
          <p:nvPr/>
        </p:nvGrpSpPr>
        <p:grpSpPr>
          <a:xfrm>
            <a:off x="3843751" y="2090602"/>
            <a:ext cx="139863" cy="317513"/>
            <a:chOff x="4753325" y="2329350"/>
            <a:chExt cx="167300" cy="379800"/>
          </a:xfrm>
        </p:grpSpPr>
        <p:sp>
          <p:nvSpPr>
            <p:cNvPr id="731" name="Google Shape;731;p31"/>
            <p:cNvSpPr/>
            <p:nvPr/>
          </p:nvSpPr>
          <p:spPr>
            <a:xfrm>
              <a:off x="4753325" y="2424600"/>
              <a:ext cx="167300" cy="284550"/>
            </a:xfrm>
            <a:custGeom>
              <a:rect b="b" l="l" r="r" t="t"/>
              <a:pathLst>
                <a:path extrusionOk="0" h="11382" w="6692">
                  <a:moveTo>
                    <a:pt x="4030" y="0"/>
                  </a:moveTo>
                  <a:lnTo>
                    <a:pt x="3883" y="73"/>
                  </a:lnTo>
                  <a:lnTo>
                    <a:pt x="3712" y="122"/>
                  </a:lnTo>
                  <a:lnTo>
                    <a:pt x="3517" y="171"/>
                  </a:lnTo>
                  <a:lnTo>
                    <a:pt x="3175" y="171"/>
                  </a:lnTo>
                  <a:lnTo>
                    <a:pt x="3004" y="147"/>
                  </a:lnTo>
                  <a:lnTo>
                    <a:pt x="2833" y="73"/>
                  </a:lnTo>
                  <a:lnTo>
                    <a:pt x="2662" y="24"/>
                  </a:lnTo>
                  <a:lnTo>
                    <a:pt x="2418" y="24"/>
                  </a:lnTo>
                  <a:lnTo>
                    <a:pt x="2174" y="98"/>
                  </a:lnTo>
                  <a:lnTo>
                    <a:pt x="1954" y="171"/>
                  </a:lnTo>
                  <a:lnTo>
                    <a:pt x="1710" y="318"/>
                  </a:lnTo>
                  <a:lnTo>
                    <a:pt x="1490" y="489"/>
                  </a:lnTo>
                  <a:lnTo>
                    <a:pt x="1246" y="684"/>
                  </a:lnTo>
                  <a:lnTo>
                    <a:pt x="1050" y="928"/>
                  </a:lnTo>
                  <a:lnTo>
                    <a:pt x="855" y="1197"/>
                  </a:lnTo>
                  <a:lnTo>
                    <a:pt x="660" y="1514"/>
                  </a:lnTo>
                  <a:lnTo>
                    <a:pt x="513" y="1856"/>
                  </a:lnTo>
                  <a:lnTo>
                    <a:pt x="366" y="2223"/>
                  </a:lnTo>
                  <a:lnTo>
                    <a:pt x="244" y="2638"/>
                  </a:lnTo>
                  <a:lnTo>
                    <a:pt x="122" y="3102"/>
                  </a:lnTo>
                  <a:lnTo>
                    <a:pt x="49" y="3590"/>
                  </a:lnTo>
                  <a:lnTo>
                    <a:pt x="0" y="4103"/>
                  </a:lnTo>
                  <a:lnTo>
                    <a:pt x="0" y="4665"/>
                  </a:lnTo>
                  <a:lnTo>
                    <a:pt x="0" y="4787"/>
                  </a:lnTo>
                  <a:lnTo>
                    <a:pt x="25" y="4909"/>
                  </a:lnTo>
                  <a:lnTo>
                    <a:pt x="73" y="5007"/>
                  </a:lnTo>
                  <a:lnTo>
                    <a:pt x="147" y="5104"/>
                  </a:lnTo>
                  <a:lnTo>
                    <a:pt x="220" y="5178"/>
                  </a:lnTo>
                  <a:lnTo>
                    <a:pt x="318" y="5251"/>
                  </a:lnTo>
                  <a:lnTo>
                    <a:pt x="415" y="5275"/>
                  </a:lnTo>
                  <a:lnTo>
                    <a:pt x="537" y="5300"/>
                  </a:lnTo>
                  <a:lnTo>
                    <a:pt x="660" y="5275"/>
                  </a:lnTo>
                  <a:lnTo>
                    <a:pt x="757" y="5251"/>
                  </a:lnTo>
                  <a:lnTo>
                    <a:pt x="855" y="5178"/>
                  </a:lnTo>
                  <a:lnTo>
                    <a:pt x="928" y="5104"/>
                  </a:lnTo>
                  <a:lnTo>
                    <a:pt x="1001" y="5007"/>
                  </a:lnTo>
                  <a:lnTo>
                    <a:pt x="1026" y="4909"/>
                  </a:lnTo>
                  <a:lnTo>
                    <a:pt x="1050" y="4787"/>
                  </a:lnTo>
                  <a:lnTo>
                    <a:pt x="1075" y="4665"/>
                  </a:lnTo>
                  <a:lnTo>
                    <a:pt x="1099" y="4201"/>
                  </a:lnTo>
                  <a:lnTo>
                    <a:pt x="1148" y="3737"/>
                  </a:lnTo>
                  <a:lnTo>
                    <a:pt x="1221" y="3322"/>
                  </a:lnTo>
                  <a:lnTo>
                    <a:pt x="1319" y="2931"/>
                  </a:lnTo>
                  <a:lnTo>
                    <a:pt x="1441" y="2589"/>
                  </a:lnTo>
                  <a:lnTo>
                    <a:pt x="1539" y="2345"/>
                  </a:lnTo>
                  <a:lnTo>
                    <a:pt x="1636" y="2174"/>
                  </a:lnTo>
                  <a:lnTo>
                    <a:pt x="1685" y="2149"/>
                  </a:lnTo>
                  <a:lnTo>
                    <a:pt x="1710" y="2149"/>
                  </a:lnTo>
                  <a:lnTo>
                    <a:pt x="1734" y="2247"/>
                  </a:lnTo>
                  <a:lnTo>
                    <a:pt x="1734" y="2516"/>
                  </a:lnTo>
                  <a:lnTo>
                    <a:pt x="1685" y="3493"/>
                  </a:lnTo>
                  <a:lnTo>
                    <a:pt x="1612" y="4836"/>
                  </a:lnTo>
                  <a:lnTo>
                    <a:pt x="1490" y="6374"/>
                  </a:lnTo>
                  <a:lnTo>
                    <a:pt x="1246" y="9256"/>
                  </a:lnTo>
                  <a:lnTo>
                    <a:pt x="1148" y="10551"/>
                  </a:lnTo>
                  <a:lnTo>
                    <a:pt x="1148" y="10697"/>
                  </a:lnTo>
                  <a:lnTo>
                    <a:pt x="1148" y="10844"/>
                  </a:lnTo>
                  <a:lnTo>
                    <a:pt x="1197" y="10966"/>
                  </a:lnTo>
                  <a:lnTo>
                    <a:pt x="1270" y="11088"/>
                  </a:lnTo>
                  <a:lnTo>
                    <a:pt x="1343" y="11186"/>
                  </a:lnTo>
                  <a:lnTo>
                    <a:pt x="1465" y="11284"/>
                  </a:lnTo>
                  <a:lnTo>
                    <a:pt x="1588" y="11357"/>
                  </a:lnTo>
                  <a:lnTo>
                    <a:pt x="1710" y="11381"/>
                  </a:lnTo>
                  <a:lnTo>
                    <a:pt x="1954" y="11381"/>
                  </a:lnTo>
                  <a:lnTo>
                    <a:pt x="2076" y="11357"/>
                  </a:lnTo>
                  <a:lnTo>
                    <a:pt x="2174" y="11284"/>
                  </a:lnTo>
                  <a:lnTo>
                    <a:pt x="2271" y="11210"/>
                  </a:lnTo>
                  <a:lnTo>
                    <a:pt x="2345" y="11137"/>
                  </a:lnTo>
                  <a:lnTo>
                    <a:pt x="2418" y="11039"/>
                  </a:lnTo>
                  <a:lnTo>
                    <a:pt x="2467" y="10917"/>
                  </a:lnTo>
                  <a:lnTo>
                    <a:pt x="2516" y="10795"/>
                  </a:lnTo>
                  <a:lnTo>
                    <a:pt x="3053" y="7034"/>
                  </a:lnTo>
                  <a:lnTo>
                    <a:pt x="3053" y="6985"/>
                  </a:lnTo>
                  <a:lnTo>
                    <a:pt x="3102" y="6887"/>
                  </a:lnTo>
                  <a:lnTo>
                    <a:pt x="3151" y="6839"/>
                  </a:lnTo>
                  <a:lnTo>
                    <a:pt x="3200" y="6790"/>
                  </a:lnTo>
                  <a:lnTo>
                    <a:pt x="3273" y="6765"/>
                  </a:lnTo>
                  <a:lnTo>
                    <a:pt x="3346" y="6741"/>
                  </a:lnTo>
                  <a:lnTo>
                    <a:pt x="3419" y="6765"/>
                  </a:lnTo>
                  <a:lnTo>
                    <a:pt x="3493" y="6790"/>
                  </a:lnTo>
                  <a:lnTo>
                    <a:pt x="3541" y="6839"/>
                  </a:lnTo>
                  <a:lnTo>
                    <a:pt x="3590" y="6887"/>
                  </a:lnTo>
                  <a:lnTo>
                    <a:pt x="3639" y="6985"/>
                  </a:lnTo>
                  <a:lnTo>
                    <a:pt x="3639" y="7034"/>
                  </a:lnTo>
                  <a:lnTo>
                    <a:pt x="4176" y="10795"/>
                  </a:lnTo>
                  <a:lnTo>
                    <a:pt x="4225" y="10917"/>
                  </a:lnTo>
                  <a:lnTo>
                    <a:pt x="4274" y="11039"/>
                  </a:lnTo>
                  <a:lnTo>
                    <a:pt x="4347" y="11137"/>
                  </a:lnTo>
                  <a:lnTo>
                    <a:pt x="4421" y="11210"/>
                  </a:lnTo>
                  <a:lnTo>
                    <a:pt x="4518" y="11284"/>
                  </a:lnTo>
                  <a:lnTo>
                    <a:pt x="4616" y="11357"/>
                  </a:lnTo>
                  <a:lnTo>
                    <a:pt x="4738" y="11381"/>
                  </a:lnTo>
                  <a:lnTo>
                    <a:pt x="4982" y="11381"/>
                  </a:lnTo>
                  <a:lnTo>
                    <a:pt x="5104" y="11357"/>
                  </a:lnTo>
                  <a:lnTo>
                    <a:pt x="5227" y="11284"/>
                  </a:lnTo>
                  <a:lnTo>
                    <a:pt x="5349" y="11186"/>
                  </a:lnTo>
                  <a:lnTo>
                    <a:pt x="5422" y="11088"/>
                  </a:lnTo>
                  <a:lnTo>
                    <a:pt x="5495" y="10966"/>
                  </a:lnTo>
                  <a:lnTo>
                    <a:pt x="5544" y="10844"/>
                  </a:lnTo>
                  <a:lnTo>
                    <a:pt x="5544" y="10697"/>
                  </a:lnTo>
                  <a:lnTo>
                    <a:pt x="5544" y="10551"/>
                  </a:lnTo>
                  <a:lnTo>
                    <a:pt x="5202" y="6399"/>
                  </a:lnTo>
                  <a:lnTo>
                    <a:pt x="5007" y="3517"/>
                  </a:lnTo>
                  <a:lnTo>
                    <a:pt x="4958" y="2540"/>
                  </a:lnTo>
                  <a:lnTo>
                    <a:pt x="4958" y="2247"/>
                  </a:lnTo>
                  <a:lnTo>
                    <a:pt x="4982" y="2149"/>
                  </a:lnTo>
                  <a:lnTo>
                    <a:pt x="5007" y="2149"/>
                  </a:lnTo>
                  <a:lnTo>
                    <a:pt x="5056" y="2174"/>
                  </a:lnTo>
                  <a:lnTo>
                    <a:pt x="5153" y="2320"/>
                  </a:lnTo>
                  <a:lnTo>
                    <a:pt x="5251" y="2564"/>
                  </a:lnTo>
                  <a:lnTo>
                    <a:pt x="5349" y="2906"/>
                  </a:lnTo>
                  <a:lnTo>
                    <a:pt x="5446" y="3297"/>
                  </a:lnTo>
                  <a:lnTo>
                    <a:pt x="5544" y="3737"/>
                  </a:lnTo>
                  <a:lnTo>
                    <a:pt x="5593" y="4201"/>
                  </a:lnTo>
                  <a:lnTo>
                    <a:pt x="5617" y="4665"/>
                  </a:lnTo>
                  <a:lnTo>
                    <a:pt x="5642" y="4787"/>
                  </a:lnTo>
                  <a:lnTo>
                    <a:pt x="5666" y="4909"/>
                  </a:lnTo>
                  <a:lnTo>
                    <a:pt x="5691" y="5007"/>
                  </a:lnTo>
                  <a:lnTo>
                    <a:pt x="5764" y="5104"/>
                  </a:lnTo>
                  <a:lnTo>
                    <a:pt x="5837" y="5178"/>
                  </a:lnTo>
                  <a:lnTo>
                    <a:pt x="5935" y="5251"/>
                  </a:lnTo>
                  <a:lnTo>
                    <a:pt x="6033" y="5275"/>
                  </a:lnTo>
                  <a:lnTo>
                    <a:pt x="6155" y="5300"/>
                  </a:lnTo>
                  <a:lnTo>
                    <a:pt x="6277" y="5275"/>
                  </a:lnTo>
                  <a:lnTo>
                    <a:pt x="6374" y="5251"/>
                  </a:lnTo>
                  <a:lnTo>
                    <a:pt x="6472" y="5178"/>
                  </a:lnTo>
                  <a:lnTo>
                    <a:pt x="6545" y="5104"/>
                  </a:lnTo>
                  <a:lnTo>
                    <a:pt x="6619" y="5007"/>
                  </a:lnTo>
                  <a:lnTo>
                    <a:pt x="6668" y="4909"/>
                  </a:lnTo>
                  <a:lnTo>
                    <a:pt x="6692" y="4787"/>
                  </a:lnTo>
                  <a:lnTo>
                    <a:pt x="6692" y="4665"/>
                  </a:lnTo>
                  <a:lnTo>
                    <a:pt x="6692" y="4103"/>
                  </a:lnTo>
                  <a:lnTo>
                    <a:pt x="6643" y="3566"/>
                  </a:lnTo>
                  <a:lnTo>
                    <a:pt x="6570" y="3077"/>
                  </a:lnTo>
                  <a:lnTo>
                    <a:pt x="6472" y="2638"/>
                  </a:lnTo>
                  <a:lnTo>
                    <a:pt x="6374" y="2223"/>
                  </a:lnTo>
                  <a:lnTo>
                    <a:pt x="6228" y="1832"/>
                  </a:lnTo>
                  <a:lnTo>
                    <a:pt x="6081" y="1490"/>
                  </a:lnTo>
                  <a:lnTo>
                    <a:pt x="5910" y="1172"/>
                  </a:lnTo>
                  <a:lnTo>
                    <a:pt x="5715" y="904"/>
                  </a:lnTo>
                  <a:lnTo>
                    <a:pt x="5520" y="659"/>
                  </a:lnTo>
                  <a:lnTo>
                    <a:pt x="5300" y="464"/>
                  </a:lnTo>
                  <a:lnTo>
                    <a:pt x="5056" y="293"/>
                  </a:lnTo>
                  <a:lnTo>
                    <a:pt x="4811" y="171"/>
                  </a:lnTo>
                  <a:lnTo>
                    <a:pt x="4567" y="73"/>
                  </a:lnTo>
                  <a:lnTo>
                    <a:pt x="4299" y="24"/>
                  </a:lnTo>
                  <a:lnTo>
                    <a:pt x="4030"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31"/>
            <p:cNvSpPr/>
            <p:nvPr/>
          </p:nvSpPr>
          <p:spPr>
            <a:xfrm>
              <a:off x="4798500" y="2329350"/>
              <a:ext cx="76950" cy="84275"/>
            </a:xfrm>
            <a:custGeom>
              <a:rect b="b" l="l" r="r" t="t"/>
              <a:pathLst>
                <a:path extrusionOk="0" h="3371" w="3078">
                  <a:moveTo>
                    <a:pt x="1539" y="0"/>
                  </a:moveTo>
                  <a:lnTo>
                    <a:pt x="1222" y="24"/>
                  </a:lnTo>
                  <a:lnTo>
                    <a:pt x="953" y="98"/>
                  </a:lnTo>
                  <a:lnTo>
                    <a:pt x="684" y="220"/>
                  </a:lnTo>
                  <a:lnTo>
                    <a:pt x="464" y="415"/>
                  </a:lnTo>
                  <a:lnTo>
                    <a:pt x="367" y="513"/>
                  </a:lnTo>
                  <a:lnTo>
                    <a:pt x="269" y="635"/>
                  </a:lnTo>
                  <a:lnTo>
                    <a:pt x="196" y="757"/>
                  </a:lnTo>
                  <a:lnTo>
                    <a:pt x="123" y="879"/>
                  </a:lnTo>
                  <a:lnTo>
                    <a:pt x="74" y="1026"/>
                  </a:lnTo>
                  <a:lnTo>
                    <a:pt x="49" y="1172"/>
                  </a:lnTo>
                  <a:lnTo>
                    <a:pt x="25" y="1343"/>
                  </a:lnTo>
                  <a:lnTo>
                    <a:pt x="0" y="1514"/>
                  </a:lnTo>
                  <a:lnTo>
                    <a:pt x="25" y="1685"/>
                  </a:lnTo>
                  <a:lnTo>
                    <a:pt x="49" y="1856"/>
                  </a:lnTo>
                  <a:lnTo>
                    <a:pt x="123" y="2198"/>
                  </a:lnTo>
                  <a:lnTo>
                    <a:pt x="269" y="2516"/>
                  </a:lnTo>
                  <a:lnTo>
                    <a:pt x="464" y="2784"/>
                  </a:lnTo>
                  <a:lnTo>
                    <a:pt x="562" y="2906"/>
                  </a:lnTo>
                  <a:lnTo>
                    <a:pt x="684" y="3029"/>
                  </a:lnTo>
                  <a:lnTo>
                    <a:pt x="806" y="3126"/>
                  </a:lnTo>
                  <a:lnTo>
                    <a:pt x="953" y="3199"/>
                  </a:lnTo>
                  <a:lnTo>
                    <a:pt x="1075" y="3273"/>
                  </a:lnTo>
                  <a:lnTo>
                    <a:pt x="1222" y="3322"/>
                  </a:lnTo>
                  <a:lnTo>
                    <a:pt x="1393" y="3346"/>
                  </a:lnTo>
                  <a:lnTo>
                    <a:pt x="1539" y="3370"/>
                  </a:lnTo>
                  <a:lnTo>
                    <a:pt x="1686" y="3346"/>
                  </a:lnTo>
                  <a:lnTo>
                    <a:pt x="1857" y="3322"/>
                  </a:lnTo>
                  <a:lnTo>
                    <a:pt x="2003" y="3273"/>
                  </a:lnTo>
                  <a:lnTo>
                    <a:pt x="2125" y="3199"/>
                  </a:lnTo>
                  <a:lnTo>
                    <a:pt x="2272" y="3126"/>
                  </a:lnTo>
                  <a:lnTo>
                    <a:pt x="2394" y="3029"/>
                  </a:lnTo>
                  <a:lnTo>
                    <a:pt x="2516" y="2906"/>
                  </a:lnTo>
                  <a:lnTo>
                    <a:pt x="2614" y="2784"/>
                  </a:lnTo>
                  <a:lnTo>
                    <a:pt x="2809" y="2516"/>
                  </a:lnTo>
                  <a:lnTo>
                    <a:pt x="2956" y="2198"/>
                  </a:lnTo>
                  <a:lnTo>
                    <a:pt x="3029" y="1856"/>
                  </a:lnTo>
                  <a:lnTo>
                    <a:pt x="3053" y="1685"/>
                  </a:lnTo>
                  <a:lnTo>
                    <a:pt x="3078" y="1514"/>
                  </a:lnTo>
                  <a:lnTo>
                    <a:pt x="3053" y="1343"/>
                  </a:lnTo>
                  <a:lnTo>
                    <a:pt x="3029" y="1172"/>
                  </a:lnTo>
                  <a:lnTo>
                    <a:pt x="3004" y="1026"/>
                  </a:lnTo>
                  <a:lnTo>
                    <a:pt x="2956" y="879"/>
                  </a:lnTo>
                  <a:lnTo>
                    <a:pt x="2882" y="757"/>
                  </a:lnTo>
                  <a:lnTo>
                    <a:pt x="2809" y="635"/>
                  </a:lnTo>
                  <a:lnTo>
                    <a:pt x="2711" y="513"/>
                  </a:lnTo>
                  <a:lnTo>
                    <a:pt x="2614" y="415"/>
                  </a:lnTo>
                  <a:lnTo>
                    <a:pt x="2394" y="220"/>
                  </a:lnTo>
                  <a:lnTo>
                    <a:pt x="2125" y="98"/>
                  </a:lnTo>
                  <a:lnTo>
                    <a:pt x="1857" y="24"/>
                  </a:lnTo>
                  <a:lnTo>
                    <a:pt x="1539"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3" name="Google Shape;733;p31"/>
          <p:cNvGrpSpPr/>
          <p:nvPr/>
        </p:nvGrpSpPr>
        <p:grpSpPr>
          <a:xfrm>
            <a:off x="3277653" y="2038519"/>
            <a:ext cx="145004" cy="421657"/>
            <a:chOff x="4076175" y="2267050"/>
            <a:chExt cx="173450" cy="504375"/>
          </a:xfrm>
        </p:grpSpPr>
        <p:sp>
          <p:nvSpPr>
            <p:cNvPr id="734" name="Google Shape;734;p31"/>
            <p:cNvSpPr/>
            <p:nvPr/>
          </p:nvSpPr>
          <p:spPr>
            <a:xfrm>
              <a:off x="4122600" y="2267050"/>
              <a:ext cx="80600" cy="91625"/>
            </a:xfrm>
            <a:custGeom>
              <a:rect b="b" l="l" r="r" t="t"/>
              <a:pathLst>
                <a:path extrusionOk="0" h="3665" w="3224">
                  <a:moveTo>
                    <a:pt x="1441" y="1"/>
                  </a:moveTo>
                  <a:lnTo>
                    <a:pt x="1295" y="25"/>
                  </a:lnTo>
                  <a:lnTo>
                    <a:pt x="1124" y="74"/>
                  </a:lnTo>
                  <a:lnTo>
                    <a:pt x="977" y="123"/>
                  </a:lnTo>
                  <a:lnTo>
                    <a:pt x="855" y="172"/>
                  </a:lnTo>
                  <a:lnTo>
                    <a:pt x="708" y="245"/>
                  </a:lnTo>
                  <a:lnTo>
                    <a:pt x="586" y="343"/>
                  </a:lnTo>
                  <a:lnTo>
                    <a:pt x="464" y="441"/>
                  </a:lnTo>
                  <a:lnTo>
                    <a:pt x="366" y="563"/>
                  </a:lnTo>
                  <a:lnTo>
                    <a:pt x="269" y="685"/>
                  </a:lnTo>
                  <a:lnTo>
                    <a:pt x="195" y="831"/>
                  </a:lnTo>
                  <a:lnTo>
                    <a:pt x="122" y="978"/>
                  </a:lnTo>
                  <a:lnTo>
                    <a:pt x="73" y="1124"/>
                  </a:lnTo>
                  <a:lnTo>
                    <a:pt x="25" y="1295"/>
                  </a:lnTo>
                  <a:lnTo>
                    <a:pt x="0" y="1466"/>
                  </a:lnTo>
                  <a:lnTo>
                    <a:pt x="0" y="1662"/>
                  </a:lnTo>
                  <a:lnTo>
                    <a:pt x="0" y="1833"/>
                  </a:lnTo>
                  <a:lnTo>
                    <a:pt x="25" y="2028"/>
                  </a:lnTo>
                  <a:lnTo>
                    <a:pt x="73" y="2223"/>
                  </a:lnTo>
                  <a:lnTo>
                    <a:pt x="122" y="2394"/>
                  </a:lnTo>
                  <a:lnTo>
                    <a:pt x="195" y="2565"/>
                  </a:lnTo>
                  <a:lnTo>
                    <a:pt x="269" y="2736"/>
                  </a:lnTo>
                  <a:lnTo>
                    <a:pt x="366" y="2883"/>
                  </a:lnTo>
                  <a:lnTo>
                    <a:pt x="464" y="3029"/>
                  </a:lnTo>
                  <a:lnTo>
                    <a:pt x="586" y="3176"/>
                  </a:lnTo>
                  <a:lnTo>
                    <a:pt x="708" y="3298"/>
                  </a:lnTo>
                  <a:lnTo>
                    <a:pt x="855" y="3396"/>
                  </a:lnTo>
                  <a:lnTo>
                    <a:pt x="977" y="3493"/>
                  </a:lnTo>
                  <a:lnTo>
                    <a:pt x="1124" y="3567"/>
                  </a:lnTo>
                  <a:lnTo>
                    <a:pt x="1295" y="3616"/>
                  </a:lnTo>
                  <a:lnTo>
                    <a:pt x="1441" y="3640"/>
                  </a:lnTo>
                  <a:lnTo>
                    <a:pt x="1612" y="3664"/>
                  </a:lnTo>
                  <a:lnTo>
                    <a:pt x="1783" y="3640"/>
                  </a:lnTo>
                  <a:lnTo>
                    <a:pt x="1930" y="3616"/>
                  </a:lnTo>
                  <a:lnTo>
                    <a:pt x="2100" y="3567"/>
                  </a:lnTo>
                  <a:lnTo>
                    <a:pt x="2247" y="3493"/>
                  </a:lnTo>
                  <a:lnTo>
                    <a:pt x="2369" y="3396"/>
                  </a:lnTo>
                  <a:lnTo>
                    <a:pt x="2516" y="3298"/>
                  </a:lnTo>
                  <a:lnTo>
                    <a:pt x="2638" y="3176"/>
                  </a:lnTo>
                  <a:lnTo>
                    <a:pt x="2760" y="3029"/>
                  </a:lnTo>
                  <a:lnTo>
                    <a:pt x="2858" y="2883"/>
                  </a:lnTo>
                  <a:lnTo>
                    <a:pt x="2955" y="2736"/>
                  </a:lnTo>
                  <a:lnTo>
                    <a:pt x="3029" y="2565"/>
                  </a:lnTo>
                  <a:lnTo>
                    <a:pt x="3102" y="2394"/>
                  </a:lnTo>
                  <a:lnTo>
                    <a:pt x="3151" y="2223"/>
                  </a:lnTo>
                  <a:lnTo>
                    <a:pt x="3200" y="2028"/>
                  </a:lnTo>
                  <a:lnTo>
                    <a:pt x="3224" y="1833"/>
                  </a:lnTo>
                  <a:lnTo>
                    <a:pt x="3224" y="1662"/>
                  </a:lnTo>
                  <a:lnTo>
                    <a:pt x="3224" y="1466"/>
                  </a:lnTo>
                  <a:lnTo>
                    <a:pt x="3200" y="1295"/>
                  </a:lnTo>
                  <a:lnTo>
                    <a:pt x="3151" y="1124"/>
                  </a:lnTo>
                  <a:lnTo>
                    <a:pt x="3102" y="978"/>
                  </a:lnTo>
                  <a:lnTo>
                    <a:pt x="3029" y="831"/>
                  </a:lnTo>
                  <a:lnTo>
                    <a:pt x="2955" y="685"/>
                  </a:lnTo>
                  <a:lnTo>
                    <a:pt x="2858" y="563"/>
                  </a:lnTo>
                  <a:lnTo>
                    <a:pt x="2760" y="441"/>
                  </a:lnTo>
                  <a:lnTo>
                    <a:pt x="2638" y="343"/>
                  </a:lnTo>
                  <a:lnTo>
                    <a:pt x="2516" y="245"/>
                  </a:lnTo>
                  <a:lnTo>
                    <a:pt x="2369" y="172"/>
                  </a:lnTo>
                  <a:lnTo>
                    <a:pt x="2247" y="123"/>
                  </a:lnTo>
                  <a:lnTo>
                    <a:pt x="2100" y="74"/>
                  </a:lnTo>
                  <a:lnTo>
                    <a:pt x="1930" y="25"/>
                  </a:lnTo>
                  <a:lnTo>
                    <a:pt x="1783"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1"/>
            <p:cNvSpPr/>
            <p:nvPr/>
          </p:nvSpPr>
          <p:spPr>
            <a:xfrm>
              <a:off x="4076175" y="2370250"/>
              <a:ext cx="173450" cy="401175"/>
            </a:xfrm>
            <a:custGeom>
              <a:rect b="b" l="l" r="r" t="t"/>
              <a:pathLst>
                <a:path extrusionOk="0" h="16047" w="6938">
                  <a:moveTo>
                    <a:pt x="2736" y="0"/>
                  </a:moveTo>
                  <a:lnTo>
                    <a:pt x="2541" y="49"/>
                  </a:lnTo>
                  <a:lnTo>
                    <a:pt x="2346" y="123"/>
                  </a:lnTo>
                  <a:lnTo>
                    <a:pt x="2175" y="196"/>
                  </a:lnTo>
                  <a:lnTo>
                    <a:pt x="2028" y="293"/>
                  </a:lnTo>
                  <a:lnTo>
                    <a:pt x="1711" y="489"/>
                  </a:lnTo>
                  <a:lnTo>
                    <a:pt x="1442" y="758"/>
                  </a:lnTo>
                  <a:lnTo>
                    <a:pt x="1173" y="1075"/>
                  </a:lnTo>
                  <a:lnTo>
                    <a:pt x="953" y="1417"/>
                  </a:lnTo>
                  <a:lnTo>
                    <a:pt x="758" y="1808"/>
                  </a:lnTo>
                  <a:lnTo>
                    <a:pt x="587" y="2223"/>
                  </a:lnTo>
                  <a:lnTo>
                    <a:pt x="441" y="2711"/>
                  </a:lnTo>
                  <a:lnTo>
                    <a:pt x="318" y="3200"/>
                  </a:lnTo>
                  <a:lnTo>
                    <a:pt x="221" y="3737"/>
                  </a:lnTo>
                  <a:lnTo>
                    <a:pt x="147" y="4323"/>
                  </a:lnTo>
                  <a:lnTo>
                    <a:pt x="74" y="4909"/>
                  </a:lnTo>
                  <a:lnTo>
                    <a:pt x="25" y="5544"/>
                  </a:lnTo>
                  <a:lnTo>
                    <a:pt x="1" y="6204"/>
                  </a:lnTo>
                  <a:lnTo>
                    <a:pt x="1" y="6888"/>
                  </a:lnTo>
                  <a:lnTo>
                    <a:pt x="25" y="7034"/>
                  </a:lnTo>
                  <a:lnTo>
                    <a:pt x="50" y="7181"/>
                  </a:lnTo>
                  <a:lnTo>
                    <a:pt x="99" y="7327"/>
                  </a:lnTo>
                  <a:lnTo>
                    <a:pt x="172" y="7425"/>
                  </a:lnTo>
                  <a:lnTo>
                    <a:pt x="245" y="7523"/>
                  </a:lnTo>
                  <a:lnTo>
                    <a:pt x="318" y="7596"/>
                  </a:lnTo>
                  <a:lnTo>
                    <a:pt x="416" y="7645"/>
                  </a:lnTo>
                  <a:lnTo>
                    <a:pt x="636" y="7645"/>
                  </a:lnTo>
                  <a:lnTo>
                    <a:pt x="734" y="7596"/>
                  </a:lnTo>
                  <a:lnTo>
                    <a:pt x="807" y="7523"/>
                  </a:lnTo>
                  <a:lnTo>
                    <a:pt x="880" y="7425"/>
                  </a:lnTo>
                  <a:lnTo>
                    <a:pt x="929" y="7327"/>
                  </a:lnTo>
                  <a:lnTo>
                    <a:pt x="953" y="7181"/>
                  </a:lnTo>
                  <a:lnTo>
                    <a:pt x="978" y="6888"/>
                  </a:lnTo>
                  <a:lnTo>
                    <a:pt x="1002" y="6521"/>
                  </a:lnTo>
                  <a:lnTo>
                    <a:pt x="1027" y="6106"/>
                  </a:lnTo>
                  <a:lnTo>
                    <a:pt x="1149" y="5105"/>
                  </a:lnTo>
                  <a:lnTo>
                    <a:pt x="1295" y="4103"/>
                  </a:lnTo>
                  <a:lnTo>
                    <a:pt x="1369" y="3664"/>
                  </a:lnTo>
                  <a:lnTo>
                    <a:pt x="1466" y="3298"/>
                  </a:lnTo>
                  <a:lnTo>
                    <a:pt x="1417" y="3102"/>
                  </a:lnTo>
                  <a:lnTo>
                    <a:pt x="1393" y="2907"/>
                  </a:lnTo>
                  <a:lnTo>
                    <a:pt x="1393" y="2711"/>
                  </a:lnTo>
                  <a:lnTo>
                    <a:pt x="1417" y="2540"/>
                  </a:lnTo>
                  <a:lnTo>
                    <a:pt x="1442" y="2394"/>
                  </a:lnTo>
                  <a:lnTo>
                    <a:pt x="1515" y="2247"/>
                  </a:lnTo>
                  <a:lnTo>
                    <a:pt x="1588" y="2125"/>
                  </a:lnTo>
                  <a:lnTo>
                    <a:pt x="1662" y="2052"/>
                  </a:lnTo>
                  <a:lnTo>
                    <a:pt x="1588" y="2150"/>
                  </a:lnTo>
                  <a:lnTo>
                    <a:pt x="1540" y="2296"/>
                  </a:lnTo>
                  <a:lnTo>
                    <a:pt x="1491" y="2492"/>
                  </a:lnTo>
                  <a:lnTo>
                    <a:pt x="1491" y="2687"/>
                  </a:lnTo>
                  <a:lnTo>
                    <a:pt x="1515" y="2882"/>
                  </a:lnTo>
                  <a:lnTo>
                    <a:pt x="1564" y="3078"/>
                  </a:lnTo>
                  <a:lnTo>
                    <a:pt x="1613" y="3175"/>
                  </a:lnTo>
                  <a:lnTo>
                    <a:pt x="1686" y="3273"/>
                  </a:lnTo>
                  <a:lnTo>
                    <a:pt x="1759" y="3346"/>
                  </a:lnTo>
                  <a:lnTo>
                    <a:pt x="1857" y="3420"/>
                  </a:lnTo>
                  <a:lnTo>
                    <a:pt x="1906" y="3786"/>
                  </a:lnTo>
                  <a:lnTo>
                    <a:pt x="1930" y="3981"/>
                  </a:lnTo>
                  <a:lnTo>
                    <a:pt x="1955" y="4201"/>
                  </a:lnTo>
                  <a:lnTo>
                    <a:pt x="1930" y="4445"/>
                  </a:lnTo>
                  <a:lnTo>
                    <a:pt x="1906" y="4738"/>
                  </a:lnTo>
                  <a:lnTo>
                    <a:pt x="1833" y="5032"/>
                  </a:lnTo>
                  <a:lnTo>
                    <a:pt x="1711" y="5398"/>
                  </a:lnTo>
                  <a:lnTo>
                    <a:pt x="1515" y="5911"/>
                  </a:lnTo>
                  <a:lnTo>
                    <a:pt x="1369" y="6399"/>
                  </a:lnTo>
                  <a:lnTo>
                    <a:pt x="1271" y="6839"/>
                  </a:lnTo>
                  <a:lnTo>
                    <a:pt x="1222" y="7230"/>
                  </a:lnTo>
                  <a:lnTo>
                    <a:pt x="1173" y="7620"/>
                  </a:lnTo>
                  <a:lnTo>
                    <a:pt x="1173" y="8011"/>
                  </a:lnTo>
                  <a:lnTo>
                    <a:pt x="1198" y="8817"/>
                  </a:lnTo>
                  <a:lnTo>
                    <a:pt x="1247" y="9989"/>
                  </a:lnTo>
                  <a:lnTo>
                    <a:pt x="1295" y="11162"/>
                  </a:lnTo>
                  <a:lnTo>
                    <a:pt x="1320" y="13238"/>
                  </a:lnTo>
                  <a:lnTo>
                    <a:pt x="1344" y="14728"/>
                  </a:lnTo>
                  <a:lnTo>
                    <a:pt x="1344" y="15314"/>
                  </a:lnTo>
                  <a:lnTo>
                    <a:pt x="1369" y="15533"/>
                  </a:lnTo>
                  <a:lnTo>
                    <a:pt x="1417" y="15704"/>
                  </a:lnTo>
                  <a:lnTo>
                    <a:pt x="1491" y="15827"/>
                  </a:lnTo>
                  <a:lnTo>
                    <a:pt x="1588" y="15924"/>
                  </a:lnTo>
                  <a:lnTo>
                    <a:pt x="1662" y="15998"/>
                  </a:lnTo>
                  <a:lnTo>
                    <a:pt x="1735" y="16022"/>
                  </a:lnTo>
                  <a:lnTo>
                    <a:pt x="1833" y="16046"/>
                  </a:lnTo>
                  <a:lnTo>
                    <a:pt x="1955" y="16046"/>
                  </a:lnTo>
                  <a:lnTo>
                    <a:pt x="2077" y="15998"/>
                  </a:lnTo>
                  <a:lnTo>
                    <a:pt x="2175" y="15949"/>
                  </a:lnTo>
                  <a:lnTo>
                    <a:pt x="2248" y="15875"/>
                  </a:lnTo>
                  <a:lnTo>
                    <a:pt x="2321" y="15802"/>
                  </a:lnTo>
                  <a:lnTo>
                    <a:pt x="2394" y="15680"/>
                  </a:lnTo>
                  <a:lnTo>
                    <a:pt x="2419" y="15533"/>
                  </a:lnTo>
                  <a:lnTo>
                    <a:pt x="2468" y="15387"/>
                  </a:lnTo>
                  <a:lnTo>
                    <a:pt x="3152" y="8548"/>
                  </a:lnTo>
                  <a:lnTo>
                    <a:pt x="3152" y="8451"/>
                  </a:lnTo>
                  <a:lnTo>
                    <a:pt x="3200" y="8280"/>
                  </a:lnTo>
                  <a:lnTo>
                    <a:pt x="3249" y="8182"/>
                  </a:lnTo>
                  <a:lnTo>
                    <a:pt x="3298" y="8084"/>
                  </a:lnTo>
                  <a:lnTo>
                    <a:pt x="3371" y="8011"/>
                  </a:lnTo>
                  <a:lnTo>
                    <a:pt x="3469" y="7987"/>
                  </a:lnTo>
                  <a:lnTo>
                    <a:pt x="3567" y="8011"/>
                  </a:lnTo>
                  <a:lnTo>
                    <a:pt x="3640" y="8084"/>
                  </a:lnTo>
                  <a:lnTo>
                    <a:pt x="3689" y="8182"/>
                  </a:lnTo>
                  <a:lnTo>
                    <a:pt x="3738" y="8280"/>
                  </a:lnTo>
                  <a:lnTo>
                    <a:pt x="3787" y="8451"/>
                  </a:lnTo>
                  <a:lnTo>
                    <a:pt x="3787" y="8548"/>
                  </a:lnTo>
                  <a:lnTo>
                    <a:pt x="4470" y="15387"/>
                  </a:lnTo>
                  <a:lnTo>
                    <a:pt x="4519" y="15533"/>
                  </a:lnTo>
                  <a:lnTo>
                    <a:pt x="4544" y="15680"/>
                  </a:lnTo>
                  <a:lnTo>
                    <a:pt x="4617" y="15802"/>
                  </a:lnTo>
                  <a:lnTo>
                    <a:pt x="4690" y="15875"/>
                  </a:lnTo>
                  <a:lnTo>
                    <a:pt x="4763" y="15949"/>
                  </a:lnTo>
                  <a:lnTo>
                    <a:pt x="4861" y="15998"/>
                  </a:lnTo>
                  <a:lnTo>
                    <a:pt x="4983" y="16046"/>
                  </a:lnTo>
                  <a:lnTo>
                    <a:pt x="5105" y="16046"/>
                  </a:lnTo>
                  <a:lnTo>
                    <a:pt x="5203" y="16022"/>
                  </a:lnTo>
                  <a:lnTo>
                    <a:pt x="5276" y="15998"/>
                  </a:lnTo>
                  <a:lnTo>
                    <a:pt x="5350" y="15924"/>
                  </a:lnTo>
                  <a:lnTo>
                    <a:pt x="5447" y="15827"/>
                  </a:lnTo>
                  <a:lnTo>
                    <a:pt x="5521" y="15704"/>
                  </a:lnTo>
                  <a:lnTo>
                    <a:pt x="5569" y="15533"/>
                  </a:lnTo>
                  <a:lnTo>
                    <a:pt x="5594" y="15314"/>
                  </a:lnTo>
                  <a:lnTo>
                    <a:pt x="5594" y="14728"/>
                  </a:lnTo>
                  <a:lnTo>
                    <a:pt x="5618" y="13238"/>
                  </a:lnTo>
                  <a:lnTo>
                    <a:pt x="5643" y="11162"/>
                  </a:lnTo>
                  <a:lnTo>
                    <a:pt x="5692" y="9989"/>
                  </a:lnTo>
                  <a:lnTo>
                    <a:pt x="5740" y="8817"/>
                  </a:lnTo>
                  <a:lnTo>
                    <a:pt x="5765" y="8011"/>
                  </a:lnTo>
                  <a:lnTo>
                    <a:pt x="5765" y="7620"/>
                  </a:lnTo>
                  <a:lnTo>
                    <a:pt x="5716" y="7230"/>
                  </a:lnTo>
                  <a:lnTo>
                    <a:pt x="5667" y="6839"/>
                  </a:lnTo>
                  <a:lnTo>
                    <a:pt x="5569" y="6399"/>
                  </a:lnTo>
                  <a:lnTo>
                    <a:pt x="5423" y="5911"/>
                  </a:lnTo>
                  <a:lnTo>
                    <a:pt x="5227" y="5398"/>
                  </a:lnTo>
                  <a:lnTo>
                    <a:pt x="5105" y="5032"/>
                  </a:lnTo>
                  <a:lnTo>
                    <a:pt x="5032" y="4738"/>
                  </a:lnTo>
                  <a:lnTo>
                    <a:pt x="5008" y="4445"/>
                  </a:lnTo>
                  <a:lnTo>
                    <a:pt x="4983" y="4201"/>
                  </a:lnTo>
                  <a:lnTo>
                    <a:pt x="5008" y="3981"/>
                  </a:lnTo>
                  <a:lnTo>
                    <a:pt x="5032" y="3786"/>
                  </a:lnTo>
                  <a:lnTo>
                    <a:pt x="5081" y="3420"/>
                  </a:lnTo>
                  <a:lnTo>
                    <a:pt x="5179" y="3346"/>
                  </a:lnTo>
                  <a:lnTo>
                    <a:pt x="5252" y="3273"/>
                  </a:lnTo>
                  <a:lnTo>
                    <a:pt x="5325" y="3175"/>
                  </a:lnTo>
                  <a:lnTo>
                    <a:pt x="5374" y="3078"/>
                  </a:lnTo>
                  <a:lnTo>
                    <a:pt x="5423" y="2882"/>
                  </a:lnTo>
                  <a:lnTo>
                    <a:pt x="5447" y="2687"/>
                  </a:lnTo>
                  <a:lnTo>
                    <a:pt x="5447" y="2492"/>
                  </a:lnTo>
                  <a:lnTo>
                    <a:pt x="5398" y="2296"/>
                  </a:lnTo>
                  <a:lnTo>
                    <a:pt x="5350" y="2150"/>
                  </a:lnTo>
                  <a:lnTo>
                    <a:pt x="5276" y="2052"/>
                  </a:lnTo>
                  <a:lnTo>
                    <a:pt x="5350" y="2125"/>
                  </a:lnTo>
                  <a:lnTo>
                    <a:pt x="5423" y="2247"/>
                  </a:lnTo>
                  <a:lnTo>
                    <a:pt x="5496" y="2394"/>
                  </a:lnTo>
                  <a:lnTo>
                    <a:pt x="5521" y="2540"/>
                  </a:lnTo>
                  <a:lnTo>
                    <a:pt x="5545" y="2711"/>
                  </a:lnTo>
                  <a:lnTo>
                    <a:pt x="5545" y="2907"/>
                  </a:lnTo>
                  <a:lnTo>
                    <a:pt x="5521" y="3102"/>
                  </a:lnTo>
                  <a:lnTo>
                    <a:pt x="5472" y="3298"/>
                  </a:lnTo>
                  <a:lnTo>
                    <a:pt x="5569" y="3664"/>
                  </a:lnTo>
                  <a:lnTo>
                    <a:pt x="5643" y="4103"/>
                  </a:lnTo>
                  <a:lnTo>
                    <a:pt x="5789" y="5105"/>
                  </a:lnTo>
                  <a:lnTo>
                    <a:pt x="5911" y="6106"/>
                  </a:lnTo>
                  <a:lnTo>
                    <a:pt x="5936" y="6521"/>
                  </a:lnTo>
                  <a:lnTo>
                    <a:pt x="5960" y="6888"/>
                  </a:lnTo>
                  <a:lnTo>
                    <a:pt x="5985" y="7181"/>
                  </a:lnTo>
                  <a:lnTo>
                    <a:pt x="6009" y="7327"/>
                  </a:lnTo>
                  <a:lnTo>
                    <a:pt x="6058" y="7425"/>
                  </a:lnTo>
                  <a:lnTo>
                    <a:pt x="6131" y="7523"/>
                  </a:lnTo>
                  <a:lnTo>
                    <a:pt x="6204" y="7596"/>
                  </a:lnTo>
                  <a:lnTo>
                    <a:pt x="6302" y="7645"/>
                  </a:lnTo>
                  <a:lnTo>
                    <a:pt x="6522" y="7645"/>
                  </a:lnTo>
                  <a:lnTo>
                    <a:pt x="6620" y="7596"/>
                  </a:lnTo>
                  <a:lnTo>
                    <a:pt x="6693" y="7523"/>
                  </a:lnTo>
                  <a:lnTo>
                    <a:pt x="6766" y="7425"/>
                  </a:lnTo>
                  <a:lnTo>
                    <a:pt x="6839" y="7327"/>
                  </a:lnTo>
                  <a:lnTo>
                    <a:pt x="6888" y="7181"/>
                  </a:lnTo>
                  <a:lnTo>
                    <a:pt x="6913" y="7034"/>
                  </a:lnTo>
                  <a:lnTo>
                    <a:pt x="6937" y="6888"/>
                  </a:lnTo>
                  <a:lnTo>
                    <a:pt x="6937" y="6204"/>
                  </a:lnTo>
                  <a:lnTo>
                    <a:pt x="6913" y="5544"/>
                  </a:lnTo>
                  <a:lnTo>
                    <a:pt x="6864" y="4909"/>
                  </a:lnTo>
                  <a:lnTo>
                    <a:pt x="6791" y="4323"/>
                  </a:lnTo>
                  <a:lnTo>
                    <a:pt x="6717" y="3737"/>
                  </a:lnTo>
                  <a:lnTo>
                    <a:pt x="6620" y="3200"/>
                  </a:lnTo>
                  <a:lnTo>
                    <a:pt x="6497" y="2711"/>
                  </a:lnTo>
                  <a:lnTo>
                    <a:pt x="6351" y="2223"/>
                  </a:lnTo>
                  <a:lnTo>
                    <a:pt x="6180" y="1808"/>
                  </a:lnTo>
                  <a:lnTo>
                    <a:pt x="5985" y="1417"/>
                  </a:lnTo>
                  <a:lnTo>
                    <a:pt x="5765" y="1075"/>
                  </a:lnTo>
                  <a:lnTo>
                    <a:pt x="5496" y="758"/>
                  </a:lnTo>
                  <a:lnTo>
                    <a:pt x="5227" y="489"/>
                  </a:lnTo>
                  <a:lnTo>
                    <a:pt x="4910" y="293"/>
                  </a:lnTo>
                  <a:lnTo>
                    <a:pt x="4763" y="196"/>
                  </a:lnTo>
                  <a:lnTo>
                    <a:pt x="4592" y="123"/>
                  </a:lnTo>
                  <a:lnTo>
                    <a:pt x="4397" y="49"/>
                  </a:lnTo>
                  <a:lnTo>
                    <a:pt x="4202" y="0"/>
                  </a:lnTo>
                  <a:lnTo>
                    <a:pt x="4031" y="98"/>
                  </a:lnTo>
                  <a:lnTo>
                    <a:pt x="3860" y="147"/>
                  </a:lnTo>
                  <a:lnTo>
                    <a:pt x="3664" y="196"/>
                  </a:lnTo>
                  <a:lnTo>
                    <a:pt x="3469" y="220"/>
                  </a:lnTo>
                  <a:lnTo>
                    <a:pt x="3274" y="196"/>
                  </a:lnTo>
                  <a:lnTo>
                    <a:pt x="3078" y="147"/>
                  </a:lnTo>
                  <a:lnTo>
                    <a:pt x="2907" y="98"/>
                  </a:lnTo>
                  <a:lnTo>
                    <a:pt x="2736"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6" name="Google Shape;736;p31"/>
          <p:cNvSpPr/>
          <p:nvPr/>
        </p:nvSpPr>
        <p:spPr>
          <a:xfrm>
            <a:off x="4317599" y="2083007"/>
            <a:ext cx="319561" cy="336908"/>
          </a:xfrm>
          <a:custGeom>
            <a:rect b="b" l="l" r="r" t="t"/>
            <a:pathLst>
              <a:path extrusionOk="0" h="16120" w="15290">
                <a:moveTo>
                  <a:pt x="7645" y="1"/>
                </a:moveTo>
                <a:lnTo>
                  <a:pt x="7303" y="25"/>
                </a:lnTo>
                <a:lnTo>
                  <a:pt x="7010" y="98"/>
                </a:lnTo>
                <a:lnTo>
                  <a:pt x="6766" y="172"/>
                </a:lnTo>
                <a:lnTo>
                  <a:pt x="6546" y="294"/>
                </a:lnTo>
                <a:lnTo>
                  <a:pt x="6351" y="391"/>
                </a:lnTo>
                <a:lnTo>
                  <a:pt x="6204" y="538"/>
                </a:lnTo>
                <a:lnTo>
                  <a:pt x="6058" y="660"/>
                </a:lnTo>
                <a:lnTo>
                  <a:pt x="5960" y="782"/>
                </a:lnTo>
                <a:lnTo>
                  <a:pt x="5569" y="856"/>
                </a:lnTo>
                <a:lnTo>
                  <a:pt x="5203" y="978"/>
                </a:lnTo>
                <a:lnTo>
                  <a:pt x="4885" y="1149"/>
                </a:lnTo>
                <a:lnTo>
                  <a:pt x="4617" y="1320"/>
                </a:lnTo>
                <a:lnTo>
                  <a:pt x="4372" y="1539"/>
                </a:lnTo>
                <a:lnTo>
                  <a:pt x="4177" y="1759"/>
                </a:lnTo>
                <a:lnTo>
                  <a:pt x="4030" y="2028"/>
                </a:lnTo>
                <a:lnTo>
                  <a:pt x="3908" y="2296"/>
                </a:lnTo>
                <a:lnTo>
                  <a:pt x="3811" y="2565"/>
                </a:lnTo>
                <a:lnTo>
                  <a:pt x="3737" y="2834"/>
                </a:lnTo>
                <a:lnTo>
                  <a:pt x="3689" y="3127"/>
                </a:lnTo>
                <a:lnTo>
                  <a:pt x="3640" y="3420"/>
                </a:lnTo>
                <a:lnTo>
                  <a:pt x="3640" y="3713"/>
                </a:lnTo>
                <a:lnTo>
                  <a:pt x="3640" y="3982"/>
                </a:lnTo>
                <a:lnTo>
                  <a:pt x="3689" y="4495"/>
                </a:lnTo>
                <a:lnTo>
                  <a:pt x="3689" y="4519"/>
                </a:lnTo>
                <a:lnTo>
                  <a:pt x="3566" y="4568"/>
                </a:lnTo>
                <a:lnTo>
                  <a:pt x="3469" y="4666"/>
                </a:lnTo>
                <a:lnTo>
                  <a:pt x="3395" y="4812"/>
                </a:lnTo>
                <a:lnTo>
                  <a:pt x="3322" y="4983"/>
                </a:lnTo>
                <a:lnTo>
                  <a:pt x="3273" y="5178"/>
                </a:lnTo>
                <a:lnTo>
                  <a:pt x="3249" y="5398"/>
                </a:lnTo>
                <a:lnTo>
                  <a:pt x="3224" y="5642"/>
                </a:lnTo>
                <a:lnTo>
                  <a:pt x="3249" y="5887"/>
                </a:lnTo>
                <a:lnTo>
                  <a:pt x="3298" y="6155"/>
                </a:lnTo>
                <a:lnTo>
                  <a:pt x="3347" y="6400"/>
                </a:lnTo>
                <a:lnTo>
                  <a:pt x="3444" y="6619"/>
                </a:lnTo>
                <a:lnTo>
                  <a:pt x="3542" y="6790"/>
                </a:lnTo>
                <a:lnTo>
                  <a:pt x="3640" y="6961"/>
                </a:lnTo>
                <a:lnTo>
                  <a:pt x="3762" y="7059"/>
                </a:lnTo>
                <a:lnTo>
                  <a:pt x="3884" y="7132"/>
                </a:lnTo>
                <a:lnTo>
                  <a:pt x="4030" y="7132"/>
                </a:lnTo>
                <a:lnTo>
                  <a:pt x="4104" y="7108"/>
                </a:lnTo>
                <a:lnTo>
                  <a:pt x="4275" y="7523"/>
                </a:lnTo>
                <a:lnTo>
                  <a:pt x="4494" y="7889"/>
                </a:lnTo>
                <a:lnTo>
                  <a:pt x="4714" y="8256"/>
                </a:lnTo>
                <a:lnTo>
                  <a:pt x="4983" y="8598"/>
                </a:lnTo>
                <a:lnTo>
                  <a:pt x="5252" y="8891"/>
                </a:lnTo>
                <a:lnTo>
                  <a:pt x="5545" y="9159"/>
                </a:lnTo>
                <a:lnTo>
                  <a:pt x="5862" y="9404"/>
                </a:lnTo>
                <a:lnTo>
                  <a:pt x="6180" y="9623"/>
                </a:lnTo>
                <a:lnTo>
                  <a:pt x="6180" y="10698"/>
                </a:lnTo>
                <a:lnTo>
                  <a:pt x="5667" y="10747"/>
                </a:lnTo>
                <a:lnTo>
                  <a:pt x="5081" y="10845"/>
                </a:lnTo>
                <a:lnTo>
                  <a:pt x="4519" y="10967"/>
                </a:lnTo>
                <a:lnTo>
                  <a:pt x="3957" y="11089"/>
                </a:lnTo>
                <a:lnTo>
                  <a:pt x="3420" y="11260"/>
                </a:lnTo>
                <a:lnTo>
                  <a:pt x="2931" y="11455"/>
                </a:lnTo>
                <a:lnTo>
                  <a:pt x="2467" y="11675"/>
                </a:lnTo>
                <a:lnTo>
                  <a:pt x="2028" y="11919"/>
                </a:lnTo>
                <a:lnTo>
                  <a:pt x="1637" y="12188"/>
                </a:lnTo>
                <a:lnTo>
                  <a:pt x="1271" y="12456"/>
                </a:lnTo>
                <a:lnTo>
                  <a:pt x="953" y="12774"/>
                </a:lnTo>
                <a:lnTo>
                  <a:pt x="684" y="13116"/>
                </a:lnTo>
                <a:lnTo>
                  <a:pt x="440" y="13458"/>
                </a:lnTo>
                <a:lnTo>
                  <a:pt x="269" y="13849"/>
                </a:lnTo>
                <a:lnTo>
                  <a:pt x="123" y="14239"/>
                </a:lnTo>
                <a:lnTo>
                  <a:pt x="49" y="14679"/>
                </a:lnTo>
                <a:lnTo>
                  <a:pt x="1" y="15119"/>
                </a:lnTo>
                <a:lnTo>
                  <a:pt x="49" y="15167"/>
                </a:lnTo>
                <a:lnTo>
                  <a:pt x="245" y="15265"/>
                </a:lnTo>
                <a:lnTo>
                  <a:pt x="416" y="15338"/>
                </a:lnTo>
                <a:lnTo>
                  <a:pt x="636" y="15436"/>
                </a:lnTo>
                <a:lnTo>
                  <a:pt x="904" y="15534"/>
                </a:lnTo>
                <a:lnTo>
                  <a:pt x="1271" y="15607"/>
                </a:lnTo>
                <a:lnTo>
                  <a:pt x="1710" y="15705"/>
                </a:lnTo>
                <a:lnTo>
                  <a:pt x="2223" y="15802"/>
                </a:lnTo>
                <a:lnTo>
                  <a:pt x="2834" y="15876"/>
                </a:lnTo>
                <a:lnTo>
                  <a:pt x="3566" y="15973"/>
                </a:lnTo>
                <a:lnTo>
                  <a:pt x="4397" y="16022"/>
                </a:lnTo>
                <a:lnTo>
                  <a:pt x="5325" y="16071"/>
                </a:lnTo>
                <a:lnTo>
                  <a:pt x="6399" y="16096"/>
                </a:lnTo>
                <a:lnTo>
                  <a:pt x="7621" y="16120"/>
                </a:lnTo>
                <a:lnTo>
                  <a:pt x="8817" y="16096"/>
                </a:lnTo>
                <a:lnTo>
                  <a:pt x="9892" y="16071"/>
                </a:lnTo>
                <a:lnTo>
                  <a:pt x="10844" y="16022"/>
                </a:lnTo>
                <a:lnTo>
                  <a:pt x="11675" y="15973"/>
                </a:lnTo>
                <a:lnTo>
                  <a:pt x="12408" y="15876"/>
                </a:lnTo>
                <a:lnTo>
                  <a:pt x="13018" y="15802"/>
                </a:lnTo>
                <a:lnTo>
                  <a:pt x="13555" y="15705"/>
                </a:lnTo>
                <a:lnTo>
                  <a:pt x="13995" y="15607"/>
                </a:lnTo>
                <a:lnTo>
                  <a:pt x="14361" y="15534"/>
                </a:lnTo>
                <a:lnTo>
                  <a:pt x="14654" y="15436"/>
                </a:lnTo>
                <a:lnTo>
                  <a:pt x="14874" y="15338"/>
                </a:lnTo>
                <a:lnTo>
                  <a:pt x="15045" y="15265"/>
                </a:lnTo>
                <a:lnTo>
                  <a:pt x="15216" y="15167"/>
                </a:lnTo>
                <a:lnTo>
                  <a:pt x="15289" y="15119"/>
                </a:lnTo>
                <a:lnTo>
                  <a:pt x="15241" y="14655"/>
                </a:lnTo>
                <a:lnTo>
                  <a:pt x="15167" y="14215"/>
                </a:lnTo>
                <a:lnTo>
                  <a:pt x="15045" y="13800"/>
                </a:lnTo>
                <a:lnTo>
                  <a:pt x="14874" y="13409"/>
                </a:lnTo>
                <a:lnTo>
                  <a:pt x="14630" y="13043"/>
                </a:lnTo>
                <a:lnTo>
                  <a:pt x="14361" y="12701"/>
                </a:lnTo>
                <a:lnTo>
                  <a:pt x="14044" y="12408"/>
                </a:lnTo>
                <a:lnTo>
                  <a:pt x="13678" y="12115"/>
                </a:lnTo>
                <a:lnTo>
                  <a:pt x="13287" y="11846"/>
                </a:lnTo>
                <a:lnTo>
                  <a:pt x="12847" y="11626"/>
                </a:lnTo>
                <a:lnTo>
                  <a:pt x="12359" y="11406"/>
                </a:lnTo>
                <a:lnTo>
                  <a:pt x="11846" y="11235"/>
                </a:lnTo>
                <a:lnTo>
                  <a:pt x="11284" y="11064"/>
                </a:lnTo>
                <a:lnTo>
                  <a:pt x="10698" y="10942"/>
                </a:lnTo>
                <a:lnTo>
                  <a:pt x="10063" y="10820"/>
                </a:lnTo>
                <a:lnTo>
                  <a:pt x="9428" y="10747"/>
                </a:lnTo>
                <a:lnTo>
                  <a:pt x="9110" y="10722"/>
                </a:lnTo>
                <a:lnTo>
                  <a:pt x="9110" y="9623"/>
                </a:lnTo>
                <a:lnTo>
                  <a:pt x="9428" y="9404"/>
                </a:lnTo>
                <a:lnTo>
                  <a:pt x="9745" y="9159"/>
                </a:lnTo>
                <a:lnTo>
                  <a:pt x="10039" y="8891"/>
                </a:lnTo>
                <a:lnTo>
                  <a:pt x="10332" y="8598"/>
                </a:lnTo>
                <a:lnTo>
                  <a:pt x="10576" y="8256"/>
                </a:lnTo>
                <a:lnTo>
                  <a:pt x="10796" y="7889"/>
                </a:lnTo>
                <a:lnTo>
                  <a:pt x="11015" y="7523"/>
                </a:lnTo>
                <a:lnTo>
                  <a:pt x="11186" y="7108"/>
                </a:lnTo>
                <a:lnTo>
                  <a:pt x="11260" y="7132"/>
                </a:lnTo>
                <a:lnTo>
                  <a:pt x="11406" y="7132"/>
                </a:lnTo>
                <a:lnTo>
                  <a:pt x="11528" y="7059"/>
                </a:lnTo>
                <a:lnTo>
                  <a:pt x="11650" y="6961"/>
                </a:lnTo>
                <a:lnTo>
                  <a:pt x="11748" y="6790"/>
                </a:lnTo>
                <a:lnTo>
                  <a:pt x="11846" y="6619"/>
                </a:lnTo>
                <a:lnTo>
                  <a:pt x="11944" y="6400"/>
                </a:lnTo>
                <a:lnTo>
                  <a:pt x="11992" y="6155"/>
                </a:lnTo>
                <a:lnTo>
                  <a:pt x="12041" y="5887"/>
                </a:lnTo>
                <a:lnTo>
                  <a:pt x="12066" y="5642"/>
                </a:lnTo>
                <a:lnTo>
                  <a:pt x="12041" y="5398"/>
                </a:lnTo>
                <a:lnTo>
                  <a:pt x="12017" y="5203"/>
                </a:lnTo>
                <a:lnTo>
                  <a:pt x="11968" y="5007"/>
                </a:lnTo>
                <a:lnTo>
                  <a:pt x="11919" y="4836"/>
                </a:lnTo>
                <a:lnTo>
                  <a:pt x="11846" y="4690"/>
                </a:lnTo>
                <a:lnTo>
                  <a:pt x="11748" y="4592"/>
                </a:lnTo>
                <a:lnTo>
                  <a:pt x="11626" y="4519"/>
                </a:lnTo>
                <a:lnTo>
                  <a:pt x="11699" y="4153"/>
                </a:lnTo>
                <a:lnTo>
                  <a:pt x="11724" y="3811"/>
                </a:lnTo>
                <a:lnTo>
                  <a:pt x="11724" y="3493"/>
                </a:lnTo>
                <a:lnTo>
                  <a:pt x="11724" y="3200"/>
                </a:lnTo>
                <a:lnTo>
                  <a:pt x="11699" y="2907"/>
                </a:lnTo>
                <a:lnTo>
                  <a:pt x="11650" y="2638"/>
                </a:lnTo>
                <a:lnTo>
                  <a:pt x="11577" y="2394"/>
                </a:lnTo>
                <a:lnTo>
                  <a:pt x="11504" y="2150"/>
                </a:lnTo>
                <a:lnTo>
                  <a:pt x="11406" y="1930"/>
                </a:lnTo>
                <a:lnTo>
                  <a:pt x="11309" y="1710"/>
                </a:lnTo>
                <a:lnTo>
                  <a:pt x="11186" y="1515"/>
                </a:lnTo>
                <a:lnTo>
                  <a:pt x="11040" y="1344"/>
                </a:lnTo>
                <a:lnTo>
                  <a:pt x="10893" y="1173"/>
                </a:lnTo>
                <a:lnTo>
                  <a:pt x="10747" y="1026"/>
                </a:lnTo>
                <a:lnTo>
                  <a:pt x="10429" y="758"/>
                </a:lnTo>
                <a:lnTo>
                  <a:pt x="10063" y="562"/>
                </a:lnTo>
                <a:lnTo>
                  <a:pt x="9697" y="367"/>
                </a:lnTo>
                <a:lnTo>
                  <a:pt x="9330" y="245"/>
                </a:lnTo>
                <a:lnTo>
                  <a:pt x="8964" y="147"/>
                </a:lnTo>
                <a:lnTo>
                  <a:pt x="8598" y="74"/>
                </a:lnTo>
                <a:lnTo>
                  <a:pt x="8256" y="25"/>
                </a:lnTo>
                <a:lnTo>
                  <a:pt x="7938"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7" name="Google Shape;737;p31"/>
          <p:cNvGrpSpPr/>
          <p:nvPr/>
        </p:nvGrpSpPr>
        <p:grpSpPr>
          <a:xfrm>
            <a:off x="4865134" y="2089055"/>
            <a:ext cx="351204" cy="324661"/>
            <a:chOff x="5975075" y="2327500"/>
            <a:chExt cx="420100" cy="388350"/>
          </a:xfrm>
        </p:grpSpPr>
        <p:sp>
          <p:nvSpPr>
            <p:cNvPr id="738" name="Google Shape;738;p31"/>
            <p:cNvSpPr/>
            <p:nvPr/>
          </p:nvSpPr>
          <p:spPr>
            <a:xfrm>
              <a:off x="5975075" y="2474650"/>
              <a:ext cx="98325" cy="220450"/>
            </a:xfrm>
            <a:custGeom>
              <a:rect b="b" l="l" r="r" t="t"/>
              <a:pathLst>
                <a:path extrusionOk="0" h="8818" w="3933">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1"/>
            <p:cNvSpPr/>
            <p:nvPr/>
          </p:nvSpPr>
          <p:spPr>
            <a:xfrm>
              <a:off x="6088025" y="2327500"/>
              <a:ext cx="307150" cy="388350"/>
            </a:xfrm>
            <a:custGeom>
              <a:rect b="b" l="l" r="r" t="t"/>
              <a:pathLst>
                <a:path extrusionOk="0" h="15534" w="12286">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0" name="Google Shape;740;p31"/>
          <p:cNvGrpSpPr/>
          <p:nvPr/>
        </p:nvGrpSpPr>
        <p:grpSpPr>
          <a:xfrm>
            <a:off x="5496544" y="2079358"/>
            <a:ext cx="215437" cy="351204"/>
            <a:chOff x="6730350" y="2315900"/>
            <a:chExt cx="257700" cy="420100"/>
          </a:xfrm>
        </p:grpSpPr>
        <p:sp>
          <p:nvSpPr>
            <p:cNvPr id="741" name="Google Shape;741;p31"/>
            <p:cNvSpPr/>
            <p:nvPr/>
          </p:nvSpPr>
          <p:spPr>
            <a:xfrm>
              <a:off x="6807900" y="2671250"/>
              <a:ext cx="102600" cy="22625"/>
            </a:xfrm>
            <a:custGeom>
              <a:rect b="b" l="l" r="r" t="t"/>
              <a:pathLst>
                <a:path extrusionOk="0" h="905" w="4104">
                  <a:moveTo>
                    <a:pt x="1" y="1"/>
                  </a:moveTo>
                  <a:lnTo>
                    <a:pt x="1" y="905"/>
                  </a:lnTo>
                  <a:lnTo>
                    <a:pt x="4104" y="905"/>
                  </a:lnTo>
                  <a:lnTo>
                    <a:pt x="4104"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31"/>
            <p:cNvSpPr/>
            <p:nvPr/>
          </p:nvSpPr>
          <p:spPr>
            <a:xfrm>
              <a:off x="6807900" y="2636450"/>
              <a:ext cx="102600" cy="22625"/>
            </a:xfrm>
            <a:custGeom>
              <a:rect b="b" l="l" r="r" t="t"/>
              <a:pathLst>
                <a:path extrusionOk="0" h="905" w="4104">
                  <a:moveTo>
                    <a:pt x="1" y="1"/>
                  </a:moveTo>
                  <a:lnTo>
                    <a:pt x="1" y="905"/>
                  </a:lnTo>
                  <a:lnTo>
                    <a:pt x="4104" y="905"/>
                  </a:lnTo>
                  <a:lnTo>
                    <a:pt x="4104"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31"/>
            <p:cNvSpPr/>
            <p:nvPr/>
          </p:nvSpPr>
          <p:spPr>
            <a:xfrm>
              <a:off x="6807900" y="2706075"/>
              <a:ext cx="102600" cy="29925"/>
            </a:xfrm>
            <a:custGeom>
              <a:rect b="b" l="l" r="r" t="t"/>
              <a:pathLst>
                <a:path extrusionOk="0" h="1197" w="4104">
                  <a:moveTo>
                    <a:pt x="1" y="0"/>
                  </a:moveTo>
                  <a:lnTo>
                    <a:pt x="1" y="171"/>
                  </a:lnTo>
                  <a:lnTo>
                    <a:pt x="25" y="318"/>
                  </a:lnTo>
                  <a:lnTo>
                    <a:pt x="98" y="464"/>
                  </a:lnTo>
                  <a:lnTo>
                    <a:pt x="196" y="586"/>
                  </a:lnTo>
                  <a:lnTo>
                    <a:pt x="343" y="660"/>
                  </a:lnTo>
                  <a:lnTo>
                    <a:pt x="1881" y="1172"/>
                  </a:lnTo>
                  <a:lnTo>
                    <a:pt x="2052" y="1197"/>
                  </a:lnTo>
                  <a:lnTo>
                    <a:pt x="2223" y="1172"/>
                  </a:lnTo>
                  <a:lnTo>
                    <a:pt x="3762" y="660"/>
                  </a:lnTo>
                  <a:lnTo>
                    <a:pt x="3908" y="586"/>
                  </a:lnTo>
                  <a:lnTo>
                    <a:pt x="4006" y="464"/>
                  </a:lnTo>
                  <a:lnTo>
                    <a:pt x="4079" y="318"/>
                  </a:lnTo>
                  <a:lnTo>
                    <a:pt x="4104" y="171"/>
                  </a:lnTo>
                  <a:lnTo>
                    <a:pt x="4104"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31"/>
            <p:cNvSpPr/>
            <p:nvPr/>
          </p:nvSpPr>
          <p:spPr>
            <a:xfrm>
              <a:off x="6811575" y="2463675"/>
              <a:ext cx="95275" cy="160600"/>
            </a:xfrm>
            <a:custGeom>
              <a:rect b="b" l="l" r="r" t="t"/>
              <a:pathLst>
                <a:path extrusionOk="0" h="6424" w="3811">
                  <a:moveTo>
                    <a:pt x="1905" y="0"/>
                  </a:moveTo>
                  <a:lnTo>
                    <a:pt x="928" y="831"/>
                  </a:lnTo>
                  <a:lnTo>
                    <a:pt x="855" y="879"/>
                  </a:lnTo>
                  <a:lnTo>
                    <a:pt x="782" y="904"/>
                  </a:lnTo>
                  <a:lnTo>
                    <a:pt x="684" y="879"/>
                  </a:lnTo>
                  <a:lnTo>
                    <a:pt x="611" y="831"/>
                  </a:lnTo>
                  <a:lnTo>
                    <a:pt x="0" y="318"/>
                  </a:lnTo>
                  <a:lnTo>
                    <a:pt x="1319" y="6423"/>
                  </a:lnTo>
                  <a:lnTo>
                    <a:pt x="2491" y="6423"/>
                  </a:lnTo>
                  <a:lnTo>
                    <a:pt x="3810" y="318"/>
                  </a:lnTo>
                  <a:lnTo>
                    <a:pt x="3200" y="831"/>
                  </a:lnTo>
                  <a:lnTo>
                    <a:pt x="3126" y="879"/>
                  </a:lnTo>
                  <a:lnTo>
                    <a:pt x="3029" y="904"/>
                  </a:lnTo>
                  <a:lnTo>
                    <a:pt x="2955" y="879"/>
                  </a:lnTo>
                  <a:lnTo>
                    <a:pt x="2882" y="831"/>
                  </a:lnTo>
                  <a:lnTo>
                    <a:pt x="1905"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31"/>
            <p:cNvSpPr/>
            <p:nvPr/>
          </p:nvSpPr>
          <p:spPr>
            <a:xfrm>
              <a:off x="6730350" y="2315900"/>
              <a:ext cx="257700" cy="308375"/>
            </a:xfrm>
            <a:custGeom>
              <a:rect b="b" l="l" r="r" t="t"/>
              <a:pathLst>
                <a:path extrusionOk="0" h="12335" w="10308">
                  <a:moveTo>
                    <a:pt x="5154" y="1"/>
                  </a:moveTo>
                  <a:lnTo>
                    <a:pt x="4617" y="25"/>
                  </a:lnTo>
                  <a:lnTo>
                    <a:pt x="4128" y="98"/>
                  </a:lnTo>
                  <a:lnTo>
                    <a:pt x="3615" y="245"/>
                  </a:lnTo>
                  <a:lnTo>
                    <a:pt x="3151" y="416"/>
                  </a:lnTo>
                  <a:lnTo>
                    <a:pt x="2712" y="636"/>
                  </a:lnTo>
                  <a:lnTo>
                    <a:pt x="2272" y="880"/>
                  </a:lnTo>
                  <a:lnTo>
                    <a:pt x="1881" y="1173"/>
                  </a:lnTo>
                  <a:lnTo>
                    <a:pt x="1515" y="1515"/>
                  </a:lnTo>
                  <a:lnTo>
                    <a:pt x="1198" y="1881"/>
                  </a:lnTo>
                  <a:lnTo>
                    <a:pt x="880" y="2272"/>
                  </a:lnTo>
                  <a:lnTo>
                    <a:pt x="636" y="2687"/>
                  </a:lnTo>
                  <a:lnTo>
                    <a:pt x="416" y="3151"/>
                  </a:lnTo>
                  <a:lnTo>
                    <a:pt x="245" y="3615"/>
                  </a:lnTo>
                  <a:lnTo>
                    <a:pt x="123" y="4104"/>
                  </a:lnTo>
                  <a:lnTo>
                    <a:pt x="50" y="4617"/>
                  </a:lnTo>
                  <a:lnTo>
                    <a:pt x="1" y="5154"/>
                  </a:lnTo>
                  <a:lnTo>
                    <a:pt x="25" y="5423"/>
                  </a:lnTo>
                  <a:lnTo>
                    <a:pt x="50" y="5691"/>
                  </a:lnTo>
                  <a:lnTo>
                    <a:pt x="123" y="6204"/>
                  </a:lnTo>
                  <a:lnTo>
                    <a:pt x="245" y="6693"/>
                  </a:lnTo>
                  <a:lnTo>
                    <a:pt x="416" y="7132"/>
                  </a:lnTo>
                  <a:lnTo>
                    <a:pt x="636" y="7572"/>
                  </a:lnTo>
                  <a:lnTo>
                    <a:pt x="856" y="7963"/>
                  </a:lnTo>
                  <a:lnTo>
                    <a:pt x="1100" y="8353"/>
                  </a:lnTo>
                  <a:lnTo>
                    <a:pt x="1369" y="8744"/>
                  </a:lnTo>
                  <a:lnTo>
                    <a:pt x="1906" y="9526"/>
                  </a:lnTo>
                  <a:lnTo>
                    <a:pt x="2150" y="9941"/>
                  </a:lnTo>
                  <a:lnTo>
                    <a:pt x="2394" y="10356"/>
                  </a:lnTo>
                  <a:lnTo>
                    <a:pt x="2614" y="10796"/>
                  </a:lnTo>
                  <a:lnTo>
                    <a:pt x="2810" y="11284"/>
                  </a:lnTo>
                  <a:lnTo>
                    <a:pt x="2980" y="11797"/>
                  </a:lnTo>
                  <a:lnTo>
                    <a:pt x="3103" y="12334"/>
                  </a:lnTo>
                  <a:lnTo>
                    <a:pt x="4079" y="12334"/>
                  </a:lnTo>
                  <a:lnTo>
                    <a:pt x="3249" y="8500"/>
                  </a:lnTo>
                  <a:lnTo>
                    <a:pt x="2663" y="5642"/>
                  </a:lnTo>
                  <a:lnTo>
                    <a:pt x="2663" y="5520"/>
                  </a:lnTo>
                  <a:lnTo>
                    <a:pt x="2712" y="5423"/>
                  </a:lnTo>
                  <a:lnTo>
                    <a:pt x="2785" y="5374"/>
                  </a:lnTo>
                  <a:lnTo>
                    <a:pt x="2883" y="5349"/>
                  </a:lnTo>
                  <a:lnTo>
                    <a:pt x="2956" y="5349"/>
                  </a:lnTo>
                  <a:lnTo>
                    <a:pt x="3054" y="5398"/>
                  </a:lnTo>
                  <a:lnTo>
                    <a:pt x="4031" y="6253"/>
                  </a:lnTo>
                  <a:lnTo>
                    <a:pt x="4983" y="5398"/>
                  </a:lnTo>
                  <a:lnTo>
                    <a:pt x="5081" y="5349"/>
                  </a:lnTo>
                  <a:lnTo>
                    <a:pt x="5227" y="5349"/>
                  </a:lnTo>
                  <a:lnTo>
                    <a:pt x="5325" y="5398"/>
                  </a:lnTo>
                  <a:lnTo>
                    <a:pt x="6278" y="6253"/>
                  </a:lnTo>
                  <a:lnTo>
                    <a:pt x="7254" y="5398"/>
                  </a:lnTo>
                  <a:lnTo>
                    <a:pt x="7352" y="5349"/>
                  </a:lnTo>
                  <a:lnTo>
                    <a:pt x="7425" y="5349"/>
                  </a:lnTo>
                  <a:lnTo>
                    <a:pt x="7523" y="5374"/>
                  </a:lnTo>
                  <a:lnTo>
                    <a:pt x="7596" y="5423"/>
                  </a:lnTo>
                  <a:lnTo>
                    <a:pt x="7645" y="5520"/>
                  </a:lnTo>
                  <a:lnTo>
                    <a:pt x="7645" y="5642"/>
                  </a:lnTo>
                  <a:lnTo>
                    <a:pt x="7059" y="8500"/>
                  </a:lnTo>
                  <a:lnTo>
                    <a:pt x="6229" y="12334"/>
                  </a:lnTo>
                  <a:lnTo>
                    <a:pt x="7206" y="12334"/>
                  </a:lnTo>
                  <a:lnTo>
                    <a:pt x="7328" y="11797"/>
                  </a:lnTo>
                  <a:lnTo>
                    <a:pt x="7499" y="11284"/>
                  </a:lnTo>
                  <a:lnTo>
                    <a:pt x="7694" y="10796"/>
                  </a:lnTo>
                  <a:lnTo>
                    <a:pt x="7914" y="10356"/>
                  </a:lnTo>
                  <a:lnTo>
                    <a:pt x="8158" y="9941"/>
                  </a:lnTo>
                  <a:lnTo>
                    <a:pt x="8402" y="9526"/>
                  </a:lnTo>
                  <a:lnTo>
                    <a:pt x="8940" y="8744"/>
                  </a:lnTo>
                  <a:lnTo>
                    <a:pt x="9208" y="8353"/>
                  </a:lnTo>
                  <a:lnTo>
                    <a:pt x="9453" y="7963"/>
                  </a:lnTo>
                  <a:lnTo>
                    <a:pt x="9672" y="7572"/>
                  </a:lnTo>
                  <a:lnTo>
                    <a:pt x="9892" y="7132"/>
                  </a:lnTo>
                  <a:lnTo>
                    <a:pt x="10063" y="6693"/>
                  </a:lnTo>
                  <a:lnTo>
                    <a:pt x="10185" y="6204"/>
                  </a:lnTo>
                  <a:lnTo>
                    <a:pt x="10259" y="5691"/>
                  </a:lnTo>
                  <a:lnTo>
                    <a:pt x="10283" y="5423"/>
                  </a:lnTo>
                  <a:lnTo>
                    <a:pt x="10307" y="5154"/>
                  </a:lnTo>
                  <a:lnTo>
                    <a:pt x="10259" y="4617"/>
                  </a:lnTo>
                  <a:lnTo>
                    <a:pt x="10185" y="4104"/>
                  </a:lnTo>
                  <a:lnTo>
                    <a:pt x="10063" y="3615"/>
                  </a:lnTo>
                  <a:lnTo>
                    <a:pt x="9892" y="3151"/>
                  </a:lnTo>
                  <a:lnTo>
                    <a:pt x="9672" y="2687"/>
                  </a:lnTo>
                  <a:lnTo>
                    <a:pt x="9428" y="2272"/>
                  </a:lnTo>
                  <a:lnTo>
                    <a:pt x="9111" y="1881"/>
                  </a:lnTo>
                  <a:lnTo>
                    <a:pt x="8793" y="1515"/>
                  </a:lnTo>
                  <a:lnTo>
                    <a:pt x="8427" y="1173"/>
                  </a:lnTo>
                  <a:lnTo>
                    <a:pt x="8036" y="880"/>
                  </a:lnTo>
                  <a:lnTo>
                    <a:pt x="7596" y="636"/>
                  </a:lnTo>
                  <a:lnTo>
                    <a:pt x="7157" y="416"/>
                  </a:lnTo>
                  <a:lnTo>
                    <a:pt x="6693" y="245"/>
                  </a:lnTo>
                  <a:lnTo>
                    <a:pt x="6180" y="98"/>
                  </a:lnTo>
                  <a:lnTo>
                    <a:pt x="5691" y="25"/>
                  </a:lnTo>
                  <a:lnTo>
                    <a:pt x="5154"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6" name="Google Shape;746;p31"/>
          <p:cNvGrpSpPr/>
          <p:nvPr/>
        </p:nvGrpSpPr>
        <p:grpSpPr>
          <a:xfrm>
            <a:off x="477889" y="2615840"/>
            <a:ext cx="109265" cy="398166"/>
            <a:chOff x="727175" y="2957625"/>
            <a:chExt cx="130700" cy="476275"/>
          </a:xfrm>
        </p:grpSpPr>
        <p:sp>
          <p:nvSpPr>
            <p:cNvPr id="747" name="Google Shape;747;p31"/>
            <p:cNvSpPr/>
            <p:nvPr/>
          </p:nvSpPr>
          <p:spPr>
            <a:xfrm>
              <a:off x="727175" y="2957625"/>
              <a:ext cx="130700" cy="476275"/>
            </a:xfrm>
            <a:custGeom>
              <a:rect b="b" l="l" r="r" t="t"/>
              <a:pathLst>
                <a:path extrusionOk="0" h="19051" w="5228">
                  <a:moveTo>
                    <a:pt x="2614" y="489"/>
                  </a:moveTo>
                  <a:lnTo>
                    <a:pt x="2858" y="538"/>
                  </a:lnTo>
                  <a:lnTo>
                    <a:pt x="3102" y="611"/>
                  </a:lnTo>
                  <a:lnTo>
                    <a:pt x="3322" y="709"/>
                  </a:lnTo>
                  <a:lnTo>
                    <a:pt x="3493" y="880"/>
                  </a:lnTo>
                  <a:lnTo>
                    <a:pt x="3664" y="1051"/>
                  </a:lnTo>
                  <a:lnTo>
                    <a:pt x="3762" y="1270"/>
                  </a:lnTo>
                  <a:lnTo>
                    <a:pt x="3835" y="1490"/>
                  </a:lnTo>
                  <a:lnTo>
                    <a:pt x="3859" y="1759"/>
                  </a:lnTo>
                  <a:lnTo>
                    <a:pt x="3859" y="14483"/>
                  </a:lnTo>
                  <a:lnTo>
                    <a:pt x="3884" y="14581"/>
                  </a:lnTo>
                  <a:lnTo>
                    <a:pt x="3908" y="14679"/>
                  </a:lnTo>
                  <a:lnTo>
                    <a:pt x="3957" y="14776"/>
                  </a:lnTo>
                  <a:lnTo>
                    <a:pt x="4030" y="14850"/>
                  </a:lnTo>
                  <a:lnTo>
                    <a:pt x="4177" y="14996"/>
                  </a:lnTo>
                  <a:lnTo>
                    <a:pt x="4324" y="15167"/>
                  </a:lnTo>
                  <a:lnTo>
                    <a:pt x="4446" y="15363"/>
                  </a:lnTo>
                  <a:lnTo>
                    <a:pt x="4543" y="15558"/>
                  </a:lnTo>
                  <a:lnTo>
                    <a:pt x="4641" y="15778"/>
                  </a:lnTo>
                  <a:lnTo>
                    <a:pt x="4690" y="15973"/>
                  </a:lnTo>
                  <a:lnTo>
                    <a:pt x="4714" y="16193"/>
                  </a:lnTo>
                  <a:lnTo>
                    <a:pt x="4739" y="16437"/>
                  </a:lnTo>
                  <a:lnTo>
                    <a:pt x="4714" y="16633"/>
                  </a:lnTo>
                  <a:lnTo>
                    <a:pt x="4690" y="16852"/>
                  </a:lnTo>
                  <a:lnTo>
                    <a:pt x="4641" y="17048"/>
                  </a:lnTo>
                  <a:lnTo>
                    <a:pt x="4568" y="17243"/>
                  </a:lnTo>
                  <a:lnTo>
                    <a:pt x="4470" y="17438"/>
                  </a:lnTo>
                  <a:lnTo>
                    <a:pt x="4372" y="17609"/>
                  </a:lnTo>
                  <a:lnTo>
                    <a:pt x="4250" y="17780"/>
                  </a:lnTo>
                  <a:lnTo>
                    <a:pt x="4104" y="17927"/>
                  </a:lnTo>
                  <a:lnTo>
                    <a:pt x="3957" y="18073"/>
                  </a:lnTo>
                  <a:lnTo>
                    <a:pt x="3811" y="18196"/>
                  </a:lnTo>
                  <a:lnTo>
                    <a:pt x="3615" y="18293"/>
                  </a:lnTo>
                  <a:lnTo>
                    <a:pt x="3444" y="18391"/>
                  </a:lnTo>
                  <a:lnTo>
                    <a:pt x="3249" y="18464"/>
                  </a:lnTo>
                  <a:lnTo>
                    <a:pt x="3029" y="18513"/>
                  </a:lnTo>
                  <a:lnTo>
                    <a:pt x="2834" y="18538"/>
                  </a:lnTo>
                  <a:lnTo>
                    <a:pt x="2614" y="18562"/>
                  </a:lnTo>
                  <a:lnTo>
                    <a:pt x="2394" y="18538"/>
                  </a:lnTo>
                  <a:lnTo>
                    <a:pt x="2174" y="18513"/>
                  </a:lnTo>
                  <a:lnTo>
                    <a:pt x="1979" y="18464"/>
                  </a:lnTo>
                  <a:lnTo>
                    <a:pt x="1784" y="18391"/>
                  </a:lnTo>
                  <a:lnTo>
                    <a:pt x="1613" y="18293"/>
                  </a:lnTo>
                  <a:lnTo>
                    <a:pt x="1417" y="18196"/>
                  </a:lnTo>
                  <a:lnTo>
                    <a:pt x="1271" y="18073"/>
                  </a:lnTo>
                  <a:lnTo>
                    <a:pt x="1124" y="17927"/>
                  </a:lnTo>
                  <a:lnTo>
                    <a:pt x="978" y="17780"/>
                  </a:lnTo>
                  <a:lnTo>
                    <a:pt x="855" y="17609"/>
                  </a:lnTo>
                  <a:lnTo>
                    <a:pt x="758" y="17438"/>
                  </a:lnTo>
                  <a:lnTo>
                    <a:pt x="660" y="17243"/>
                  </a:lnTo>
                  <a:lnTo>
                    <a:pt x="587" y="17048"/>
                  </a:lnTo>
                  <a:lnTo>
                    <a:pt x="538" y="16852"/>
                  </a:lnTo>
                  <a:lnTo>
                    <a:pt x="514" y="16633"/>
                  </a:lnTo>
                  <a:lnTo>
                    <a:pt x="489" y="16437"/>
                  </a:lnTo>
                  <a:lnTo>
                    <a:pt x="514" y="16193"/>
                  </a:lnTo>
                  <a:lnTo>
                    <a:pt x="538" y="15973"/>
                  </a:lnTo>
                  <a:lnTo>
                    <a:pt x="587" y="15778"/>
                  </a:lnTo>
                  <a:lnTo>
                    <a:pt x="684" y="15558"/>
                  </a:lnTo>
                  <a:lnTo>
                    <a:pt x="782" y="15363"/>
                  </a:lnTo>
                  <a:lnTo>
                    <a:pt x="904" y="15167"/>
                  </a:lnTo>
                  <a:lnTo>
                    <a:pt x="1051" y="14996"/>
                  </a:lnTo>
                  <a:lnTo>
                    <a:pt x="1197" y="14850"/>
                  </a:lnTo>
                  <a:lnTo>
                    <a:pt x="1271" y="14776"/>
                  </a:lnTo>
                  <a:lnTo>
                    <a:pt x="1319" y="14679"/>
                  </a:lnTo>
                  <a:lnTo>
                    <a:pt x="1344" y="14581"/>
                  </a:lnTo>
                  <a:lnTo>
                    <a:pt x="1368" y="14483"/>
                  </a:lnTo>
                  <a:lnTo>
                    <a:pt x="1368" y="1759"/>
                  </a:lnTo>
                  <a:lnTo>
                    <a:pt x="1393" y="1490"/>
                  </a:lnTo>
                  <a:lnTo>
                    <a:pt x="1466" y="1270"/>
                  </a:lnTo>
                  <a:lnTo>
                    <a:pt x="1564" y="1051"/>
                  </a:lnTo>
                  <a:lnTo>
                    <a:pt x="1735" y="880"/>
                  </a:lnTo>
                  <a:lnTo>
                    <a:pt x="1906" y="709"/>
                  </a:lnTo>
                  <a:lnTo>
                    <a:pt x="2125" y="611"/>
                  </a:lnTo>
                  <a:lnTo>
                    <a:pt x="2370" y="538"/>
                  </a:lnTo>
                  <a:lnTo>
                    <a:pt x="2614" y="489"/>
                  </a:lnTo>
                  <a:close/>
                  <a:moveTo>
                    <a:pt x="2614" y="0"/>
                  </a:moveTo>
                  <a:lnTo>
                    <a:pt x="2443" y="25"/>
                  </a:lnTo>
                  <a:lnTo>
                    <a:pt x="2272" y="49"/>
                  </a:lnTo>
                  <a:lnTo>
                    <a:pt x="2101" y="98"/>
                  </a:lnTo>
                  <a:lnTo>
                    <a:pt x="1930" y="147"/>
                  </a:lnTo>
                  <a:lnTo>
                    <a:pt x="1784" y="220"/>
                  </a:lnTo>
                  <a:lnTo>
                    <a:pt x="1637" y="318"/>
                  </a:lnTo>
                  <a:lnTo>
                    <a:pt x="1515" y="416"/>
                  </a:lnTo>
                  <a:lnTo>
                    <a:pt x="1393" y="513"/>
                  </a:lnTo>
                  <a:lnTo>
                    <a:pt x="1271" y="635"/>
                  </a:lnTo>
                  <a:lnTo>
                    <a:pt x="1173" y="782"/>
                  </a:lnTo>
                  <a:lnTo>
                    <a:pt x="1075" y="928"/>
                  </a:lnTo>
                  <a:lnTo>
                    <a:pt x="1002" y="1075"/>
                  </a:lnTo>
                  <a:lnTo>
                    <a:pt x="953" y="1246"/>
                  </a:lnTo>
                  <a:lnTo>
                    <a:pt x="904" y="1393"/>
                  </a:lnTo>
                  <a:lnTo>
                    <a:pt x="880" y="1588"/>
                  </a:lnTo>
                  <a:lnTo>
                    <a:pt x="880" y="1759"/>
                  </a:lnTo>
                  <a:lnTo>
                    <a:pt x="880" y="14483"/>
                  </a:lnTo>
                  <a:lnTo>
                    <a:pt x="684" y="14679"/>
                  </a:lnTo>
                  <a:lnTo>
                    <a:pt x="514" y="14874"/>
                  </a:lnTo>
                  <a:lnTo>
                    <a:pt x="367" y="15094"/>
                  </a:lnTo>
                  <a:lnTo>
                    <a:pt x="245" y="15338"/>
                  </a:lnTo>
                  <a:lnTo>
                    <a:pt x="147" y="15607"/>
                  </a:lnTo>
                  <a:lnTo>
                    <a:pt x="74" y="15875"/>
                  </a:lnTo>
                  <a:lnTo>
                    <a:pt x="25" y="16144"/>
                  </a:lnTo>
                  <a:lnTo>
                    <a:pt x="1" y="16437"/>
                  </a:lnTo>
                  <a:lnTo>
                    <a:pt x="25" y="16681"/>
                  </a:lnTo>
                  <a:lnTo>
                    <a:pt x="49" y="16950"/>
                  </a:lnTo>
                  <a:lnTo>
                    <a:pt x="123" y="17194"/>
                  </a:lnTo>
                  <a:lnTo>
                    <a:pt x="196" y="17438"/>
                  </a:lnTo>
                  <a:lnTo>
                    <a:pt x="318" y="17683"/>
                  </a:lnTo>
                  <a:lnTo>
                    <a:pt x="440" y="17878"/>
                  </a:lnTo>
                  <a:lnTo>
                    <a:pt x="611" y="18098"/>
                  </a:lnTo>
                  <a:lnTo>
                    <a:pt x="758" y="18269"/>
                  </a:lnTo>
                  <a:lnTo>
                    <a:pt x="953" y="18440"/>
                  </a:lnTo>
                  <a:lnTo>
                    <a:pt x="1149" y="18586"/>
                  </a:lnTo>
                  <a:lnTo>
                    <a:pt x="1368" y="18733"/>
                  </a:lnTo>
                  <a:lnTo>
                    <a:pt x="1588" y="18831"/>
                  </a:lnTo>
                  <a:lnTo>
                    <a:pt x="1832" y="18928"/>
                  </a:lnTo>
                  <a:lnTo>
                    <a:pt x="2077" y="18977"/>
                  </a:lnTo>
                  <a:lnTo>
                    <a:pt x="2345" y="19026"/>
                  </a:lnTo>
                  <a:lnTo>
                    <a:pt x="2614" y="19050"/>
                  </a:lnTo>
                  <a:lnTo>
                    <a:pt x="2883" y="19026"/>
                  </a:lnTo>
                  <a:lnTo>
                    <a:pt x="3151" y="18977"/>
                  </a:lnTo>
                  <a:lnTo>
                    <a:pt x="3395" y="18928"/>
                  </a:lnTo>
                  <a:lnTo>
                    <a:pt x="3640" y="18831"/>
                  </a:lnTo>
                  <a:lnTo>
                    <a:pt x="3859" y="18733"/>
                  </a:lnTo>
                  <a:lnTo>
                    <a:pt x="4079" y="18586"/>
                  </a:lnTo>
                  <a:lnTo>
                    <a:pt x="4275" y="18440"/>
                  </a:lnTo>
                  <a:lnTo>
                    <a:pt x="4470" y="18269"/>
                  </a:lnTo>
                  <a:lnTo>
                    <a:pt x="4617" y="18098"/>
                  </a:lnTo>
                  <a:lnTo>
                    <a:pt x="4788" y="17878"/>
                  </a:lnTo>
                  <a:lnTo>
                    <a:pt x="4910" y="17683"/>
                  </a:lnTo>
                  <a:lnTo>
                    <a:pt x="5032" y="17438"/>
                  </a:lnTo>
                  <a:lnTo>
                    <a:pt x="5105" y="17194"/>
                  </a:lnTo>
                  <a:lnTo>
                    <a:pt x="5178" y="16950"/>
                  </a:lnTo>
                  <a:lnTo>
                    <a:pt x="5203" y="16681"/>
                  </a:lnTo>
                  <a:lnTo>
                    <a:pt x="5227" y="16437"/>
                  </a:lnTo>
                  <a:lnTo>
                    <a:pt x="5203" y="16144"/>
                  </a:lnTo>
                  <a:lnTo>
                    <a:pt x="5154" y="15875"/>
                  </a:lnTo>
                  <a:lnTo>
                    <a:pt x="5081" y="15607"/>
                  </a:lnTo>
                  <a:lnTo>
                    <a:pt x="4983" y="15338"/>
                  </a:lnTo>
                  <a:lnTo>
                    <a:pt x="4861" y="15094"/>
                  </a:lnTo>
                  <a:lnTo>
                    <a:pt x="4714" y="14874"/>
                  </a:lnTo>
                  <a:lnTo>
                    <a:pt x="4543" y="14679"/>
                  </a:lnTo>
                  <a:lnTo>
                    <a:pt x="4348" y="14483"/>
                  </a:lnTo>
                  <a:lnTo>
                    <a:pt x="4348" y="1759"/>
                  </a:lnTo>
                  <a:lnTo>
                    <a:pt x="4348" y="1588"/>
                  </a:lnTo>
                  <a:lnTo>
                    <a:pt x="4324" y="1393"/>
                  </a:lnTo>
                  <a:lnTo>
                    <a:pt x="4275" y="1246"/>
                  </a:lnTo>
                  <a:lnTo>
                    <a:pt x="4226" y="1075"/>
                  </a:lnTo>
                  <a:lnTo>
                    <a:pt x="4153" y="928"/>
                  </a:lnTo>
                  <a:lnTo>
                    <a:pt x="4055" y="782"/>
                  </a:lnTo>
                  <a:lnTo>
                    <a:pt x="3957" y="635"/>
                  </a:lnTo>
                  <a:lnTo>
                    <a:pt x="3835" y="513"/>
                  </a:lnTo>
                  <a:lnTo>
                    <a:pt x="3713" y="416"/>
                  </a:lnTo>
                  <a:lnTo>
                    <a:pt x="3591" y="318"/>
                  </a:lnTo>
                  <a:lnTo>
                    <a:pt x="3444" y="220"/>
                  </a:lnTo>
                  <a:lnTo>
                    <a:pt x="3298" y="147"/>
                  </a:lnTo>
                  <a:lnTo>
                    <a:pt x="3127" y="98"/>
                  </a:lnTo>
                  <a:lnTo>
                    <a:pt x="2956" y="49"/>
                  </a:lnTo>
                  <a:lnTo>
                    <a:pt x="2785" y="25"/>
                  </a:lnTo>
                  <a:lnTo>
                    <a:pt x="2614"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31"/>
            <p:cNvSpPr/>
            <p:nvPr/>
          </p:nvSpPr>
          <p:spPr>
            <a:xfrm>
              <a:off x="751600" y="3090125"/>
              <a:ext cx="81850" cy="319350"/>
            </a:xfrm>
            <a:custGeom>
              <a:rect b="b" l="l" r="r" t="t"/>
              <a:pathLst>
                <a:path extrusionOk="0" h="12774" w="3274">
                  <a:moveTo>
                    <a:pt x="880" y="0"/>
                  </a:moveTo>
                  <a:lnTo>
                    <a:pt x="880" y="9183"/>
                  </a:lnTo>
                  <a:lnTo>
                    <a:pt x="855" y="9379"/>
                  </a:lnTo>
                  <a:lnTo>
                    <a:pt x="782" y="9574"/>
                  </a:lnTo>
                  <a:lnTo>
                    <a:pt x="684" y="9745"/>
                  </a:lnTo>
                  <a:lnTo>
                    <a:pt x="538" y="9916"/>
                  </a:lnTo>
                  <a:lnTo>
                    <a:pt x="416" y="10038"/>
                  </a:lnTo>
                  <a:lnTo>
                    <a:pt x="318" y="10160"/>
                  </a:lnTo>
                  <a:lnTo>
                    <a:pt x="220" y="10307"/>
                  </a:lnTo>
                  <a:lnTo>
                    <a:pt x="147" y="10453"/>
                  </a:lnTo>
                  <a:lnTo>
                    <a:pt x="74" y="10624"/>
                  </a:lnTo>
                  <a:lnTo>
                    <a:pt x="49" y="10795"/>
                  </a:lnTo>
                  <a:lnTo>
                    <a:pt x="1" y="10966"/>
                  </a:lnTo>
                  <a:lnTo>
                    <a:pt x="1" y="11137"/>
                  </a:lnTo>
                  <a:lnTo>
                    <a:pt x="1" y="11284"/>
                  </a:lnTo>
                  <a:lnTo>
                    <a:pt x="25" y="11455"/>
                  </a:lnTo>
                  <a:lnTo>
                    <a:pt x="74" y="11601"/>
                  </a:lnTo>
                  <a:lnTo>
                    <a:pt x="123" y="11772"/>
                  </a:lnTo>
                  <a:lnTo>
                    <a:pt x="196" y="11894"/>
                  </a:lnTo>
                  <a:lnTo>
                    <a:pt x="294" y="12041"/>
                  </a:lnTo>
                  <a:lnTo>
                    <a:pt x="367" y="12163"/>
                  </a:lnTo>
                  <a:lnTo>
                    <a:pt x="489" y="12285"/>
                  </a:lnTo>
                  <a:lnTo>
                    <a:pt x="587" y="12383"/>
                  </a:lnTo>
                  <a:lnTo>
                    <a:pt x="733" y="12480"/>
                  </a:lnTo>
                  <a:lnTo>
                    <a:pt x="855" y="12554"/>
                  </a:lnTo>
                  <a:lnTo>
                    <a:pt x="1002" y="12627"/>
                  </a:lnTo>
                  <a:lnTo>
                    <a:pt x="1148" y="12700"/>
                  </a:lnTo>
                  <a:lnTo>
                    <a:pt x="1319" y="12725"/>
                  </a:lnTo>
                  <a:lnTo>
                    <a:pt x="1466" y="12749"/>
                  </a:lnTo>
                  <a:lnTo>
                    <a:pt x="1637" y="12773"/>
                  </a:lnTo>
                  <a:lnTo>
                    <a:pt x="1808" y="12749"/>
                  </a:lnTo>
                  <a:lnTo>
                    <a:pt x="1954" y="12725"/>
                  </a:lnTo>
                  <a:lnTo>
                    <a:pt x="2125" y="12700"/>
                  </a:lnTo>
                  <a:lnTo>
                    <a:pt x="2272" y="12627"/>
                  </a:lnTo>
                  <a:lnTo>
                    <a:pt x="2418" y="12554"/>
                  </a:lnTo>
                  <a:lnTo>
                    <a:pt x="2541" y="12480"/>
                  </a:lnTo>
                  <a:lnTo>
                    <a:pt x="2687" y="12383"/>
                  </a:lnTo>
                  <a:lnTo>
                    <a:pt x="2785" y="12285"/>
                  </a:lnTo>
                  <a:lnTo>
                    <a:pt x="2907" y="12163"/>
                  </a:lnTo>
                  <a:lnTo>
                    <a:pt x="2980" y="12041"/>
                  </a:lnTo>
                  <a:lnTo>
                    <a:pt x="3078" y="11894"/>
                  </a:lnTo>
                  <a:lnTo>
                    <a:pt x="3151" y="11772"/>
                  </a:lnTo>
                  <a:lnTo>
                    <a:pt x="3200" y="11601"/>
                  </a:lnTo>
                  <a:lnTo>
                    <a:pt x="3249" y="11455"/>
                  </a:lnTo>
                  <a:lnTo>
                    <a:pt x="3273" y="11284"/>
                  </a:lnTo>
                  <a:lnTo>
                    <a:pt x="3273" y="11137"/>
                  </a:lnTo>
                  <a:lnTo>
                    <a:pt x="3273" y="10966"/>
                  </a:lnTo>
                  <a:lnTo>
                    <a:pt x="3224" y="10795"/>
                  </a:lnTo>
                  <a:lnTo>
                    <a:pt x="3200" y="10624"/>
                  </a:lnTo>
                  <a:lnTo>
                    <a:pt x="3127" y="10453"/>
                  </a:lnTo>
                  <a:lnTo>
                    <a:pt x="3053" y="10307"/>
                  </a:lnTo>
                  <a:lnTo>
                    <a:pt x="2956" y="10160"/>
                  </a:lnTo>
                  <a:lnTo>
                    <a:pt x="2858" y="10038"/>
                  </a:lnTo>
                  <a:lnTo>
                    <a:pt x="2736" y="9916"/>
                  </a:lnTo>
                  <a:lnTo>
                    <a:pt x="2589" y="9745"/>
                  </a:lnTo>
                  <a:lnTo>
                    <a:pt x="2492" y="9574"/>
                  </a:lnTo>
                  <a:lnTo>
                    <a:pt x="2418" y="9379"/>
                  </a:lnTo>
                  <a:lnTo>
                    <a:pt x="2394" y="9183"/>
                  </a:lnTo>
                  <a:lnTo>
                    <a:pt x="2394" y="8255"/>
                  </a:lnTo>
                  <a:lnTo>
                    <a:pt x="2052" y="8255"/>
                  </a:lnTo>
                  <a:lnTo>
                    <a:pt x="1954" y="8231"/>
                  </a:lnTo>
                  <a:lnTo>
                    <a:pt x="1881" y="8182"/>
                  </a:lnTo>
                  <a:lnTo>
                    <a:pt x="1832" y="8109"/>
                  </a:lnTo>
                  <a:lnTo>
                    <a:pt x="1808" y="8011"/>
                  </a:lnTo>
                  <a:lnTo>
                    <a:pt x="1832" y="7913"/>
                  </a:lnTo>
                  <a:lnTo>
                    <a:pt x="1881" y="7840"/>
                  </a:lnTo>
                  <a:lnTo>
                    <a:pt x="1954" y="7791"/>
                  </a:lnTo>
                  <a:lnTo>
                    <a:pt x="2052" y="7767"/>
                  </a:lnTo>
                  <a:lnTo>
                    <a:pt x="2394" y="7767"/>
                  </a:lnTo>
                  <a:lnTo>
                    <a:pt x="2394" y="6912"/>
                  </a:lnTo>
                  <a:lnTo>
                    <a:pt x="2052" y="6912"/>
                  </a:lnTo>
                  <a:lnTo>
                    <a:pt x="1954" y="6888"/>
                  </a:lnTo>
                  <a:lnTo>
                    <a:pt x="1881" y="6839"/>
                  </a:lnTo>
                  <a:lnTo>
                    <a:pt x="1832" y="6765"/>
                  </a:lnTo>
                  <a:lnTo>
                    <a:pt x="1808" y="6668"/>
                  </a:lnTo>
                  <a:lnTo>
                    <a:pt x="1832" y="6570"/>
                  </a:lnTo>
                  <a:lnTo>
                    <a:pt x="1881" y="6497"/>
                  </a:lnTo>
                  <a:lnTo>
                    <a:pt x="1954" y="6448"/>
                  </a:lnTo>
                  <a:lnTo>
                    <a:pt x="2052" y="6423"/>
                  </a:lnTo>
                  <a:lnTo>
                    <a:pt x="2394" y="6423"/>
                  </a:lnTo>
                  <a:lnTo>
                    <a:pt x="2394" y="5569"/>
                  </a:lnTo>
                  <a:lnTo>
                    <a:pt x="2052" y="5569"/>
                  </a:lnTo>
                  <a:lnTo>
                    <a:pt x="1954" y="5544"/>
                  </a:lnTo>
                  <a:lnTo>
                    <a:pt x="1881" y="5495"/>
                  </a:lnTo>
                  <a:lnTo>
                    <a:pt x="1832" y="5422"/>
                  </a:lnTo>
                  <a:lnTo>
                    <a:pt x="1808" y="5324"/>
                  </a:lnTo>
                  <a:lnTo>
                    <a:pt x="1832" y="5227"/>
                  </a:lnTo>
                  <a:lnTo>
                    <a:pt x="1881" y="5153"/>
                  </a:lnTo>
                  <a:lnTo>
                    <a:pt x="1954" y="5105"/>
                  </a:lnTo>
                  <a:lnTo>
                    <a:pt x="2052" y="5080"/>
                  </a:lnTo>
                  <a:lnTo>
                    <a:pt x="2394" y="5080"/>
                  </a:lnTo>
                  <a:lnTo>
                    <a:pt x="2394" y="4225"/>
                  </a:lnTo>
                  <a:lnTo>
                    <a:pt x="2052" y="4225"/>
                  </a:lnTo>
                  <a:lnTo>
                    <a:pt x="1954" y="4201"/>
                  </a:lnTo>
                  <a:lnTo>
                    <a:pt x="1881" y="4152"/>
                  </a:lnTo>
                  <a:lnTo>
                    <a:pt x="1832" y="4079"/>
                  </a:lnTo>
                  <a:lnTo>
                    <a:pt x="1808" y="3981"/>
                  </a:lnTo>
                  <a:lnTo>
                    <a:pt x="1832" y="3883"/>
                  </a:lnTo>
                  <a:lnTo>
                    <a:pt x="1881" y="3810"/>
                  </a:lnTo>
                  <a:lnTo>
                    <a:pt x="1954" y="3761"/>
                  </a:lnTo>
                  <a:lnTo>
                    <a:pt x="2052" y="3737"/>
                  </a:lnTo>
                  <a:lnTo>
                    <a:pt x="2394" y="3737"/>
                  </a:lnTo>
                  <a:lnTo>
                    <a:pt x="2394" y="2882"/>
                  </a:lnTo>
                  <a:lnTo>
                    <a:pt x="2052" y="2882"/>
                  </a:lnTo>
                  <a:lnTo>
                    <a:pt x="1954" y="2858"/>
                  </a:lnTo>
                  <a:lnTo>
                    <a:pt x="1881" y="2809"/>
                  </a:lnTo>
                  <a:lnTo>
                    <a:pt x="1832" y="2736"/>
                  </a:lnTo>
                  <a:lnTo>
                    <a:pt x="1808" y="2638"/>
                  </a:lnTo>
                  <a:lnTo>
                    <a:pt x="1832" y="2540"/>
                  </a:lnTo>
                  <a:lnTo>
                    <a:pt x="1881" y="2467"/>
                  </a:lnTo>
                  <a:lnTo>
                    <a:pt x="1954" y="2418"/>
                  </a:lnTo>
                  <a:lnTo>
                    <a:pt x="2052" y="2394"/>
                  </a:lnTo>
                  <a:lnTo>
                    <a:pt x="2394" y="2394"/>
                  </a:lnTo>
                  <a:lnTo>
                    <a:pt x="2394" y="1539"/>
                  </a:lnTo>
                  <a:lnTo>
                    <a:pt x="2052" y="1539"/>
                  </a:lnTo>
                  <a:lnTo>
                    <a:pt x="1954" y="1514"/>
                  </a:lnTo>
                  <a:lnTo>
                    <a:pt x="1881" y="1466"/>
                  </a:lnTo>
                  <a:lnTo>
                    <a:pt x="1832" y="1392"/>
                  </a:lnTo>
                  <a:lnTo>
                    <a:pt x="1808" y="1295"/>
                  </a:lnTo>
                  <a:lnTo>
                    <a:pt x="1832" y="1197"/>
                  </a:lnTo>
                  <a:lnTo>
                    <a:pt x="1881" y="1124"/>
                  </a:lnTo>
                  <a:lnTo>
                    <a:pt x="1954" y="1075"/>
                  </a:lnTo>
                  <a:lnTo>
                    <a:pt x="2052" y="1050"/>
                  </a:lnTo>
                  <a:lnTo>
                    <a:pt x="2394" y="1050"/>
                  </a:lnTo>
                  <a:lnTo>
                    <a:pt x="2394"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9" name="Google Shape;749;p31"/>
          <p:cNvSpPr/>
          <p:nvPr/>
        </p:nvSpPr>
        <p:spPr>
          <a:xfrm>
            <a:off x="1492208" y="2600114"/>
            <a:ext cx="334860" cy="429808"/>
          </a:xfrm>
          <a:custGeom>
            <a:rect b="b" l="l" r="r" t="t"/>
            <a:pathLst>
              <a:path extrusionOk="0" h="20565" w="16022">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31"/>
          <p:cNvSpPr/>
          <p:nvPr/>
        </p:nvSpPr>
        <p:spPr>
          <a:xfrm>
            <a:off x="972049" y="2600114"/>
            <a:ext cx="248083" cy="429808"/>
          </a:xfrm>
          <a:custGeom>
            <a:rect b="b" l="l" r="r" t="t"/>
            <a:pathLst>
              <a:path extrusionOk="0" h="20565" w="1187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1" name="Google Shape;751;p31"/>
          <p:cNvGrpSpPr/>
          <p:nvPr/>
        </p:nvGrpSpPr>
        <p:grpSpPr>
          <a:xfrm>
            <a:off x="2029631" y="2628589"/>
            <a:ext cx="386943" cy="372647"/>
            <a:chOff x="2583325" y="2972875"/>
            <a:chExt cx="462850" cy="445750"/>
          </a:xfrm>
        </p:grpSpPr>
        <p:sp>
          <p:nvSpPr>
            <p:cNvPr id="752" name="Google Shape;752;p31"/>
            <p:cNvSpPr/>
            <p:nvPr/>
          </p:nvSpPr>
          <p:spPr>
            <a:xfrm>
              <a:off x="2701775" y="3323350"/>
              <a:ext cx="225950" cy="95275"/>
            </a:xfrm>
            <a:custGeom>
              <a:rect b="b" l="l" r="r" t="t"/>
              <a:pathLst>
                <a:path extrusionOk="0" h="3811" w="9038">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31"/>
            <p:cNvSpPr/>
            <p:nvPr/>
          </p:nvSpPr>
          <p:spPr>
            <a:xfrm>
              <a:off x="2583325" y="2972875"/>
              <a:ext cx="462850" cy="337075"/>
            </a:xfrm>
            <a:custGeom>
              <a:rect b="b" l="l" r="r" t="t"/>
              <a:pathLst>
                <a:path extrusionOk="0" h="13483" w="18514">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4" name="Google Shape;754;p31"/>
          <p:cNvGrpSpPr/>
          <p:nvPr/>
        </p:nvGrpSpPr>
        <p:grpSpPr>
          <a:xfrm>
            <a:off x="2579886" y="2684246"/>
            <a:ext cx="413486" cy="261354"/>
            <a:chOff x="3241525" y="3039450"/>
            <a:chExt cx="494600" cy="312625"/>
          </a:xfrm>
        </p:grpSpPr>
        <p:sp>
          <p:nvSpPr>
            <p:cNvPr id="755" name="Google Shape;755;p31"/>
            <p:cNvSpPr/>
            <p:nvPr/>
          </p:nvSpPr>
          <p:spPr>
            <a:xfrm>
              <a:off x="3241525" y="3039450"/>
              <a:ext cx="494600" cy="312625"/>
            </a:xfrm>
            <a:custGeom>
              <a:rect b="b" l="l" r="r" t="t"/>
              <a:pathLst>
                <a:path extrusionOk="0" h="12505" w="19784">
                  <a:moveTo>
                    <a:pt x="9892" y="977"/>
                  </a:moveTo>
                  <a:lnTo>
                    <a:pt x="10356" y="1001"/>
                  </a:lnTo>
                  <a:lnTo>
                    <a:pt x="10796" y="1050"/>
                  </a:lnTo>
                  <a:lnTo>
                    <a:pt x="11235" y="1124"/>
                  </a:lnTo>
                  <a:lnTo>
                    <a:pt x="11675" y="1221"/>
                  </a:lnTo>
                  <a:lnTo>
                    <a:pt x="12090" y="1343"/>
                  </a:lnTo>
                  <a:lnTo>
                    <a:pt x="12505" y="1490"/>
                  </a:lnTo>
                  <a:lnTo>
                    <a:pt x="12920" y="1661"/>
                  </a:lnTo>
                  <a:lnTo>
                    <a:pt x="13311" y="1832"/>
                  </a:lnTo>
                  <a:lnTo>
                    <a:pt x="13702" y="2027"/>
                  </a:lnTo>
                  <a:lnTo>
                    <a:pt x="14068" y="2223"/>
                  </a:lnTo>
                  <a:lnTo>
                    <a:pt x="14752" y="2662"/>
                  </a:lnTo>
                  <a:lnTo>
                    <a:pt x="15412" y="3126"/>
                  </a:lnTo>
                  <a:lnTo>
                    <a:pt x="15973" y="3590"/>
                  </a:lnTo>
                  <a:lnTo>
                    <a:pt x="16462" y="4005"/>
                  </a:lnTo>
                  <a:lnTo>
                    <a:pt x="16901" y="4421"/>
                  </a:lnTo>
                  <a:lnTo>
                    <a:pt x="17292" y="4811"/>
                  </a:lnTo>
                  <a:lnTo>
                    <a:pt x="17634" y="5178"/>
                  </a:lnTo>
                  <a:lnTo>
                    <a:pt x="18196" y="5813"/>
                  </a:lnTo>
                  <a:lnTo>
                    <a:pt x="18562" y="6252"/>
                  </a:lnTo>
                  <a:lnTo>
                    <a:pt x="18196" y="6692"/>
                  </a:lnTo>
                  <a:lnTo>
                    <a:pt x="17634" y="7327"/>
                  </a:lnTo>
                  <a:lnTo>
                    <a:pt x="17292" y="7693"/>
                  </a:lnTo>
                  <a:lnTo>
                    <a:pt x="16901" y="8084"/>
                  </a:lnTo>
                  <a:lnTo>
                    <a:pt x="16462" y="8499"/>
                  </a:lnTo>
                  <a:lnTo>
                    <a:pt x="15973" y="8915"/>
                  </a:lnTo>
                  <a:lnTo>
                    <a:pt x="15412" y="9379"/>
                  </a:lnTo>
                  <a:lnTo>
                    <a:pt x="14752" y="9843"/>
                  </a:lnTo>
                  <a:lnTo>
                    <a:pt x="14068" y="10282"/>
                  </a:lnTo>
                  <a:lnTo>
                    <a:pt x="13702" y="10478"/>
                  </a:lnTo>
                  <a:lnTo>
                    <a:pt x="13311" y="10673"/>
                  </a:lnTo>
                  <a:lnTo>
                    <a:pt x="12920" y="10844"/>
                  </a:lnTo>
                  <a:lnTo>
                    <a:pt x="12505" y="11015"/>
                  </a:lnTo>
                  <a:lnTo>
                    <a:pt x="12090" y="11161"/>
                  </a:lnTo>
                  <a:lnTo>
                    <a:pt x="11675" y="11284"/>
                  </a:lnTo>
                  <a:lnTo>
                    <a:pt x="11235" y="11381"/>
                  </a:lnTo>
                  <a:lnTo>
                    <a:pt x="10796" y="11455"/>
                  </a:lnTo>
                  <a:lnTo>
                    <a:pt x="10356" y="11503"/>
                  </a:lnTo>
                  <a:lnTo>
                    <a:pt x="9892" y="11528"/>
                  </a:lnTo>
                  <a:lnTo>
                    <a:pt x="9477" y="11528"/>
                  </a:lnTo>
                  <a:lnTo>
                    <a:pt x="9086" y="11479"/>
                  </a:lnTo>
                  <a:lnTo>
                    <a:pt x="8695" y="11430"/>
                  </a:lnTo>
                  <a:lnTo>
                    <a:pt x="8304" y="11332"/>
                  </a:lnTo>
                  <a:lnTo>
                    <a:pt x="7914" y="11235"/>
                  </a:lnTo>
                  <a:lnTo>
                    <a:pt x="7523" y="11113"/>
                  </a:lnTo>
                  <a:lnTo>
                    <a:pt x="7157" y="10990"/>
                  </a:lnTo>
                  <a:lnTo>
                    <a:pt x="6790" y="10844"/>
                  </a:lnTo>
                  <a:lnTo>
                    <a:pt x="6448" y="10673"/>
                  </a:lnTo>
                  <a:lnTo>
                    <a:pt x="6082" y="10502"/>
                  </a:lnTo>
                  <a:lnTo>
                    <a:pt x="5423" y="10111"/>
                  </a:lnTo>
                  <a:lnTo>
                    <a:pt x="4788" y="9696"/>
                  </a:lnTo>
                  <a:lnTo>
                    <a:pt x="4201" y="9232"/>
                  </a:lnTo>
                  <a:lnTo>
                    <a:pt x="3640" y="8792"/>
                  </a:lnTo>
                  <a:lnTo>
                    <a:pt x="3127" y="8328"/>
                  </a:lnTo>
                  <a:lnTo>
                    <a:pt x="2663" y="7889"/>
                  </a:lnTo>
                  <a:lnTo>
                    <a:pt x="2272" y="7474"/>
                  </a:lnTo>
                  <a:lnTo>
                    <a:pt x="1613" y="6741"/>
                  </a:lnTo>
                  <a:lnTo>
                    <a:pt x="1222" y="6252"/>
                  </a:lnTo>
                  <a:lnTo>
                    <a:pt x="1613" y="5764"/>
                  </a:lnTo>
                  <a:lnTo>
                    <a:pt x="2272" y="5031"/>
                  </a:lnTo>
                  <a:lnTo>
                    <a:pt x="2663" y="4616"/>
                  </a:lnTo>
                  <a:lnTo>
                    <a:pt x="3127" y="4176"/>
                  </a:lnTo>
                  <a:lnTo>
                    <a:pt x="3640" y="3712"/>
                  </a:lnTo>
                  <a:lnTo>
                    <a:pt x="4201" y="3273"/>
                  </a:lnTo>
                  <a:lnTo>
                    <a:pt x="4788" y="2833"/>
                  </a:lnTo>
                  <a:lnTo>
                    <a:pt x="5423" y="2394"/>
                  </a:lnTo>
                  <a:lnTo>
                    <a:pt x="6082" y="2003"/>
                  </a:lnTo>
                  <a:lnTo>
                    <a:pt x="6448" y="1832"/>
                  </a:lnTo>
                  <a:lnTo>
                    <a:pt x="6790" y="1661"/>
                  </a:lnTo>
                  <a:lnTo>
                    <a:pt x="7157" y="1514"/>
                  </a:lnTo>
                  <a:lnTo>
                    <a:pt x="7523" y="1392"/>
                  </a:lnTo>
                  <a:lnTo>
                    <a:pt x="7914" y="1270"/>
                  </a:lnTo>
                  <a:lnTo>
                    <a:pt x="8304" y="1172"/>
                  </a:lnTo>
                  <a:lnTo>
                    <a:pt x="8695" y="1075"/>
                  </a:lnTo>
                  <a:lnTo>
                    <a:pt x="9086" y="1026"/>
                  </a:lnTo>
                  <a:lnTo>
                    <a:pt x="9477" y="977"/>
                  </a:lnTo>
                  <a:close/>
                  <a:moveTo>
                    <a:pt x="9892" y="0"/>
                  </a:moveTo>
                  <a:lnTo>
                    <a:pt x="9404" y="25"/>
                  </a:lnTo>
                  <a:lnTo>
                    <a:pt x="8915" y="73"/>
                  </a:lnTo>
                  <a:lnTo>
                    <a:pt x="8451" y="147"/>
                  </a:lnTo>
                  <a:lnTo>
                    <a:pt x="7963" y="244"/>
                  </a:lnTo>
                  <a:lnTo>
                    <a:pt x="7523" y="366"/>
                  </a:lnTo>
                  <a:lnTo>
                    <a:pt x="7059" y="513"/>
                  </a:lnTo>
                  <a:lnTo>
                    <a:pt x="6619" y="684"/>
                  </a:lnTo>
                  <a:lnTo>
                    <a:pt x="6204" y="879"/>
                  </a:lnTo>
                  <a:lnTo>
                    <a:pt x="5765" y="1075"/>
                  </a:lnTo>
                  <a:lnTo>
                    <a:pt x="5374" y="1295"/>
                  </a:lnTo>
                  <a:lnTo>
                    <a:pt x="4959" y="1539"/>
                  </a:lnTo>
                  <a:lnTo>
                    <a:pt x="4592" y="1783"/>
                  </a:lnTo>
                  <a:lnTo>
                    <a:pt x="3860" y="2296"/>
                  </a:lnTo>
                  <a:lnTo>
                    <a:pt x="3176" y="2833"/>
                  </a:lnTo>
                  <a:lnTo>
                    <a:pt x="2565" y="3370"/>
                  </a:lnTo>
                  <a:lnTo>
                    <a:pt x="2028" y="3883"/>
                  </a:lnTo>
                  <a:lnTo>
                    <a:pt x="1539" y="4372"/>
                  </a:lnTo>
                  <a:lnTo>
                    <a:pt x="1149" y="4836"/>
                  </a:lnTo>
                  <a:lnTo>
                    <a:pt x="562" y="5520"/>
                  </a:lnTo>
                  <a:lnTo>
                    <a:pt x="318" y="5837"/>
                  </a:lnTo>
                  <a:lnTo>
                    <a:pt x="1" y="6252"/>
                  </a:lnTo>
                  <a:lnTo>
                    <a:pt x="318" y="6668"/>
                  </a:lnTo>
                  <a:lnTo>
                    <a:pt x="562" y="6985"/>
                  </a:lnTo>
                  <a:lnTo>
                    <a:pt x="1149" y="7669"/>
                  </a:lnTo>
                  <a:lnTo>
                    <a:pt x="1539" y="8133"/>
                  </a:lnTo>
                  <a:lnTo>
                    <a:pt x="2028" y="8621"/>
                  </a:lnTo>
                  <a:lnTo>
                    <a:pt x="2565" y="9134"/>
                  </a:lnTo>
                  <a:lnTo>
                    <a:pt x="3176" y="9672"/>
                  </a:lnTo>
                  <a:lnTo>
                    <a:pt x="3860" y="10209"/>
                  </a:lnTo>
                  <a:lnTo>
                    <a:pt x="4592" y="10722"/>
                  </a:lnTo>
                  <a:lnTo>
                    <a:pt x="4959" y="10966"/>
                  </a:lnTo>
                  <a:lnTo>
                    <a:pt x="5374" y="11210"/>
                  </a:lnTo>
                  <a:lnTo>
                    <a:pt x="5765" y="11430"/>
                  </a:lnTo>
                  <a:lnTo>
                    <a:pt x="6204" y="11625"/>
                  </a:lnTo>
                  <a:lnTo>
                    <a:pt x="6619" y="11821"/>
                  </a:lnTo>
                  <a:lnTo>
                    <a:pt x="7059" y="11992"/>
                  </a:lnTo>
                  <a:lnTo>
                    <a:pt x="7523" y="12138"/>
                  </a:lnTo>
                  <a:lnTo>
                    <a:pt x="7963" y="12260"/>
                  </a:lnTo>
                  <a:lnTo>
                    <a:pt x="8451" y="12358"/>
                  </a:lnTo>
                  <a:lnTo>
                    <a:pt x="8915" y="12431"/>
                  </a:lnTo>
                  <a:lnTo>
                    <a:pt x="9404" y="12480"/>
                  </a:lnTo>
                  <a:lnTo>
                    <a:pt x="9892" y="12505"/>
                  </a:lnTo>
                  <a:lnTo>
                    <a:pt x="10380" y="12480"/>
                  </a:lnTo>
                  <a:lnTo>
                    <a:pt x="10869" y="12431"/>
                  </a:lnTo>
                  <a:lnTo>
                    <a:pt x="11333" y="12358"/>
                  </a:lnTo>
                  <a:lnTo>
                    <a:pt x="11821" y="12260"/>
                  </a:lnTo>
                  <a:lnTo>
                    <a:pt x="12261" y="12138"/>
                  </a:lnTo>
                  <a:lnTo>
                    <a:pt x="12725" y="11992"/>
                  </a:lnTo>
                  <a:lnTo>
                    <a:pt x="13165" y="11821"/>
                  </a:lnTo>
                  <a:lnTo>
                    <a:pt x="13580" y="11625"/>
                  </a:lnTo>
                  <a:lnTo>
                    <a:pt x="14019" y="11430"/>
                  </a:lnTo>
                  <a:lnTo>
                    <a:pt x="14410" y="11210"/>
                  </a:lnTo>
                  <a:lnTo>
                    <a:pt x="14825" y="10966"/>
                  </a:lnTo>
                  <a:lnTo>
                    <a:pt x="15192" y="10722"/>
                  </a:lnTo>
                  <a:lnTo>
                    <a:pt x="15924" y="10209"/>
                  </a:lnTo>
                  <a:lnTo>
                    <a:pt x="16608" y="9672"/>
                  </a:lnTo>
                  <a:lnTo>
                    <a:pt x="17219" y="9134"/>
                  </a:lnTo>
                  <a:lnTo>
                    <a:pt x="17756" y="8621"/>
                  </a:lnTo>
                  <a:lnTo>
                    <a:pt x="18245" y="8133"/>
                  </a:lnTo>
                  <a:lnTo>
                    <a:pt x="18635" y="7669"/>
                  </a:lnTo>
                  <a:lnTo>
                    <a:pt x="19222" y="6985"/>
                  </a:lnTo>
                  <a:lnTo>
                    <a:pt x="19466" y="6668"/>
                  </a:lnTo>
                  <a:lnTo>
                    <a:pt x="19783" y="6252"/>
                  </a:lnTo>
                  <a:lnTo>
                    <a:pt x="19466" y="5837"/>
                  </a:lnTo>
                  <a:lnTo>
                    <a:pt x="19222" y="5520"/>
                  </a:lnTo>
                  <a:lnTo>
                    <a:pt x="18635" y="4836"/>
                  </a:lnTo>
                  <a:lnTo>
                    <a:pt x="18245" y="4372"/>
                  </a:lnTo>
                  <a:lnTo>
                    <a:pt x="17756" y="3883"/>
                  </a:lnTo>
                  <a:lnTo>
                    <a:pt x="17219" y="3370"/>
                  </a:lnTo>
                  <a:lnTo>
                    <a:pt x="16608" y="2833"/>
                  </a:lnTo>
                  <a:lnTo>
                    <a:pt x="15924" y="2296"/>
                  </a:lnTo>
                  <a:lnTo>
                    <a:pt x="15192" y="1783"/>
                  </a:lnTo>
                  <a:lnTo>
                    <a:pt x="14825" y="1539"/>
                  </a:lnTo>
                  <a:lnTo>
                    <a:pt x="14410" y="1295"/>
                  </a:lnTo>
                  <a:lnTo>
                    <a:pt x="14019" y="1075"/>
                  </a:lnTo>
                  <a:lnTo>
                    <a:pt x="13580" y="879"/>
                  </a:lnTo>
                  <a:lnTo>
                    <a:pt x="13165" y="684"/>
                  </a:lnTo>
                  <a:lnTo>
                    <a:pt x="12725" y="513"/>
                  </a:lnTo>
                  <a:lnTo>
                    <a:pt x="12261" y="366"/>
                  </a:lnTo>
                  <a:lnTo>
                    <a:pt x="11821" y="244"/>
                  </a:lnTo>
                  <a:lnTo>
                    <a:pt x="11333" y="147"/>
                  </a:lnTo>
                  <a:lnTo>
                    <a:pt x="10869" y="73"/>
                  </a:lnTo>
                  <a:lnTo>
                    <a:pt x="10380" y="25"/>
                  </a:lnTo>
                  <a:lnTo>
                    <a:pt x="9892"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31"/>
            <p:cNvSpPr/>
            <p:nvPr/>
          </p:nvSpPr>
          <p:spPr>
            <a:xfrm>
              <a:off x="3384400" y="3091350"/>
              <a:ext cx="208850" cy="208825"/>
            </a:xfrm>
            <a:custGeom>
              <a:rect b="b" l="l" r="r" t="t"/>
              <a:pathLst>
                <a:path extrusionOk="0" h="8353" w="8354">
                  <a:moveTo>
                    <a:pt x="4177" y="0"/>
                  </a:moveTo>
                  <a:lnTo>
                    <a:pt x="3762" y="24"/>
                  </a:lnTo>
                  <a:lnTo>
                    <a:pt x="3347" y="73"/>
                  </a:lnTo>
                  <a:lnTo>
                    <a:pt x="2931" y="195"/>
                  </a:lnTo>
                  <a:lnTo>
                    <a:pt x="2541" y="318"/>
                  </a:lnTo>
                  <a:lnTo>
                    <a:pt x="2174" y="513"/>
                  </a:lnTo>
                  <a:lnTo>
                    <a:pt x="1832" y="708"/>
                  </a:lnTo>
                  <a:lnTo>
                    <a:pt x="1515" y="953"/>
                  </a:lnTo>
                  <a:lnTo>
                    <a:pt x="1222" y="1221"/>
                  </a:lnTo>
                  <a:lnTo>
                    <a:pt x="953" y="1514"/>
                  </a:lnTo>
                  <a:lnTo>
                    <a:pt x="709" y="1832"/>
                  </a:lnTo>
                  <a:lnTo>
                    <a:pt x="514" y="2174"/>
                  </a:lnTo>
                  <a:lnTo>
                    <a:pt x="318" y="2540"/>
                  </a:lnTo>
                  <a:lnTo>
                    <a:pt x="196" y="2931"/>
                  </a:lnTo>
                  <a:lnTo>
                    <a:pt x="74" y="3346"/>
                  </a:lnTo>
                  <a:lnTo>
                    <a:pt x="25" y="3761"/>
                  </a:lnTo>
                  <a:lnTo>
                    <a:pt x="1" y="4176"/>
                  </a:lnTo>
                  <a:lnTo>
                    <a:pt x="25" y="4592"/>
                  </a:lnTo>
                  <a:lnTo>
                    <a:pt x="74" y="5007"/>
                  </a:lnTo>
                  <a:lnTo>
                    <a:pt x="196" y="5422"/>
                  </a:lnTo>
                  <a:lnTo>
                    <a:pt x="318" y="5813"/>
                  </a:lnTo>
                  <a:lnTo>
                    <a:pt x="514" y="6179"/>
                  </a:lnTo>
                  <a:lnTo>
                    <a:pt x="709" y="6521"/>
                  </a:lnTo>
                  <a:lnTo>
                    <a:pt x="953" y="6839"/>
                  </a:lnTo>
                  <a:lnTo>
                    <a:pt x="1222" y="7132"/>
                  </a:lnTo>
                  <a:lnTo>
                    <a:pt x="1515" y="7400"/>
                  </a:lnTo>
                  <a:lnTo>
                    <a:pt x="1832" y="7644"/>
                  </a:lnTo>
                  <a:lnTo>
                    <a:pt x="2174" y="7840"/>
                  </a:lnTo>
                  <a:lnTo>
                    <a:pt x="2541" y="8035"/>
                  </a:lnTo>
                  <a:lnTo>
                    <a:pt x="2931" y="8157"/>
                  </a:lnTo>
                  <a:lnTo>
                    <a:pt x="3347" y="8279"/>
                  </a:lnTo>
                  <a:lnTo>
                    <a:pt x="3762" y="8328"/>
                  </a:lnTo>
                  <a:lnTo>
                    <a:pt x="4177" y="8353"/>
                  </a:lnTo>
                  <a:lnTo>
                    <a:pt x="4592" y="8328"/>
                  </a:lnTo>
                  <a:lnTo>
                    <a:pt x="5007" y="8279"/>
                  </a:lnTo>
                  <a:lnTo>
                    <a:pt x="5423" y="8157"/>
                  </a:lnTo>
                  <a:lnTo>
                    <a:pt x="5813" y="8035"/>
                  </a:lnTo>
                  <a:lnTo>
                    <a:pt x="6180" y="7840"/>
                  </a:lnTo>
                  <a:lnTo>
                    <a:pt x="6522" y="7644"/>
                  </a:lnTo>
                  <a:lnTo>
                    <a:pt x="6839" y="7400"/>
                  </a:lnTo>
                  <a:lnTo>
                    <a:pt x="7132" y="7132"/>
                  </a:lnTo>
                  <a:lnTo>
                    <a:pt x="7401" y="6839"/>
                  </a:lnTo>
                  <a:lnTo>
                    <a:pt x="7645" y="6521"/>
                  </a:lnTo>
                  <a:lnTo>
                    <a:pt x="7840" y="6179"/>
                  </a:lnTo>
                  <a:lnTo>
                    <a:pt x="8036" y="5813"/>
                  </a:lnTo>
                  <a:lnTo>
                    <a:pt x="8158" y="5422"/>
                  </a:lnTo>
                  <a:lnTo>
                    <a:pt x="8280" y="5007"/>
                  </a:lnTo>
                  <a:lnTo>
                    <a:pt x="8329" y="4592"/>
                  </a:lnTo>
                  <a:lnTo>
                    <a:pt x="8353" y="4176"/>
                  </a:lnTo>
                  <a:lnTo>
                    <a:pt x="8329" y="3737"/>
                  </a:lnTo>
                  <a:lnTo>
                    <a:pt x="8256" y="3297"/>
                  </a:lnTo>
                  <a:lnTo>
                    <a:pt x="8134" y="3517"/>
                  </a:lnTo>
                  <a:lnTo>
                    <a:pt x="8011" y="3688"/>
                  </a:lnTo>
                  <a:lnTo>
                    <a:pt x="7840" y="3859"/>
                  </a:lnTo>
                  <a:lnTo>
                    <a:pt x="7645" y="4005"/>
                  </a:lnTo>
                  <a:lnTo>
                    <a:pt x="7425" y="4128"/>
                  </a:lnTo>
                  <a:lnTo>
                    <a:pt x="7205" y="4201"/>
                  </a:lnTo>
                  <a:lnTo>
                    <a:pt x="6961" y="4250"/>
                  </a:lnTo>
                  <a:lnTo>
                    <a:pt x="6717" y="4274"/>
                  </a:lnTo>
                  <a:lnTo>
                    <a:pt x="6546" y="4274"/>
                  </a:lnTo>
                  <a:lnTo>
                    <a:pt x="6375" y="4250"/>
                  </a:lnTo>
                  <a:lnTo>
                    <a:pt x="6204" y="4201"/>
                  </a:lnTo>
                  <a:lnTo>
                    <a:pt x="6058" y="4152"/>
                  </a:lnTo>
                  <a:lnTo>
                    <a:pt x="5887" y="4079"/>
                  </a:lnTo>
                  <a:lnTo>
                    <a:pt x="5764" y="3981"/>
                  </a:lnTo>
                  <a:lnTo>
                    <a:pt x="5618" y="3883"/>
                  </a:lnTo>
                  <a:lnTo>
                    <a:pt x="5496" y="3786"/>
                  </a:lnTo>
                  <a:lnTo>
                    <a:pt x="5398" y="3664"/>
                  </a:lnTo>
                  <a:lnTo>
                    <a:pt x="5300" y="3517"/>
                  </a:lnTo>
                  <a:lnTo>
                    <a:pt x="5203" y="3395"/>
                  </a:lnTo>
                  <a:lnTo>
                    <a:pt x="5129" y="3224"/>
                  </a:lnTo>
                  <a:lnTo>
                    <a:pt x="5081" y="3077"/>
                  </a:lnTo>
                  <a:lnTo>
                    <a:pt x="5032" y="2906"/>
                  </a:lnTo>
                  <a:lnTo>
                    <a:pt x="5007" y="2735"/>
                  </a:lnTo>
                  <a:lnTo>
                    <a:pt x="5007" y="2564"/>
                  </a:lnTo>
                  <a:lnTo>
                    <a:pt x="5007" y="2394"/>
                  </a:lnTo>
                  <a:lnTo>
                    <a:pt x="5032" y="2223"/>
                  </a:lnTo>
                  <a:lnTo>
                    <a:pt x="5081" y="2052"/>
                  </a:lnTo>
                  <a:lnTo>
                    <a:pt x="5129" y="1905"/>
                  </a:lnTo>
                  <a:lnTo>
                    <a:pt x="5203" y="1759"/>
                  </a:lnTo>
                  <a:lnTo>
                    <a:pt x="5300" y="1612"/>
                  </a:lnTo>
                  <a:lnTo>
                    <a:pt x="5398" y="1490"/>
                  </a:lnTo>
                  <a:lnTo>
                    <a:pt x="5496" y="1368"/>
                  </a:lnTo>
                  <a:lnTo>
                    <a:pt x="5618" y="1246"/>
                  </a:lnTo>
                  <a:lnTo>
                    <a:pt x="5764" y="1148"/>
                  </a:lnTo>
                  <a:lnTo>
                    <a:pt x="5887" y="1075"/>
                  </a:lnTo>
                  <a:lnTo>
                    <a:pt x="6033" y="1001"/>
                  </a:lnTo>
                  <a:lnTo>
                    <a:pt x="6204" y="928"/>
                  </a:lnTo>
                  <a:lnTo>
                    <a:pt x="6375" y="879"/>
                  </a:lnTo>
                  <a:lnTo>
                    <a:pt x="6522" y="855"/>
                  </a:lnTo>
                  <a:lnTo>
                    <a:pt x="6717" y="855"/>
                  </a:lnTo>
                  <a:lnTo>
                    <a:pt x="6448" y="659"/>
                  </a:lnTo>
                  <a:lnTo>
                    <a:pt x="6155" y="489"/>
                  </a:lnTo>
                  <a:lnTo>
                    <a:pt x="5838" y="342"/>
                  </a:lnTo>
                  <a:lnTo>
                    <a:pt x="5545" y="220"/>
                  </a:lnTo>
                  <a:lnTo>
                    <a:pt x="5203" y="122"/>
                  </a:lnTo>
                  <a:lnTo>
                    <a:pt x="4885" y="49"/>
                  </a:lnTo>
                  <a:lnTo>
                    <a:pt x="4519" y="24"/>
                  </a:lnTo>
                  <a:lnTo>
                    <a:pt x="4177"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7" name="Google Shape;757;p31"/>
          <p:cNvSpPr/>
          <p:nvPr/>
        </p:nvSpPr>
        <p:spPr>
          <a:xfrm>
            <a:off x="3736180" y="2637380"/>
            <a:ext cx="355300" cy="355279"/>
          </a:xfrm>
          <a:custGeom>
            <a:rect b="b" l="l" r="r" t="t"/>
            <a:pathLst>
              <a:path extrusionOk="0" h="16999" w="17000">
                <a:moveTo>
                  <a:pt x="8769" y="5740"/>
                </a:moveTo>
                <a:lnTo>
                  <a:pt x="9037" y="5788"/>
                </a:lnTo>
                <a:lnTo>
                  <a:pt x="9282" y="5862"/>
                </a:lnTo>
                <a:lnTo>
                  <a:pt x="9550" y="5935"/>
                </a:lnTo>
                <a:lnTo>
                  <a:pt x="9794" y="6057"/>
                </a:lnTo>
                <a:lnTo>
                  <a:pt x="10014" y="6204"/>
                </a:lnTo>
                <a:lnTo>
                  <a:pt x="10234" y="6350"/>
                </a:lnTo>
                <a:lnTo>
                  <a:pt x="10454" y="6546"/>
                </a:lnTo>
                <a:lnTo>
                  <a:pt x="10649" y="6765"/>
                </a:lnTo>
                <a:lnTo>
                  <a:pt x="10796" y="6985"/>
                </a:lnTo>
                <a:lnTo>
                  <a:pt x="10942" y="7205"/>
                </a:lnTo>
                <a:lnTo>
                  <a:pt x="11064" y="7449"/>
                </a:lnTo>
                <a:lnTo>
                  <a:pt x="11138" y="7718"/>
                </a:lnTo>
                <a:lnTo>
                  <a:pt x="11211" y="7962"/>
                </a:lnTo>
                <a:lnTo>
                  <a:pt x="11260" y="8231"/>
                </a:lnTo>
                <a:lnTo>
                  <a:pt x="11260" y="8499"/>
                </a:lnTo>
                <a:lnTo>
                  <a:pt x="11260" y="8768"/>
                </a:lnTo>
                <a:lnTo>
                  <a:pt x="11211" y="9037"/>
                </a:lnTo>
                <a:lnTo>
                  <a:pt x="11138" y="9281"/>
                </a:lnTo>
                <a:lnTo>
                  <a:pt x="11064" y="9550"/>
                </a:lnTo>
                <a:lnTo>
                  <a:pt x="10942" y="9794"/>
                </a:lnTo>
                <a:lnTo>
                  <a:pt x="10796" y="10014"/>
                </a:lnTo>
                <a:lnTo>
                  <a:pt x="10649" y="10233"/>
                </a:lnTo>
                <a:lnTo>
                  <a:pt x="10454" y="10453"/>
                </a:lnTo>
                <a:lnTo>
                  <a:pt x="10234" y="10649"/>
                </a:lnTo>
                <a:lnTo>
                  <a:pt x="10014" y="10795"/>
                </a:lnTo>
                <a:lnTo>
                  <a:pt x="9794" y="10942"/>
                </a:lnTo>
                <a:lnTo>
                  <a:pt x="9550" y="11064"/>
                </a:lnTo>
                <a:lnTo>
                  <a:pt x="9282" y="11137"/>
                </a:lnTo>
                <a:lnTo>
                  <a:pt x="9037" y="11210"/>
                </a:lnTo>
                <a:lnTo>
                  <a:pt x="8769" y="11259"/>
                </a:lnTo>
                <a:lnTo>
                  <a:pt x="8231" y="11259"/>
                </a:lnTo>
                <a:lnTo>
                  <a:pt x="7963" y="11210"/>
                </a:lnTo>
                <a:lnTo>
                  <a:pt x="7719" y="11137"/>
                </a:lnTo>
                <a:lnTo>
                  <a:pt x="7450" y="11064"/>
                </a:lnTo>
                <a:lnTo>
                  <a:pt x="7206" y="10942"/>
                </a:lnTo>
                <a:lnTo>
                  <a:pt x="6986" y="10795"/>
                </a:lnTo>
                <a:lnTo>
                  <a:pt x="6766" y="10649"/>
                </a:lnTo>
                <a:lnTo>
                  <a:pt x="6546" y="10453"/>
                </a:lnTo>
                <a:lnTo>
                  <a:pt x="6351" y="10233"/>
                </a:lnTo>
                <a:lnTo>
                  <a:pt x="6204" y="10014"/>
                </a:lnTo>
                <a:lnTo>
                  <a:pt x="6058" y="9794"/>
                </a:lnTo>
                <a:lnTo>
                  <a:pt x="5936" y="9550"/>
                </a:lnTo>
                <a:lnTo>
                  <a:pt x="5862" y="9281"/>
                </a:lnTo>
                <a:lnTo>
                  <a:pt x="5789" y="9037"/>
                </a:lnTo>
                <a:lnTo>
                  <a:pt x="5740" y="8768"/>
                </a:lnTo>
                <a:lnTo>
                  <a:pt x="5740" y="8499"/>
                </a:lnTo>
                <a:lnTo>
                  <a:pt x="5740" y="8231"/>
                </a:lnTo>
                <a:lnTo>
                  <a:pt x="5789" y="7962"/>
                </a:lnTo>
                <a:lnTo>
                  <a:pt x="5862" y="7718"/>
                </a:lnTo>
                <a:lnTo>
                  <a:pt x="5936" y="7449"/>
                </a:lnTo>
                <a:lnTo>
                  <a:pt x="6058" y="7205"/>
                </a:lnTo>
                <a:lnTo>
                  <a:pt x="6204" y="6985"/>
                </a:lnTo>
                <a:lnTo>
                  <a:pt x="6351" y="6765"/>
                </a:lnTo>
                <a:lnTo>
                  <a:pt x="6546" y="6546"/>
                </a:lnTo>
                <a:lnTo>
                  <a:pt x="6766" y="6350"/>
                </a:lnTo>
                <a:lnTo>
                  <a:pt x="6986" y="6204"/>
                </a:lnTo>
                <a:lnTo>
                  <a:pt x="7206" y="6057"/>
                </a:lnTo>
                <a:lnTo>
                  <a:pt x="7450" y="5935"/>
                </a:lnTo>
                <a:lnTo>
                  <a:pt x="7719" y="5862"/>
                </a:lnTo>
                <a:lnTo>
                  <a:pt x="7963" y="5788"/>
                </a:lnTo>
                <a:lnTo>
                  <a:pt x="8231" y="5740"/>
                </a:lnTo>
                <a:close/>
                <a:moveTo>
                  <a:pt x="7914" y="0"/>
                </a:moveTo>
                <a:lnTo>
                  <a:pt x="7743" y="25"/>
                </a:lnTo>
                <a:lnTo>
                  <a:pt x="7596" y="73"/>
                </a:lnTo>
                <a:lnTo>
                  <a:pt x="7474" y="147"/>
                </a:lnTo>
                <a:lnTo>
                  <a:pt x="7328" y="244"/>
                </a:lnTo>
                <a:lnTo>
                  <a:pt x="7230" y="342"/>
                </a:lnTo>
                <a:lnTo>
                  <a:pt x="7132" y="489"/>
                </a:lnTo>
                <a:lnTo>
                  <a:pt x="7084" y="635"/>
                </a:lnTo>
                <a:lnTo>
                  <a:pt x="7035" y="782"/>
                </a:lnTo>
                <a:lnTo>
                  <a:pt x="6839" y="2540"/>
                </a:lnTo>
                <a:lnTo>
                  <a:pt x="6497" y="2638"/>
                </a:lnTo>
                <a:lnTo>
                  <a:pt x="6131" y="2784"/>
                </a:lnTo>
                <a:lnTo>
                  <a:pt x="5789" y="2931"/>
                </a:lnTo>
                <a:lnTo>
                  <a:pt x="5447" y="3102"/>
                </a:lnTo>
                <a:lnTo>
                  <a:pt x="4079" y="2027"/>
                </a:lnTo>
                <a:lnTo>
                  <a:pt x="3933" y="1930"/>
                </a:lnTo>
                <a:lnTo>
                  <a:pt x="3786" y="1881"/>
                </a:lnTo>
                <a:lnTo>
                  <a:pt x="3640" y="1832"/>
                </a:lnTo>
                <a:lnTo>
                  <a:pt x="3493" y="1832"/>
                </a:lnTo>
                <a:lnTo>
                  <a:pt x="3322" y="1856"/>
                </a:lnTo>
                <a:lnTo>
                  <a:pt x="3176" y="1905"/>
                </a:lnTo>
                <a:lnTo>
                  <a:pt x="3029" y="1978"/>
                </a:lnTo>
                <a:lnTo>
                  <a:pt x="2907" y="2076"/>
                </a:lnTo>
                <a:lnTo>
                  <a:pt x="2077" y="2907"/>
                </a:lnTo>
                <a:lnTo>
                  <a:pt x="1979" y="3029"/>
                </a:lnTo>
                <a:lnTo>
                  <a:pt x="1906" y="3175"/>
                </a:lnTo>
                <a:lnTo>
                  <a:pt x="1857" y="3322"/>
                </a:lnTo>
                <a:lnTo>
                  <a:pt x="1833" y="3493"/>
                </a:lnTo>
                <a:lnTo>
                  <a:pt x="1833" y="3639"/>
                </a:lnTo>
                <a:lnTo>
                  <a:pt x="1881" y="3786"/>
                </a:lnTo>
                <a:lnTo>
                  <a:pt x="1930" y="3932"/>
                </a:lnTo>
                <a:lnTo>
                  <a:pt x="2028" y="4079"/>
                </a:lnTo>
                <a:lnTo>
                  <a:pt x="3103" y="5447"/>
                </a:lnTo>
                <a:lnTo>
                  <a:pt x="2932" y="5788"/>
                </a:lnTo>
                <a:lnTo>
                  <a:pt x="2785" y="6130"/>
                </a:lnTo>
                <a:lnTo>
                  <a:pt x="2639" y="6497"/>
                </a:lnTo>
                <a:lnTo>
                  <a:pt x="2541" y="6839"/>
                </a:lnTo>
                <a:lnTo>
                  <a:pt x="782" y="7034"/>
                </a:lnTo>
                <a:lnTo>
                  <a:pt x="636" y="7083"/>
                </a:lnTo>
                <a:lnTo>
                  <a:pt x="489" y="7132"/>
                </a:lnTo>
                <a:lnTo>
                  <a:pt x="343" y="7229"/>
                </a:lnTo>
                <a:lnTo>
                  <a:pt x="245" y="7327"/>
                </a:lnTo>
                <a:lnTo>
                  <a:pt x="147" y="7474"/>
                </a:lnTo>
                <a:lnTo>
                  <a:pt x="74" y="7596"/>
                </a:lnTo>
                <a:lnTo>
                  <a:pt x="25" y="7742"/>
                </a:lnTo>
                <a:lnTo>
                  <a:pt x="1" y="7913"/>
                </a:lnTo>
                <a:lnTo>
                  <a:pt x="1" y="9086"/>
                </a:lnTo>
                <a:lnTo>
                  <a:pt x="25" y="9257"/>
                </a:lnTo>
                <a:lnTo>
                  <a:pt x="74" y="9403"/>
                </a:lnTo>
                <a:lnTo>
                  <a:pt x="147" y="9525"/>
                </a:lnTo>
                <a:lnTo>
                  <a:pt x="245" y="9672"/>
                </a:lnTo>
                <a:lnTo>
                  <a:pt x="343" y="9769"/>
                </a:lnTo>
                <a:lnTo>
                  <a:pt x="489" y="9867"/>
                </a:lnTo>
                <a:lnTo>
                  <a:pt x="636" y="9916"/>
                </a:lnTo>
                <a:lnTo>
                  <a:pt x="782" y="9965"/>
                </a:lnTo>
                <a:lnTo>
                  <a:pt x="2541" y="10160"/>
                </a:lnTo>
                <a:lnTo>
                  <a:pt x="2639" y="10502"/>
                </a:lnTo>
                <a:lnTo>
                  <a:pt x="2785" y="10868"/>
                </a:lnTo>
                <a:lnTo>
                  <a:pt x="2932" y="11210"/>
                </a:lnTo>
                <a:lnTo>
                  <a:pt x="3103" y="11552"/>
                </a:lnTo>
                <a:lnTo>
                  <a:pt x="2028" y="12920"/>
                </a:lnTo>
                <a:lnTo>
                  <a:pt x="1930" y="13067"/>
                </a:lnTo>
                <a:lnTo>
                  <a:pt x="1881" y="13213"/>
                </a:lnTo>
                <a:lnTo>
                  <a:pt x="1833" y="13360"/>
                </a:lnTo>
                <a:lnTo>
                  <a:pt x="1833" y="13506"/>
                </a:lnTo>
                <a:lnTo>
                  <a:pt x="1857" y="13677"/>
                </a:lnTo>
                <a:lnTo>
                  <a:pt x="1906" y="13824"/>
                </a:lnTo>
                <a:lnTo>
                  <a:pt x="1979" y="13970"/>
                </a:lnTo>
                <a:lnTo>
                  <a:pt x="2077" y="14092"/>
                </a:lnTo>
                <a:lnTo>
                  <a:pt x="2907" y="14923"/>
                </a:lnTo>
                <a:lnTo>
                  <a:pt x="3029" y="15020"/>
                </a:lnTo>
                <a:lnTo>
                  <a:pt x="3176" y="15094"/>
                </a:lnTo>
                <a:lnTo>
                  <a:pt x="3322" y="15142"/>
                </a:lnTo>
                <a:lnTo>
                  <a:pt x="3493" y="15167"/>
                </a:lnTo>
                <a:lnTo>
                  <a:pt x="3640" y="15167"/>
                </a:lnTo>
                <a:lnTo>
                  <a:pt x="3786" y="15118"/>
                </a:lnTo>
                <a:lnTo>
                  <a:pt x="3933" y="15069"/>
                </a:lnTo>
                <a:lnTo>
                  <a:pt x="4079" y="14996"/>
                </a:lnTo>
                <a:lnTo>
                  <a:pt x="5447" y="13897"/>
                </a:lnTo>
                <a:lnTo>
                  <a:pt x="5789" y="14068"/>
                </a:lnTo>
                <a:lnTo>
                  <a:pt x="6131" y="14214"/>
                </a:lnTo>
                <a:lnTo>
                  <a:pt x="6497" y="14361"/>
                </a:lnTo>
                <a:lnTo>
                  <a:pt x="6839" y="14459"/>
                </a:lnTo>
                <a:lnTo>
                  <a:pt x="7035" y="16217"/>
                </a:lnTo>
                <a:lnTo>
                  <a:pt x="7084" y="16364"/>
                </a:lnTo>
                <a:lnTo>
                  <a:pt x="7132" y="16510"/>
                </a:lnTo>
                <a:lnTo>
                  <a:pt x="7230" y="16657"/>
                </a:lnTo>
                <a:lnTo>
                  <a:pt x="7328" y="16754"/>
                </a:lnTo>
                <a:lnTo>
                  <a:pt x="7474" y="16852"/>
                </a:lnTo>
                <a:lnTo>
                  <a:pt x="7596" y="16925"/>
                </a:lnTo>
                <a:lnTo>
                  <a:pt x="7743" y="16974"/>
                </a:lnTo>
                <a:lnTo>
                  <a:pt x="7914" y="16999"/>
                </a:lnTo>
                <a:lnTo>
                  <a:pt x="9086" y="16999"/>
                </a:lnTo>
                <a:lnTo>
                  <a:pt x="9257" y="16974"/>
                </a:lnTo>
                <a:lnTo>
                  <a:pt x="9404" y="16925"/>
                </a:lnTo>
                <a:lnTo>
                  <a:pt x="9526" y="16852"/>
                </a:lnTo>
                <a:lnTo>
                  <a:pt x="9672" y="16754"/>
                </a:lnTo>
                <a:lnTo>
                  <a:pt x="9770" y="16657"/>
                </a:lnTo>
                <a:lnTo>
                  <a:pt x="9868" y="16510"/>
                </a:lnTo>
                <a:lnTo>
                  <a:pt x="9917" y="16364"/>
                </a:lnTo>
                <a:lnTo>
                  <a:pt x="9965" y="16217"/>
                </a:lnTo>
                <a:lnTo>
                  <a:pt x="10161" y="14459"/>
                </a:lnTo>
                <a:lnTo>
                  <a:pt x="10503" y="14361"/>
                </a:lnTo>
                <a:lnTo>
                  <a:pt x="10869" y="14214"/>
                </a:lnTo>
                <a:lnTo>
                  <a:pt x="11211" y="14068"/>
                </a:lnTo>
                <a:lnTo>
                  <a:pt x="11553" y="13897"/>
                </a:lnTo>
                <a:lnTo>
                  <a:pt x="12921" y="14996"/>
                </a:lnTo>
                <a:lnTo>
                  <a:pt x="13067" y="15069"/>
                </a:lnTo>
                <a:lnTo>
                  <a:pt x="13214" y="15118"/>
                </a:lnTo>
                <a:lnTo>
                  <a:pt x="13360" y="15167"/>
                </a:lnTo>
                <a:lnTo>
                  <a:pt x="13507" y="15167"/>
                </a:lnTo>
                <a:lnTo>
                  <a:pt x="13678" y="15142"/>
                </a:lnTo>
                <a:lnTo>
                  <a:pt x="13824" y="15094"/>
                </a:lnTo>
                <a:lnTo>
                  <a:pt x="13971" y="15020"/>
                </a:lnTo>
                <a:lnTo>
                  <a:pt x="14093" y="14923"/>
                </a:lnTo>
                <a:lnTo>
                  <a:pt x="14923" y="14092"/>
                </a:lnTo>
                <a:lnTo>
                  <a:pt x="15021" y="13970"/>
                </a:lnTo>
                <a:lnTo>
                  <a:pt x="15094" y="13824"/>
                </a:lnTo>
                <a:lnTo>
                  <a:pt x="15143" y="13677"/>
                </a:lnTo>
                <a:lnTo>
                  <a:pt x="15168" y="13506"/>
                </a:lnTo>
                <a:lnTo>
                  <a:pt x="15168" y="13360"/>
                </a:lnTo>
                <a:lnTo>
                  <a:pt x="15119" y="13213"/>
                </a:lnTo>
                <a:lnTo>
                  <a:pt x="15070" y="13067"/>
                </a:lnTo>
                <a:lnTo>
                  <a:pt x="14997" y="12920"/>
                </a:lnTo>
                <a:lnTo>
                  <a:pt x="13898" y="11552"/>
                </a:lnTo>
                <a:lnTo>
                  <a:pt x="14068" y="11210"/>
                </a:lnTo>
                <a:lnTo>
                  <a:pt x="14215" y="10868"/>
                </a:lnTo>
                <a:lnTo>
                  <a:pt x="14362" y="10502"/>
                </a:lnTo>
                <a:lnTo>
                  <a:pt x="14459" y="10160"/>
                </a:lnTo>
                <a:lnTo>
                  <a:pt x="16218" y="9965"/>
                </a:lnTo>
                <a:lnTo>
                  <a:pt x="16364" y="9916"/>
                </a:lnTo>
                <a:lnTo>
                  <a:pt x="16511" y="9867"/>
                </a:lnTo>
                <a:lnTo>
                  <a:pt x="16657" y="9769"/>
                </a:lnTo>
                <a:lnTo>
                  <a:pt x="16755" y="9672"/>
                </a:lnTo>
                <a:lnTo>
                  <a:pt x="16853" y="9525"/>
                </a:lnTo>
                <a:lnTo>
                  <a:pt x="16926" y="9403"/>
                </a:lnTo>
                <a:lnTo>
                  <a:pt x="16975" y="9257"/>
                </a:lnTo>
                <a:lnTo>
                  <a:pt x="16999" y="9086"/>
                </a:lnTo>
                <a:lnTo>
                  <a:pt x="16999" y="7913"/>
                </a:lnTo>
                <a:lnTo>
                  <a:pt x="16975" y="7742"/>
                </a:lnTo>
                <a:lnTo>
                  <a:pt x="16926" y="7596"/>
                </a:lnTo>
                <a:lnTo>
                  <a:pt x="16853" y="7474"/>
                </a:lnTo>
                <a:lnTo>
                  <a:pt x="16755" y="7327"/>
                </a:lnTo>
                <a:lnTo>
                  <a:pt x="16657" y="7229"/>
                </a:lnTo>
                <a:lnTo>
                  <a:pt x="16511" y="7132"/>
                </a:lnTo>
                <a:lnTo>
                  <a:pt x="16364" y="7083"/>
                </a:lnTo>
                <a:lnTo>
                  <a:pt x="16218" y="7034"/>
                </a:lnTo>
                <a:lnTo>
                  <a:pt x="14459" y="6839"/>
                </a:lnTo>
                <a:lnTo>
                  <a:pt x="14362" y="6497"/>
                </a:lnTo>
                <a:lnTo>
                  <a:pt x="14215" y="6130"/>
                </a:lnTo>
                <a:lnTo>
                  <a:pt x="14068" y="5788"/>
                </a:lnTo>
                <a:lnTo>
                  <a:pt x="13898" y="5447"/>
                </a:lnTo>
                <a:lnTo>
                  <a:pt x="14997" y="4079"/>
                </a:lnTo>
                <a:lnTo>
                  <a:pt x="15070" y="3932"/>
                </a:lnTo>
                <a:lnTo>
                  <a:pt x="15119" y="3786"/>
                </a:lnTo>
                <a:lnTo>
                  <a:pt x="15168" y="3639"/>
                </a:lnTo>
                <a:lnTo>
                  <a:pt x="15168" y="3493"/>
                </a:lnTo>
                <a:lnTo>
                  <a:pt x="15143" y="3322"/>
                </a:lnTo>
                <a:lnTo>
                  <a:pt x="15094" y="3175"/>
                </a:lnTo>
                <a:lnTo>
                  <a:pt x="15021" y="3029"/>
                </a:lnTo>
                <a:lnTo>
                  <a:pt x="14923" y="2907"/>
                </a:lnTo>
                <a:lnTo>
                  <a:pt x="14093" y="2076"/>
                </a:lnTo>
                <a:lnTo>
                  <a:pt x="13971" y="1978"/>
                </a:lnTo>
                <a:lnTo>
                  <a:pt x="13824" y="1905"/>
                </a:lnTo>
                <a:lnTo>
                  <a:pt x="13678" y="1856"/>
                </a:lnTo>
                <a:lnTo>
                  <a:pt x="13507" y="1832"/>
                </a:lnTo>
                <a:lnTo>
                  <a:pt x="13360" y="1832"/>
                </a:lnTo>
                <a:lnTo>
                  <a:pt x="13214" y="1881"/>
                </a:lnTo>
                <a:lnTo>
                  <a:pt x="13067" y="1930"/>
                </a:lnTo>
                <a:lnTo>
                  <a:pt x="12921" y="2027"/>
                </a:lnTo>
                <a:lnTo>
                  <a:pt x="11553" y="3102"/>
                </a:lnTo>
                <a:lnTo>
                  <a:pt x="11211" y="2931"/>
                </a:lnTo>
                <a:lnTo>
                  <a:pt x="10869" y="2784"/>
                </a:lnTo>
                <a:lnTo>
                  <a:pt x="10503" y="2638"/>
                </a:lnTo>
                <a:lnTo>
                  <a:pt x="10161" y="2540"/>
                </a:lnTo>
                <a:lnTo>
                  <a:pt x="9965" y="782"/>
                </a:lnTo>
                <a:lnTo>
                  <a:pt x="9917" y="635"/>
                </a:lnTo>
                <a:lnTo>
                  <a:pt x="9868" y="489"/>
                </a:lnTo>
                <a:lnTo>
                  <a:pt x="9770" y="342"/>
                </a:lnTo>
                <a:lnTo>
                  <a:pt x="9672" y="244"/>
                </a:lnTo>
                <a:lnTo>
                  <a:pt x="9526" y="147"/>
                </a:lnTo>
                <a:lnTo>
                  <a:pt x="9404" y="73"/>
                </a:lnTo>
                <a:lnTo>
                  <a:pt x="9257" y="25"/>
                </a:lnTo>
                <a:lnTo>
                  <a:pt x="9086"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8" name="Google Shape;758;p31"/>
          <p:cNvGrpSpPr/>
          <p:nvPr/>
        </p:nvGrpSpPr>
        <p:grpSpPr>
          <a:xfrm>
            <a:off x="4263318" y="2656679"/>
            <a:ext cx="427781" cy="316489"/>
            <a:chOff x="5255200" y="3006475"/>
            <a:chExt cx="511700" cy="378575"/>
          </a:xfrm>
        </p:grpSpPr>
        <p:sp>
          <p:nvSpPr>
            <p:cNvPr id="759" name="Google Shape;759;p31"/>
            <p:cNvSpPr/>
            <p:nvPr/>
          </p:nvSpPr>
          <p:spPr>
            <a:xfrm>
              <a:off x="5255200" y="3006475"/>
              <a:ext cx="349900" cy="349875"/>
            </a:xfrm>
            <a:custGeom>
              <a:rect b="b" l="l" r="r" t="t"/>
              <a:pathLst>
                <a:path extrusionOk="0" h="13995" w="13996">
                  <a:moveTo>
                    <a:pt x="6986" y="4714"/>
                  </a:moveTo>
                  <a:lnTo>
                    <a:pt x="7206" y="4738"/>
                  </a:lnTo>
                  <a:lnTo>
                    <a:pt x="7425" y="4763"/>
                  </a:lnTo>
                  <a:lnTo>
                    <a:pt x="7645" y="4812"/>
                  </a:lnTo>
                  <a:lnTo>
                    <a:pt x="7841" y="4885"/>
                  </a:lnTo>
                  <a:lnTo>
                    <a:pt x="8060" y="4983"/>
                  </a:lnTo>
                  <a:lnTo>
                    <a:pt x="8256" y="5105"/>
                  </a:lnTo>
                  <a:lnTo>
                    <a:pt x="8427" y="5227"/>
                  </a:lnTo>
                  <a:lnTo>
                    <a:pt x="8598" y="5398"/>
                  </a:lnTo>
                  <a:lnTo>
                    <a:pt x="8769" y="5569"/>
                  </a:lnTo>
                  <a:lnTo>
                    <a:pt x="8891" y="5740"/>
                  </a:lnTo>
                  <a:lnTo>
                    <a:pt x="9013" y="5935"/>
                  </a:lnTo>
                  <a:lnTo>
                    <a:pt x="9111" y="6155"/>
                  </a:lnTo>
                  <a:lnTo>
                    <a:pt x="9184" y="6350"/>
                  </a:lnTo>
                  <a:lnTo>
                    <a:pt x="9233" y="6570"/>
                  </a:lnTo>
                  <a:lnTo>
                    <a:pt x="9257" y="6790"/>
                  </a:lnTo>
                  <a:lnTo>
                    <a:pt x="9257" y="7010"/>
                  </a:lnTo>
                  <a:lnTo>
                    <a:pt x="9257" y="7229"/>
                  </a:lnTo>
                  <a:lnTo>
                    <a:pt x="9233" y="7425"/>
                  </a:lnTo>
                  <a:lnTo>
                    <a:pt x="9184" y="7645"/>
                  </a:lnTo>
                  <a:lnTo>
                    <a:pt x="9111" y="7864"/>
                  </a:lnTo>
                  <a:lnTo>
                    <a:pt x="9013" y="8060"/>
                  </a:lnTo>
                  <a:lnTo>
                    <a:pt x="8891" y="8255"/>
                  </a:lnTo>
                  <a:lnTo>
                    <a:pt x="8769" y="8451"/>
                  </a:lnTo>
                  <a:lnTo>
                    <a:pt x="8598" y="8622"/>
                  </a:lnTo>
                  <a:lnTo>
                    <a:pt x="8427" y="8768"/>
                  </a:lnTo>
                  <a:lnTo>
                    <a:pt x="8256" y="8915"/>
                  </a:lnTo>
                  <a:lnTo>
                    <a:pt x="8060" y="9012"/>
                  </a:lnTo>
                  <a:lnTo>
                    <a:pt x="7841" y="9110"/>
                  </a:lnTo>
                  <a:lnTo>
                    <a:pt x="7645" y="9183"/>
                  </a:lnTo>
                  <a:lnTo>
                    <a:pt x="7425" y="9232"/>
                  </a:lnTo>
                  <a:lnTo>
                    <a:pt x="7206" y="9257"/>
                  </a:lnTo>
                  <a:lnTo>
                    <a:pt x="6986" y="9281"/>
                  </a:lnTo>
                  <a:lnTo>
                    <a:pt x="6766" y="9257"/>
                  </a:lnTo>
                  <a:lnTo>
                    <a:pt x="6546" y="9232"/>
                  </a:lnTo>
                  <a:lnTo>
                    <a:pt x="6351" y="9183"/>
                  </a:lnTo>
                  <a:lnTo>
                    <a:pt x="6131" y="9110"/>
                  </a:lnTo>
                  <a:lnTo>
                    <a:pt x="5936" y="9012"/>
                  </a:lnTo>
                  <a:lnTo>
                    <a:pt x="5740" y="8915"/>
                  </a:lnTo>
                  <a:lnTo>
                    <a:pt x="5545" y="8768"/>
                  </a:lnTo>
                  <a:lnTo>
                    <a:pt x="5374" y="8622"/>
                  </a:lnTo>
                  <a:lnTo>
                    <a:pt x="5227" y="8451"/>
                  </a:lnTo>
                  <a:lnTo>
                    <a:pt x="5081" y="8255"/>
                  </a:lnTo>
                  <a:lnTo>
                    <a:pt x="4983" y="8060"/>
                  </a:lnTo>
                  <a:lnTo>
                    <a:pt x="4885" y="7864"/>
                  </a:lnTo>
                  <a:lnTo>
                    <a:pt x="4812" y="7645"/>
                  </a:lnTo>
                  <a:lnTo>
                    <a:pt x="4763" y="7425"/>
                  </a:lnTo>
                  <a:lnTo>
                    <a:pt x="4714" y="7229"/>
                  </a:lnTo>
                  <a:lnTo>
                    <a:pt x="4714" y="7010"/>
                  </a:lnTo>
                  <a:lnTo>
                    <a:pt x="4714" y="6790"/>
                  </a:lnTo>
                  <a:lnTo>
                    <a:pt x="4763" y="6570"/>
                  </a:lnTo>
                  <a:lnTo>
                    <a:pt x="4812" y="6350"/>
                  </a:lnTo>
                  <a:lnTo>
                    <a:pt x="4885" y="6155"/>
                  </a:lnTo>
                  <a:lnTo>
                    <a:pt x="4983" y="5935"/>
                  </a:lnTo>
                  <a:lnTo>
                    <a:pt x="5081" y="5740"/>
                  </a:lnTo>
                  <a:lnTo>
                    <a:pt x="5227" y="5569"/>
                  </a:lnTo>
                  <a:lnTo>
                    <a:pt x="5374" y="5398"/>
                  </a:lnTo>
                  <a:lnTo>
                    <a:pt x="5545" y="5227"/>
                  </a:lnTo>
                  <a:lnTo>
                    <a:pt x="5740" y="5105"/>
                  </a:lnTo>
                  <a:lnTo>
                    <a:pt x="5936" y="4983"/>
                  </a:lnTo>
                  <a:lnTo>
                    <a:pt x="6131" y="4885"/>
                  </a:lnTo>
                  <a:lnTo>
                    <a:pt x="6351" y="4812"/>
                  </a:lnTo>
                  <a:lnTo>
                    <a:pt x="6546" y="4763"/>
                  </a:lnTo>
                  <a:lnTo>
                    <a:pt x="6766" y="4738"/>
                  </a:lnTo>
                  <a:lnTo>
                    <a:pt x="6986" y="4714"/>
                  </a:lnTo>
                  <a:close/>
                  <a:moveTo>
                    <a:pt x="6497" y="0"/>
                  </a:moveTo>
                  <a:lnTo>
                    <a:pt x="6375" y="25"/>
                  </a:lnTo>
                  <a:lnTo>
                    <a:pt x="6253" y="49"/>
                  </a:lnTo>
                  <a:lnTo>
                    <a:pt x="6131" y="122"/>
                  </a:lnTo>
                  <a:lnTo>
                    <a:pt x="6033" y="196"/>
                  </a:lnTo>
                  <a:lnTo>
                    <a:pt x="5936" y="293"/>
                  </a:lnTo>
                  <a:lnTo>
                    <a:pt x="5862" y="391"/>
                  </a:lnTo>
                  <a:lnTo>
                    <a:pt x="5813" y="513"/>
                  </a:lnTo>
                  <a:lnTo>
                    <a:pt x="5789" y="635"/>
                  </a:lnTo>
                  <a:lnTo>
                    <a:pt x="5618" y="2076"/>
                  </a:lnTo>
                  <a:lnTo>
                    <a:pt x="5325" y="2174"/>
                  </a:lnTo>
                  <a:lnTo>
                    <a:pt x="5032" y="2296"/>
                  </a:lnTo>
                  <a:lnTo>
                    <a:pt x="4763" y="2418"/>
                  </a:lnTo>
                  <a:lnTo>
                    <a:pt x="4495" y="2565"/>
                  </a:lnTo>
                  <a:lnTo>
                    <a:pt x="3347" y="1661"/>
                  </a:lnTo>
                  <a:lnTo>
                    <a:pt x="3225" y="1588"/>
                  </a:lnTo>
                  <a:lnTo>
                    <a:pt x="3103" y="1539"/>
                  </a:lnTo>
                  <a:lnTo>
                    <a:pt x="2980" y="1514"/>
                  </a:lnTo>
                  <a:lnTo>
                    <a:pt x="2736" y="1514"/>
                  </a:lnTo>
                  <a:lnTo>
                    <a:pt x="2590" y="1563"/>
                  </a:lnTo>
                  <a:lnTo>
                    <a:pt x="2492" y="1637"/>
                  </a:lnTo>
                  <a:lnTo>
                    <a:pt x="2394" y="1710"/>
                  </a:lnTo>
                  <a:lnTo>
                    <a:pt x="1710" y="2394"/>
                  </a:lnTo>
                  <a:lnTo>
                    <a:pt x="1613" y="2491"/>
                  </a:lnTo>
                  <a:lnTo>
                    <a:pt x="1564" y="2614"/>
                  </a:lnTo>
                  <a:lnTo>
                    <a:pt x="1515" y="2736"/>
                  </a:lnTo>
                  <a:lnTo>
                    <a:pt x="1491" y="2858"/>
                  </a:lnTo>
                  <a:lnTo>
                    <a:pt x="1491" y="3004"/>
                  </a:lnTo>
                  <a:lnTo>
                    <a:pt x="1515" y="3126"/>
                  </a:lnTo>
                  <a:lnTo>
                    <a:pt x="1564" y="3249"/>
                  </a:lnTo>
                  <a:lnTo>
                    <a:pt x="1637" y="3346"/>
                  </a:lnTo>
                  <a:lnTo>
                    <a:pt x="2541" y="4494"/>
                  </a:lnTo>
                  <a:lnTo>
                    <a:pt x="2394" y="4763"/>
                  </a:lnTo>
                  <a:lnTo>
                    <a:pt x="2272" y="5056"/>
                  </a:lnTo>
                  <a:lnTo>
                    <a:pt x="2174" y="5349"/>
                  </a:lnTo>
                  <a:lnTo>
                    <a:pt x="2077" y="5642"/>
                  </a:lnTo>
                  <a:lnTo>
                    <a:pt x="636" y="5789"/>
                  </a:lnTo>
                  <a:lnTo>
                    <a:pt x="514" y="5837"/>
                  </a:lnTo>
                  <a:lnTo>
                    <a:pt x="392" y="5886"/>
                  </a:lnTo>
                  <a:lnTo>
                    <a:pt x="269" y="5959"/>
                  </a:lnTo>
                  <a:lnTo>
                    <a:pt x="172" y="6033"/>
                  </a:lnTo>
                  <a:lnTo>
                    <a:pt x="99" y="6155"/>
                  </a:lnTo>
                  <a:lnTo>
                    <a:pt x="50" y="6253"/>
                  </a:lnTo>
                  <a:lnTo>
                    <a:pt x="1" y="6399"/>
                  </a:lnTo>
                  <a:lnTo>
                    <a:pt x="1" y="6521"/>
                  </a:lnTo>
                  <a:lnTo>
                    <a:pt x="1" y="7474"/>
                  </a:lnTo>
                  <a:lnTo>
                    <a:pt x="1" y="7620"/>
                  </a:lnTo>
                  <a:lnTo>
                    <a:pt x="50" y="7742"/>
                  </a:lnTo>
                  <a:lnTo>
                    <a:pt x="99" y="7864"/>
                  </a:lnTo>
                  <a:lnTo>
                    <a:pt x="172" y="7962"/>
                  </a:lnTo>
                  <a:lnTo>
                    <a:pt x="269" y="8060"/>
                  </a:lnTo>
                  <a:lnTo>
                    <a:pt x="392" y="8133"/>
                  </a:lnTo>
                  <a:lnTo>
                    <a:pt x="514" y="8182"/>
                  </a:lnTo>
                  <a:lnTo>
                    <a:pt x="636" y="8206"/>
                  </a:lnTo>
                  <a:lnTo>
                    <a:pt x="2077" y="8377"/>
                  </a:lnTo>
                  <a:lnTo>
                    <a:pt x="2174" y="8670"/>
                  </a:lnTo>
                  <a:lnTo>
                    <a:pt x="2272" y="8939"/>
                  </a:lnTo>
                  <a:lnTo>
                    <a:pt x="2394" y="9232"/>
                  </a:lnTo>
                  <a:lnTo>
                    <a:pt x="2541" y="9501"/>
                  </a:lnTo>
                  <a:lnTo>
                    <a:pt x="1637" y="10649"/>
                  </a:lnTo>
                  <a:lnTo>
                    <a:pt x="1564" y="10771"/>
                  </a:lnTo>
                  <a:lnTo>
                    <a:pt x="1515" y="10893"/>
                  </a:lnTo>
                  <a:lnTo>
                    <a:pt x="1491" y="11015"/>
                  </a:lnTo>
                  <a:lnTo>
                    <a:pt x="1491" y="11137"/>
                  </a:lnTo>
                  <a:lnTo>
                    <a:pt x="1515" y="11259"/>
                  </a:lnTo>
                  <a:lnTo>
                    <a:pt x="1564" y="11381"/>
                  </a:lnTo>
                  <a:lnTo>
                    <a:pt x="1613" y="11504"/>
                  </a:lnTo>
                  <a:lnTo>
                    <a:pt x="1710" y="11601"/>
                  </a:lnTo>
                  <a:lnTo>
                    <a:pt x="2394" y="12285"/>
                  </a:lnTo>
                  <a:lnTo>
                    <a:pt x="2492" y="12383"/>
                  </a:lnTo>
                  <a:lnTo>
                    <a:pt x="2590" y="12432"/>
                  </a:lnTo>
                  <a:lnTo>
                    <a:pt x="2736" y="12480"/>
                  </a:lnTo>
                  <a:lnTo>
                    <a:pt x="2858" y="12505"/>
                  </a:lnTo>
                  <a:lnTo>
                    <a:pt x="2980" y="12505"/>
                  </a:lnTo>
                  <a:lnTo>
                    <a:pt x="3103" y="12456"/>
                  </a:lnTo>
                  <a:lnTo>
                    <a:pt x="3225" y="12407"/>
                  </a:lnTo>
                  <a:lnTo>
                    <a:pt x="3347" y="12358"/>
                  </a:lnTo>
                  <a:lnTo>
                    <a:pt x="4495" y="11455"/>
                  </a:lnTo>
                  <a:lnTo>
                    <a:pt x="4763" y="11577"/>
                  </a:lnTo>
                  <a:lnTo>
                    <a:pt x="5032" y="11723"/>
                  </a:lnTo>
                  <a:lnTo>
                    <a:pt x="5325" y="11821"/>
                  </a:lnTo>
                  <a:lnTo>
                    <a:pt x="5618" y="11919"/>
                  </a:lnTo>
                  <a:lnTo>
                    <a:pt x="5789" y="13360"/>
                  </a:lnTo>
                  <a:lnTo>
                    <a:pt x="5813" y="13482"/>
                  </a:lnTo>
                  <a:lnTo>
                    <a:pt x="5862" y="13604"/>
                  </a:lnTo>
                  <a:lnTo>
                    <a:pt x="5936" y="13726"/>
                  </a:lnTo>
                  <a:lnTo>
                    <a:pt x="6033" y="13824"/>
                  </a:lnTo>
                  <a:lnTo>
                    <a:pt x="6131" y="13897"/>
                  </a:lnTo>
                  <a:lnTo>
                    <a:pt x="6253" y="13946"/>
                  </a:lnTo>
                  <a:lnTo>
                    <a:pt x="6375" y="13995"/>
                  </a:lnTo>
                  <a:lnTo>
                    <a:pt x="7596" y="13995"/>
                  </a:lnTo>
                  <a:lnTo>
                    <a:pt x="7743" y="13946"/>
                  </a:lnTo>
                  <a:lnTo>
                    <a:pt x="7841" y="13897"/>
                  </a:lnTo>
                  <a:lnTo>
                    <a:pt x="7963" y="13824"/>
                  </a:lnTo>
                  <a:lnTo>
                    <a:pt x="8036" y="13726"/>
                  </a:lnTo>
                  <a:lnTo>
                    <a:pt x="8109" y="13604"/>
                  </a:lnTo>
                  <a:lnTo>
                    <a:pt x="8158" y="13482"/>
                  </a:lnTo>
                  <a:lnTo>
                    <a:pt x="8183" y="13360"/>
                  </a:lnTo>
                  <a:lnTo>
                    <a:pt x="8353" y="11919"/>
                  </a:lnTo>
                  <a:lnTo>
                    <a:pt x="8647" y="11821"/>
                  </a:lnTo>
                  <a:lnTo>
                    <a:pt x="8940" y="11723"/>
                  </a:lnTo>
                  <a:lnTo>
                    <a:pt x="9233" y="11577"/>
                  </a:lnTo>
                  <a:lnTo>
                    <a:pt x="9501" y="11455"/>
                  </a:lnTo>
                  <a:lnTo>
                    <a:pt x="10649" y="12358"/>
                  </a:lnTo>
                  <a:lnTo>
                    <a:pt x="10747" y="12407"/>
                  </a:lnTo>
                  <a:lnTo>
                    <a:pt x="10869" y="12456"/>
                  </a:lnTo>
                  <a:lnTo>
                    <a:pt x="10991" y="12505"/>
                  </a:lnTo>
                  <a:lnTo>
                    <a:pt x="11138" y="12505"/>
                  </a:lnTo>
                  <a:lnTo>
                    <a:pt x="11260" y="12480"/>
                  </a:lnTo>
                  <a:lnTo>
                    <a:pt x="11382" y="12432"/>
                  </a:lnTo>
                  <a:lnTo>
                    <a:pt x="11504" y="12383"/>
                  </a:lnTo>
                  <a:lnTo>
                    <a:pt x="11602" y="12285"/>
                  </a:lnTo>
                  <a:lnTo>
                    <a:pt x="12286" y="11601"/>
                  </a:lnTo>
                  <a:lnTo>
                    <a:pt x="12359" y="11504"/>
                  </a:lnTo>
                  <a:lnTo>
                    <a:pt x="12432" y="11381"/>
                  </a:lnTo>
                  <a:lnTo>
                    <a:pt x="12457" y="11259"/>
                  </a:lnTo>
                  <a:lnTo>
                    <a:pt x="12481" y="11137"/>
                  </a:lnTo>
                  <a:lnTo>
                    <a:pt x="12481" y="11015"/>
                  </a:lnTo>
                  <a:lnTo>
                    <a:pt x="12457" y="10893"/>
                  </a:lnTo>
                  <a:lnTo>
                    <a:pt x="12408" y="10771"/>
                  </a:lnTo>
                  <a:lnTo>
                    <a:pt x="12334" y="10649"/>
                  </a:lnTo>
                  <a:lnTo>
                    <a:pt x="11431" y="9501"/>
                  </a:lnTo>
                  <a:lnTo>
                    <a:pt x="11577" y="9232"/>
                  </a:lnTo>
                  <a:lnTo>
                    <a:pt x="11699" y="8939"/>
                  </a:lnTo>
                  <a:lnTo>
                    <a:pt x="11822" y="8670"/>
                  </a:lnTo>
                  <a:lnTo>
                    <a:pt x="11895" y="8377"/>
                  </a:lnTo>
                  <a:lnTo>
                    <a:pt x="13360" y="8206"/>
                  </a:lnTo>
                  <a:lnTo>
                    <a:pt x="13482" y="8182"/>
                  </a:lnTo>
                  <a:lnTo>
                    <a:pt x="13604" y="8133"/>
                  </a:lnTo>
                  <a:lnTo>
                    <a:pt x="13702" y="8060"/>
                  </a:lnTo>
                  <a:lnTo>
                    <a:pt x="13800" y="7962"/>
                  </a:lnTo>
                  <a:lnTo>
                    <a:pt x="13873" y="7864"/>
                  </a:lnTo>
                  <a:lnTo>
                    <a:pt x="13946" y="7742"/>
                  </a:lnTo>
                  <a:lnTo>
                    <a:pt x="13971" y="7620"/>
                  </a:lnTo>
                  <a:lnTo>
                    <a:pt x="13995" y="7474"/>
                  </a:lnTo>
                  <a:lnTo>
                    <a:pt x="13995" y="6521"/>
                  </a:lnTo>
                  <a:lnTo>
                    <a:pt x="13971" y="6399"/>
                  </a:lnTo>
                  <a:lnTo>
                    <a:pt x="13946" y="6253"/>
                  </a:lnTo>
                  <a:lnTo>
                    <a:pt x="13873" y="6155"/>
                  </a:lnTo>
                  <a:lnTo>
                    <a:pt x="13800" y="6033"/>
                  </a:lnTo>
                  <a:lnTo>
                    <a:pt x="13702" y="5959"/>
                  </a:lnTo>
                  <a:lnTo>
                    <a:pt x="13604" y="5886"/>
                  </a:lnTo>
                  <a:lnTo>
                    <a:pt x="13482" y="5837"/>
                  </a:lnTo>
                  <a:lnTo>
                    <a:pt x="13360" y="5789"/>
                  </a:lnTo>
                  <a:lnTo>
                    <a:pt x="11895" y="5642"/>
                  </a:lnTo>
                  <a:lnTo>
                    <a:pt x="11822" y="5349"/>
                  </a:lnTo>
                  <a:lnTo>
                    <a:pt x="11699" y="5056"/>
                  </a:lnTo>
                  <a:lnTo>
                    <a:pt x="11577" y="4763"/>
                  </a:lnTo>
                  <a:lnTo>
                    <a:pt x="11431" y="4494"/>
                  </a:lnTo>
                  <a:lnTo>
                    <a:pt x="12334" y="3346"/>
                  </a:lnTo>
                  <a:lnTo>
                    <a:pt x="12408" y="3249"/>
                  </a:lnTo>
                  <a:lnTo>
                    <a:pt x="12457" y="3126"/>
                  </a:lnTo>
                  <a:lnTo>
                    <a:pt x="12481" y="3004"/>
                  </a:lnTo>
                  <a:lnTo>
                    <a:pt x="12481" y="2858"/>
                  </a:lnTo>
                  <a:lnTo>
                    <a:pt x="12457" y="2736"/>
                  </a:lnTo>
                  <a:lnTo>
                    <a:pt x="12432" y="2614"/>
                  </a:lnTo>
                  <a:lnTo>
                    <a:pt x="12359" y="2491"/>
                  </a:lnTo>
                  <a:lnTo>
                    <a:pt x="12286" y="2394"/>
                  </a:lnTo>
                  <a:lnTo>
                    <a:pt x="11602" y="1710"/>
                  </a:lnTo>
                  <a:lnTo>
                    <a:pt x="11504" y="1637"/>
                  </a:lnTo>
                  <a:lnTo>
                    <a:pt x="11382" y="1563"/>
                  </a:lnTo>
                  <a:lnTo>
                    <a:pt x="11260" y="1514"/>
                  </a:lnTo>
                  <a:lnTo>
                    <a:pt x="10991" y="1514"/>
                  </a:lnTo>
                  <a:lnTo>
                    <a:pt x="10869" y="1539"/>
                  </a:lnTo>
                  <a:lnTo>
                    <a:pt x="10747" y="1588"/>
                  </a:lnTo>
                  <a:lnTo>
                    <a:pt x="10649" y="1661"/>
                  </a:lnTo>
                  <a:lnTo>
                    <a:pt x="9501" y="2565"/>
                  </a:lnTo>
                  <a:lnTo>
                    <a:pt x="9233" y="2418"/>
                  </a:lnTo>
                  <a:lnTo>
                    <a:pt x="8940" y="2296"/>
                  </a:lnTo>
                  <a:lnTo>
                    <a:pt x="8647" y="2174"/>
                  </a:lnTo>
                  <a:lnTo>
                    <a:pt x="8353" y="2076"/>
                  </a:lnTo>
                  <a:lnTo>
                    <a:pt x="8183" y="635"/>
                  </a:lnTo>
                  <a:lnTo>
                    <a:pt x="8158" y="513"/>
                  </a:lnTo>
                  <a:lnTo>
                    <a:pt x="8109" y="391"/>
                  </a:lnTo>
                  <a:lnTo>
                    <a:pt x="8036" y="293"/>
                  </a:lnTo>
                  <a:lnTo>
                    <a:pt x="7963" y="196"/>
                  </a:lnTo>
                  <a:lnTo>
                    <a:pt x="7841" y="122"/>
                  </a:lnTo>
                  <a:lnTo>
                    <a:pt x="7743" y="49"/>
                  </a:lnTo>
                  <a:lnTo>
                    <a:pt x="7596" y="25"/>
                  </a:lnTo>
                  <a:lnTo>
                    <a:pt x="7474"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31"/>
            <p:cNvSpPr/>
            <p:nvPr/>
          </p:nvSpPr>
          <p:spPr>
            <a:xfrm>
              <a:off x="5567825" y="3185975"/>
              <a:ext cx="199075" cy="199075"/>
            </a:xfrm>
            <a:custGeom>
              <a:rect b="b" l="l" r="r" t="t"/>
              <a:pathLst>
                <a:path extrusionOk="0" h="7963" w="7963">
                  <a:moveTo>
                    <a:pt x="3933" y="2296"/>
                  </a:moveTo>
                  <a:lnTo>
                    <a:pt x="4103" y="2321"/>
                  </a:lnTo>
                  <a:lnTo>
                    <a:pt x="4274" y="2321"/>
                  </a:lnTo>
                  <a:lnTo>
                    <a:pt x="4421" y="2370"/>
                  </a:lnTo>
                  <a:lnTo>
                    <a:pt x="4592" y="2419"/>
                  </a:lnTo>
                  <a:lnTo>
                    <a:pt x="4738" y="2492"/>
                  </a:lnTo>
                  <a:lnTo>
                    <a:pt x="4885" y="2565"/>
                  </a:lnTo>
                  <a:lnTo>
                    <a:pt x="5032" y="2663"/>
                  </a:lnTo>
                  <a:lnTo>
                    <a:pt x="5154" y="2785"/>
                  </a:lnTo>
                  <a:lnTo>
                    <a:pt x="5276" y="2883"/>
                  </a:lnTo>
                  <a:lnTo>
                    <a:pt x="5373" y="3029"/>
                  </a:lnTo>
                  <a:lnTo>
                    <a:pt x="5447" y="3151"/>
                  </a:lnTo>
                  <a:lnTo>
                    <a:pt x="5520" y="3298"/>
                  </a:lnTo>
                  <a:lnTo>
                    <a:pt x="5593" y="3444"/>
                  </a:lnTo>
                  <a:lnTo>
                    <a:pt x="5618" y="3615"/>
                  </a:lnTo>
                  <a:lnTo>
                    <a:pt x="5642" y="3762"/>
                  </a:lnTo>
                  <a:lnTo>
                    <a:pt x="5667" y="3933"/>
                  </a:lnTo>
                  <a:lnTo>
                    <a:pt x="5667" y="4079"/>
                  </a:lnTo>
                  <a:lnTo>
                    <a:pt x="5642" y="4250"/>
                  </a:lnTo>
                  <a:lnTo>
                    <a:pt x="5618" y="4421"/>
                  </a:lnTo>
                  <a:lnTo>
                    <a:pt x="5569" y="4568"/>
                  </a:lnTo>
                  <a:lnTo>
                    <a:pt x="5496" y="4739"/>
                  </a:lnTo>
                  <a:lnTo>
                    <a:pt x="5398" y="4885"/>
                  </a:lnTo>
                  <a:lnTo>
                    <a:pt x="5300" y="5007"/>
                  </a:lnTo>
                  <a:lnTo>
                    <a:pt x="5203" y="5154"/>
                  </a:lnTo>
                  <a:lnTo>
                    <a:pt x="5080" y="5252"/>
                  </a:lnTo>
                  <a:lnTo>
                    <a:pt x="4958" y="5349"/>
                  </a:lnTo>
                  <a:lnTo>
                    <a:pt x="4812" y="5447"/>
                  </a:lnTo>
                  <a:lnTo>
                    <a:pt x="4665" y="5520"/>
                  </a:lnTo>
                  <a:lnTo>
                    <a:pt x="4519" y="5569"/>
                  </a:lnTo>
                  <a:lnTo>
                    <a:pt x="4372" y="5618"/>
                  </a:lnTo>
                  <a:lnTo>
                    <a:pt x="4201" y="5642"/>
                  </a:lnTo>
                  <a:lnTo>
                    <a:pt x="4055" y="5667"/>
                  </a:lnTo>
                  <a:lnTo>
                    <a:pt x="3884" y="5642"/>
                  </a:lnTo>
                  <a:lnTo>
                    <a:pt x="3713" y="5642"/>
                  </a:lnTo>
                  <a:lnTo>
                    <a:pt x="3566" y="5594"/>
                  </a:lnTo>
                  <a:lnTo>
                    <a:pt x="3395" y="5545"/>
                  </a:lnTo>
                  <a:lnTo>
                    <a:pt x="3249" y="5471"/>
                  </a:lnTo>
                  <a:lnTo>
                    <a:pt x="3102" y="5398"/>
                  </a:lnTo>
                  <a:lnTo>
                    <a:pt x="2956" y="5300"/>
                  </a:lnTo>
                  <a:lnTo>
                    <a:pt x="2833" y="5178"/>
                  </a:lnTo>
                  <a:lnTo>
                    <a:pt x="2711" y="5081"/>
                  </a:lnTo>
                  <a:lnTo>
                    <a:pt x="2614" y="4934"/>
                  </a:lnTo>
                  <a:lnTo>
                    <a:pt x="2540" y="4812"/>
                  </a:lnTo>
                  <a:lnTo>
                    <a:pt x="2467" y="4665"/>
                  </a:lnTo>
                  <a:lnTo>
                    <a:pt x="2394" y="4519"/>
                  </a:lnTo>
                  <a:lnTo>
                    <a:pt x="2369" y="4348"/>
                  </a:lnTo>
                  <a:lnTo>
                    <a:pt x="2321" y="4201"/>
                  </a:lnTo>
                  <a:lnTo>
                    <a:pt x="2321" y="4030"/>
                  </a:lnTo>
                  <a:lnTo>
                    <a:pt x="2321" y="3884"/>
                  </a:lnTo>
                  <a:lnTo>
                    <a:pt x="2345" y="3713"/>
                  </a:lnTo>
                  <a:lnTo>
                    <a:pt x="2369" y="3542"/>
                  </a:lnTo>
                  <a:lnTo>
                    <a:pt x="2418" y="3395"/>
                  </a:lnTo>
                  <a:lnTo>
                    <a:pt x="2492" y="3224"/>
                  </a:lnTo>
                  <a:lnTo>
                    <a:pt x="2589" y="3078"/>
                  </a:lnTo>
                  <a:lnTo>
                    <a:pt x="2687" y="2956"/>
                  </a:lnTo>
                  <a:lnTo>
                    <a:pt x="2785" y="2809"/>
                  </a:lnTo>
                  <a:lnTo>
                    <a:pt x="2907" y="2712"/>
                  </a:lnTo>
                  <a:lnTo>
                    <a:pt x="3029" y="2614"/>
                  </a:lnTo>
                  <a:lnTo>
                    <a:pt x="3175" y="2516"/>
                  </a:lnTo>
                  <a:lnTo>
                    <a:pt x="3322" y="2443"/>
                  </a:lnTo>
                  <a:lnTo>
                    <a:pt x="3468" y="2394"/>
                  </a:lnTo>
                  <a:lnTo>
                    <a:pt x="3615" y="2345"/>
                  </a:lnTo>
                  <a:lnTo>
                    <a:pt x="3786" y="2321"/>
                  </a:lnTo>
                  <a:lnTo>
                    <a:pt x="3933" y="2296"/>
                  </a:lnTo>
                  <a:close/>
                  <a:moveTo>
                    <a:pt x="3053" y="1"/>
                  </a:moveTo>
                  <a:lnTo>
                    <a:pt x="2980" y="25"/>
                  </a:lnTo>
                  <a:lnTo>
                    <a:pt x="2443" y="196"/>
                  </a:lnTo>
                  <a:lnTo>
                    <a:pt x="2369" y="220"/>
                  </a:lnTo>
                  <a:lnTo>
                    <a:pt x="2296" y="269"/>
                  </a:lnTo>
                  <a:lnTo>
                    <a:pt x="2198" y="391"/>
                  </a:lnTo>
                  <a:lnTo>
                    <a:pt x="2150" y="538"/>
                  </a:lnTo>
                  <a:lnTo>
                    <a:pt x="2150" y="611"/>
                  </a:lnTo>
                  <a:lnTo>
                    <a:pt x="2150" y="684"/>
                  </a:lnTo>
                  <a:lnTo>
                    <a:pt x="2394" y="1832"/>
                  </a:lnTo>
                  <a:lnTo>
                    <a:pt x="2223" y="1954"/>
                  </a:lnTo>
                  <a:lnTo>
                    <a:pt x="2076" y="2101"/>
                  </a:lnTo>
                  <a:lnTo>
                    <a:pt x="1002" y="1686"/>
                  </a:lnTo>
                  <a:lnTo>
                    <a:pt x="928" y="1686"/>
                  </a:lnTo>
                  <a:lnTo>
                    <a:pt x="831" y="1661"/>
                  </a:lnTo>
                  <a:lnTo>
                    <a:pt x="684" y="1710"/>
                  </a:lnTo>
                  <a:lnTo>
                    <a:pt x="562" y="1784"/>
                  </a:lnTo>
                  <a:lnTo>
                    <a:pt x="513" y="1832"/>
                  </a:lnTo>
                  <a:lnTo>
                    <a:pt x="464" y="1906"/>
                  </a:lnTo>
                  <a:lnTo>
                    <a:pt x="220" y="2394"/>
                  </a:lnTo>
                  <a:lnTo>
                    <a:pt x="196" y="2467"/>
                  </a:lnTo>
                  <a:lnTo>
                    <a:pt x="171" y="2541"/>
                  </a:lnTo>
                  <a:lnTo>
                    <a:pt x="196" y="2712"/>
                  </a:lnTo>
                  <a:lnTo>
                    <a:pt x="245" y="2834"/>
                  </a:lnTo>
                  <a:lnTo>
                    <a:pt x="293" y="2907"/>
                  </a:lnTo>
                  <a:lnTo>
                    <a:pt x="367" y="2956"/>
                  </a:lnTo>
                  <a:lnTo>
                    <a:pt x="1344" y="3591"/>
                  </a:lnTo>
                  <a:lnTo>
                    <a:pt x="1319" y="3786"/>
                  </a:lnTo>
                  <a:lnTo>
                    <a:pt x="1295" y="4006"/>
                  </a:lnTo>
                  <a:lnTo>
                    <a:pt x="245" y="4494"/>
                  </a:lnTo>
                  <a:lnTo>
                    <a:pt x="196" y="4519"/>
                  </a:lnTo>
                  <a:lnTo>
                    <a:pt x="123" y="4568"/>
                  </a:lnTo>
                  <a:lnTo>
                    <a:pt x="49" y="4714"/>
                  </a:lnTo>
                  <a:lnTo>
                    <a:pt x="0" y="4861"/>
                  </a:lnTo>
                  <a:lnTo>
                    <a:pt x="25" y="4934"/>
                  </a:lnTo>
                  <a:lnTo>
                    <a:pt x="25" y="5007"/>
                  </a:lnTo>
                  <a:lnTo>
                    <a:pt x="220" y="5545"/>
                  </a:lnTo>
                  <a:lnTo>
                    <a:pt x="245" y="5594"/>
                  </a:lnTo>
                  <a:lnTo>
                    <a:pt x="293" y="5667"/>
                  </a:lnTo>
                  <a:lnTo>
                    <a:pt x="391" y="5764"/>
                  </a:lnTo>
                  <a:lnTo>
                    <a:pt x="538" y="5813"/>
                  </a:lnTo>
                  <a:lnTo>
                    <a:pt x="684" y="5813"/>
                  </a:lnTo>
                  <a:lnTo>
                    <a:pt x="1832" y="5569"/>
                  </a:lnTo>
                  <a:lnTo>
                    <a:pt x="1954" y="5740"/>
                  </a:lnTo>
                  <a:lnTo>
                    <a:pt x="2101" y="5887"/>
                  </a:lnTo>
                  <a:lnTo>
                    <a:pt x="1710" y="6986"/>
                  </a:lnTo>
                  <a:lnTo>
                    <a:pt x="1686" y="7059"/>
                  </a:lnTo>
                  <a:lnTo>
                    <a:pt x="1686" y="7132"/>
                  </a:lnTo>
                  <a:lnTo>
                    <a:pt x="1710" y="7279"/>
                  </a:lnTo>
                  <a:lnTo>
                    <a:pt x="1783" y="7401"/>
                  </a:lnTo>
                  <a:lnTo>
                    <a:pt x="1857" y="7450"/>
                  </a:lnTo>
                  <a:lnTo>
                    <a:pt x="1905" y="7499"/>
                  </a:lnTo>
                  <a:lnTo>
                    <a:pt x="2418" y="7743"/>
                  </a:lnTo>
                  <a:lnTo>
                    <a:pt x="2492" y="7792"/>
                  </a:lnTo>
                  <a:lnTo>
                    <a:pt x="2711" y="7792"/>
                  </a:lnTo>
                  <a:lnTo>
                    <a:pt x="2858" y="7718"/>
                  </a:lnTo>
                  <a:lnTo>
                    <a:pt x="2907" y="7669"/>
                  </a:lnTo>
                  <a:lnTo>
                    <a:pt x="2956" y="7621"/>
                  </a:lnTo>
                  <a:lnTo>
                    <a:pt x="3591" y="6644"/>
                  </a:lnTo>
                  <a:lnTo>
                    <a:pt x="3810" y="6668"/>
                  </a:lnTo>
                  <a:lnTo>
                    <a:pt x="4006" y="6668"/>
                  </a:lnTo>
                  <a:lnTo>
                    <a:pt x="4494" y="7718"/>
                  </a:lnTo>
                  <a:lnTo>
                    <a:pt x="4543" y="7792"/>
                  </a:lnTo>
                  <a:lnTo>
                    <a:pt x="4592" y="7840"/>
                  </a:lnTo>
                  <a:lnTo>
                    <a:pt x="4714" y="7914"/>
                  </a:lnTo>
                  <a:lnTo>
                    <a:pt x="4861" y="7963"/>
                  </a:lnTo>
                  <a:lnTo>
                    <a:pt x="4934" y="7963"/>
                  </a:lnTo>
                  <a:lnTo>
                    <a:pt x="5007" y="7938"/>
                  </a:lnTo>
                  <a:lnTo>
                    <a:pt x="5544" y="7767"/>
                  </a:lnTo>
                  <a:lnTo>
                    <a:pt x="5618" y="7743"/>
                  </a:lnTo>
                  <a:lnTo>
                    <a:pt x="5667" y="7694"/>
                  </a:lnTo>
                  <a:lnTo>
                    <a:pt x="5764" y="7572"/>
                  </a:lnTo>
                  <a:lnTo>
                    <a:pt x="5838" y="7425"/>
                  </a:lnTo>
                  <a:lnTo>
                    <a:pt x="5838" y="7352"/>
                  </a:lnTo>
                  <a:lnTo>
                    <a:pt x="5838" y="7279"/>
                  </a:lnTo>
                  <a:lnTo>
                    <a:pt x="5593" y="6131"/>
                  </a:lnTo>
                  <a:lnTo>
                    <a:pt x="5740" y="6009"/>
                  </a:lnTo>
                  <a:lnTo>
                    <a:pt x="5911" y="5862"/>
                  </a:lnTo>
                  <a:lnTo>
                    <a:pt x="6985" y="6277"/>
                  </a:lnTo>
                  <a:lnTo>
                    <a:pt x="7059" y="6277"/>
                  </a:lnTo>
                  <a:lnTo>
                    <a:pt x="7132" y="6302"/>
                  </a:lnTo>
                  <a:lnTo>
                    <a:pt x="7278" y="6253"/>
                  </a:lnTo>
                  <a:lnTo>
                    <a:pt x="7425" y="6180"/>
                  </a:lnTo>
                  <a:lnTo>
                    <a:pt x="7474" y="6131"/>
                  </a:lnTo>
                  <a:lnTo>
                    <a:pt x="7523" y="6058"/>
                  </a:lnTo>
                  <a:lnTo>
                    <a:pt x="7767" y="5545"/>
                  </a:lnTo>
                  <a:lnTo>
                    <a:pt x="7791" y="5496"/>
                  </a:lnTo>
                  <a:lnTo>
                    <a:pt x="7816" y="5398"/>
                  </a:lnTo>
                  <a:lnTo>
                    <a:pt x="7791" y="5252"/>
                  </a:lnTo>
                  <a:lnTo>
                    <a:pt x="7718" y="5129"/>
                  </a:lnTo>
                  <a:lnTo>
                    <a:pt x="7669" y="5056"/>
                  </a:lnTo>
                  <a:lnTo>
                    <a:pt x="7620" y="5007"/>
                  </a:lnTo>
                  <a:lnTo>
                    <a:pt x="6643" y="4372"/>
                  </a:lnTo>
                  <a:lnTo>
                    <a:pt x="6668" y="4177"/>
                  </a:lnTo>
                  <a:lnTo>
                    <a:pt x="6668" y="3957"/>
                  </a:lnTo>
                  <a:lnTo>
                    <a:pt x="7718" y="3469"/>
                  </a:lnTo>
                  <a:lnTo>
                    <a:pt x="7791" y="3444"/>
                  </a:lnTo>
                  <a:lnTo>
                    <a:pt x="7865" y="3395"/>
                  </a:lnTo>
                  <a:lnTo>
                    <a:pt x="7938" y="3249"/>
                  </a:lnTo>
                  <a:lnTo>
                    <a:pt x="7962" y="3102"/>
                  </a:lnTo>
                  <a:lnTo>
                    <a:pt x="7962" y="3029"/>
                  </a:lnTo>
                  <a:lnTo>
                    <a:pt x="7962" y="2956"/>
                  </a:lnTo>
                  <a:lnTo>
                    <a:pt x="7767" y="2419"/>
                  </a:lnTo>
                  <a:lnTo>
                    <a:pt x="7743" y="2345"/>
                  </a:lnTo>
                  <a:lnTo>
                    <a:pt x="7694" y="2296"/>
                  </a:lnTo>
                  <a:lnTo>
                    <a:pt x="7572" y="2199"/>
                  </a:lnTo>
                  <a:lnTo>
                    <a:pt x="7449" y="2150"/>
                  </a:lnTo>
                  <a:lnTo>
                    <a:pt x="7278" y="2150"/>
                  </a:lnTo>
                  <a:lnTo>
                    <a:pt x="6155" y="2394"/>
                  </a:lnTo>
                  <a:lnTo>
                    <a:pt x="6033" y="2223"/>
                  </a:lnTo>
                  <a:lnTo>
                    <a:pt x="5886" y="2077"/>
                  </a:lnTo>
                  <a:lnTo>
                    <a:pt x="6277" y="978"/>
                  </a:lnTo>
                  <a:lnTo>
                    <a:pt x="6302" y="904"/>
                  </a:lnTo>
                  <a:lnTo>
                    <a:pt x="6302" y="831"/>
                  </a:lnTo>
                  <a:lnTo>
                    <a:pt x="6277" y="684"/>
                  </a:lnTo>
                  <a:lnTo>
                    <a:pt x="6179" y="562"/>
                  </a:lnTo>
                  <a:lnTo>
                    <a:pt x="6131" y="489"/>
                  </a:lnTo>
                  <a:lnTo>
                    <a:pt x="6082" y="465"/>
                  </a:lnTo>
                  <a:lnTo>
                    <a:pt x="5569" y="196"/>
                  </a:lnTo>
                  <a:lnTo>
                    <a:pt x="5496" y="172"/>
                  </a:lnTo>
                  <a:lnTo>
                    <a:pt x="5276" y="172"/>
                  </a:lnTo>
                  <a:lnTo>
                    <a:pt x="5129" y="245"/>
                  </a:lnTo>
                  <a:lnTo>
                    <a:pt x="5080" y="294"/>
                  </a:lnTo>
                  <a:lnTo>
                    <a:pt x="5032" y="343"/>
                  </a:lnTo>
                  <a:lnTo>
                    <a:pt x="4397" y="1319"/>
                  </a:lnTo>
                  <a:lnTo>
                    <a:pt x="4177" y="1295"/>
                  </a:lnTo>
                  <a:lnTo>
                    <a:pt x="3981" y="1295"/>
                  </a:lnTo>
                  <a:lnTo>
                    <a:pt x="3493" y="245"/>
                  </a:lnTo>
                  <a:lnTo>
                    <a:pt x="3444" y="172"/>
                  </a:lnTo>
                  <a:lnTo>
                    <a:pt x="3395" y="123"/>
                  </a:lnTo>
                  <a:lnTo>
                    <a:pt x="3273" y="49"/>
                  </a:lnTo>
                  <a:lnTo>
                    <a:pt x="3127"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1" name="Google Shape;761;p31"/>
          <p:cNvGrpSpPr/>
          <p:nvPr/>
        </p:nvGrpSpPr>
        <p:grpSpPr>
          <a:xfrm>
            <a:off x="3177104" y="2638307"/>
            <a:ext cx="346104" cy="353231"/>
            <a:chOff x="3955900" y="2984500"/>
            <a:chExt cx="414000" cy="422525"/>
          </a:xfrm>
        </p:grpSpPr>
        <p:sp>
          <p:nvSpPr>
            <p:cNvPr id="762" name="Google Shape;762;p31"/>
            <p:cNvSpPr/>
            <p:nvPr/>
          </p:nvSpPr>
          <p:spPr>
            <a:xfrm>
              <a:off x="3955900" y="2984500"/>
              <a:ext cx="315700" cy="315675"/>
            </a:xfrm>
            <a:custGeom>
              <a:rect b="b" l="l" r="r" t="t"/>
              <a:pathLst>
                <a:path extrusionOk="0" h="12627" w="12628">
                  <a:moveTo>
                    <a:pt x="6302" y="977"/>
                  </a:moveTo>
                  <a:lnTo>
                    <a:pt x="6863" y="1026"/>
                  </a:lnTo>
                  <a:lnTo>
                    <a:pt x="7376" y="1099"/>
                  </a:lnTo>
                  <a:lnTo>
                    <a:pt x="7889" y="1221"/>
                  </a:lnTo>
                  <a:lnTo>
                    <a:pt x="8378" y="1417"/>
                  </a:lnTo>
                  <a:lnTo>
                    <a:pt x="8842" y="1636"/>
                  </a:lnTo>
                  <a:lnTo>
                    <a:pt x="9281" y="1905"/>
                  </a:lnTo>
                  <a:lnTo>
                    <a:pt x="9697" y="2198"/>
                  </a:lnTo>
                  <a:lnTo>
                    <a:pt x="10087" y="2540"/>
                  </a:lnTo>
                  <a:lnTo>
                    <a:pt x="10429" y="2931"/>
                  </a:lnTo>
                  <a:lnTo>
                    <a:pt x="10722" y="3346"/>
                  </a:lnTo>
                  <a:lnTo>
                    <a:pt x="10991" y="3786"/>
                  </a:lnTo>
                  <a:lnTo>
                    <a:pt x="11211" y="4250"/>
                  </a:lnTo>
                  <a:lnTo>
                    <a:pt x="11406" y="4738"/>
                  </a:lnTo>
                  <a:lnTo>
                    <a:pt x="11528" y="5251"/>
                  </a:lnTo>
                  <a:lnTo>
                    <a:pt x="11626" y="5764"/>
                  </a:lnTo>
                  <a:lnTo>
                    <a:pt x="11650" y="6326"/>
                  </a:lnTo>
                  <a:lnTo>
                    <a:pt x="11626" y="6863"/>
                  </a:lnTo>
                  <a:lnTo>
                    <a:pt x="11528" y="7400"/>
                  </a:lnTo>
                  <a:lnTo>
                    <a:pt x="11406" y="7913"/>
                  </a:lnTo>
                  <a:lnTo>
                    <a:pt x="11211" y="8402"/>
                  </a:lnTo>
                  <a:lnTo>
                    <a:pt x="10991" y="8866"/>
                  </a:lnTo>
                  <a:lnTo>
                    <a:pt x="10722" y="9305"/>
                  </a:lnTo>
                  <a:lnTo>
                    <a:pt x="10429" y="9696"/>
                  </a:lnTo>
                  <a:lnTo>
                    <a:pt x="10087" y="10087"/>
                  </a:lnTo>
                  <a:lnTo>
                    <a:pt x="9697" y="10429"/>
                  </a:lnTo>
                  <a:lnTo>
                    <a:pt x="9281" y="10746"/>
                  </a:lnTo>
                  <a:lnTo>
                    <a:pt x="8842" y="11015"/>
                  </a:lnTo>
                  <a:lnTo>
                    <a:pt x="8378" y="11235"/>
                  </a:lnTo>
                  <a:lnTo>
                    <a:pt x="7889" y="11406"/>
                  </a:lnTo>
                  <a:lnTo>
                    <a:pt x="7376" y="11552"/>
                  </a:lnTo>
                  <a:lnTo>
                    <a:pt x="6863" y="11625"/>
                  </a:lnTo>
                  <a:lnTo>
                    <a:pt x="6302" y="11650"/>
                  </a:lnTo>
                  <a:lnTo>
                    <a:pt x="5764" y="11625"/>
                  </a:lnTo>
                  <a:lnTo>
                    <a:pt x="5227" y="11552"/>
                  </a:lnTo>
                  <a:lnTo>
                    <a:pt x="4714" y="11406"/>
                  </a:lnTo>
                  <a:lnTo>
                    <a:pt x="4226" y="11235"/>
                  </a:lnTo>
                  <a:lnTo>
                    <a:pt x="3762" y="11015"/>
                  </a:lnTo>
                  <a:lnTo>
                    <a:pt x="3322" y="10746"/>
                  </a:lnTo>
                  <a:lnTo>
                    <a:pt x="2931" y="10429"/>
                  </a:lnTo>
                  <a:lnTo>
                    <a:pt x="2541" y="10087"/>
                  </a:lnTo>
                  <a:lnTo>
                    <a:pt x="2199" y="9696"/>
                  </a:lnTo>
                  <a:lnTo>
                    <a:pt x="1881" y="9305"/>
                  </a:lnTo>
                  <a:lnTo>
                    <a:pt x="1613" y="8866"/>
                  </a:lnTo>
                  <a:lnTo>
                    <a:pt x="1393" y="8402"/>
                  </a:lnTo>
                  <a:lnTo>
                    <a:pt x="1222" y="7913"/>
                  </a:lnTo>
                  <a:lnTo>
                    <a:pt x="1075" y="7400"/>
                  </a:lnTo>
                  <a:lnTo>
                    <a:pt x="1002" y="6863"/>
                  </a:lnTo>
                  <a:lnTo>
                    <a:pt x="978" y="6326"/>
                  </a:lnTo>
                  <a:lnTo>
                    <a:pt x="1002" y="5764"/>
                  </a:lnTo>
                  <a:lnTo>
                    <a:pt x="1075" y="5251"/>
                  </a:lnTo>
                  <a:lnTo>
                    <a:pt x="1222" y="4738"/>
                  </a:lnTo>
                  <a:lnTo>
                    <a:pt x="1393" y="4250"/>
                  </a:lnTo>
                  <a:lnTo>
                    <a:pt x="1613" y="3786"/>
                  </a:lnTo>
                  <a:lnTo>
                    <a:pt x="1881" y="3346"/>
                  </a:lnTo>
                  <a:lnTo>
                    <a:pt x="2199" y="2931"/>
                  </a:lnTo>
                  <a:lnTo>
                    <a:pt x="2541" y="2540"/>
                  </a:lnTo>
                  <a:lnTo>
                    <a:pt x="2931" y="2198"/>
                  </a:lnTo>
                  <a:lnTo>
                    <a:pt x="3322" y="1905"/>
                  </a:lnTo>
                  <a:lnTo>
                    <a:pt x="3762" y="1636"/>
                  </a:lnTo>
                  <a:lnTo>
                    <a:pt x="4226" y="1417"/>
                  </a:lnTo>
                  <a:lnTo>
                    <a:pt x="4714" y="1221"/>
                  </a:lnTo>
                  <a:lnTo>
                    <a:pt x="5227" y="1099"/>
                  </a:lnTo>
                  <a:lnTo>
                    <a:pt x="5764" y="1026"/>
                  </a:lnTo>
                  <a:lnTo>
                    <a:pt x="6302" y="977"/>
                  </a:lnTo>
                  <a:close/>
                  <a:moveTo>
                    <a:pt x="6302" y="0"/>
                  </a:moveTo>
                  <a:lnTo>
                    <a:pt x="5984" y="24"/>
                  </a:lnTo>
                  <a:lnTo>
                    <a:pt x="5667" y="49"/>
                  </a:lnTo>
                  <a:lnTo>
                    <a:pt x="5349" y="73"/>
                  </a:lnTo>
                  <a:lnTo>
                    <a:pt x="5032" y="147"/>
                  </a:lnTo>
                  <a:lnTo>
                    <a:pt x="4739" y="220"/>
                  </a:lnTo>
                  <a:lnTo>
                    <a:pt x="4446" y="293"/>
                  </a:lnTo>
                  <a:lnTo>
                    <a:pt x="4153" y="391"/>
                  </a:lnTo>
                  <a:lnTo>
                    <a:pt x="3859" y="513"/>
                  </a:lnTo>
                  <a:lnTo>
                    <a:pt x="3566" y="635"/>
                  </a:lnTo>
                  <a:lnTo>
                    <a:pt x="3298" y="782"/>
                  </a:lnTo>
                  <a:lnTo>
                    <a:pt x="3029" y="928"/>
                  </a:lnTo>
                  <a:lnTo>
                    <a:pt x="2785" y="1075"/>
                  </a:lnTo>
                  <a:lnTo>
                    <a:pt x="2296" y="1441"/>
                  </a:lnTo>
                  <a:lnTo>
                    <a:pt x="1857" y="1856"/>
                  </a:lnTo>
                  <a:lnTo>
                    <a:pt x="1442" y="2296"/>
                  </a:lnTo>
                  <a:lnTo>
                    <a:pt x="1075" y="2784"/>
                  </a:lnTo>
                  <a:lnTo>
                    <a:pt x="904" y="3053"/>
                  </a:lnTo>
                  <a:lnTo>
                    <a:pt x="758" y="3322"/>
                  </a:lnTo>
                  <a:lnTo>
                    <a:pt x="611" y="3590"/>
                  </a:lnTo>
                  <a:lnTo>
                    <a:pt x="489" y="3859"/>
                  </a:lnTo>
                  <a:lnTo>
                    <a:pt x="391" y="4152"/>
                  </a:lnTo>
                  <a:lnTo>
                    <a:pt x="294" y="4445"/>
                  </a:lnTo>
                  <a:lnTo>
                    <a:pt x="196" y="4738"/>
                  </a:lnTo>
                  <a:lnTo>
                    <a:pt x="123" y="5056"/>
                  </a:lnTo>
                  <a:lnTo>
                    <a:pt x="74" y="5349"/>
                  </a:lnTo>
                  <a:lnTo>
                    <a:pt x="25" y="5666"/>
                  </a:lnTo>
                  <a:lnTo>
                    <a:pt x="1" y="5984"/>
                  </a:lnTo>
                  <a:lnTo>
                    <a:pt x="1" y="6326"/>
                  </a:lnTo>
                  <a:lnTo>
                    <a:pt x="1" y="6643"/>
                  </a:lnTo>
                  <a:lnTo>
                    <a:pt x="25" y="6961"/>
                  </a:lnTo>
                  <a:lnTo>
                    <a:pt x="74" y="7278"/>
                  </a:lnTo>
                  <a:lnTo>
                    <a:pt x="123" y="7596"/>
                  </a:lnTo>
                  <a:lnTo>
                    <a:pt x="196" y="7889"/>
                  </a:lnTo>
                  <a:lnTo>
                    <a:pt x="294" y="8206"/>
                  </a:lnTo>
                  <a:lnTo>
                    <a:pt x="391" y="8499"/>
                  </a:lnTo>
                  <a:lnTo>
                    <a:pt x="489" y="8768"/>
                  </a:lnTo>
                  <a:lnTo>
                    <a:pt x="611" y="9061"/>
                  </a:lnTo>
                  <a:lnTo>
                    <a:pt x="758" y="9330"/>
                  </a:lnTo>
                  <a:lnTo>
                    <a:pt x="904" y="9598"/>
                  </a:lnTo>
                  <a:lnTo>
                    <a:pt x="1075" y="9843"/>
                  </a:lnTo>
                  <a:lnTo>
                    <a:pt x="1442" y="10331"/>
                  </a:lnTo>
                  <a:lnTo>
                    <a:pt x="1857" y="10771"/>
                  </a:lnTo>
                  <a:lnTo>
                    <a:pt x="2296" y="11186"/>
                  </a:lnTo>
                  <a:lnTo>
                    <a:pt x="2785" y="11552"/>
                  </a:lnTo>
                  <a:lnTo>
                    <a:pt x="3029" y="11723"/>
                  </a:lnTo>
                  <a:lnTo>
                    <a:pt x="3298" y="11870"/>
                  </a:lnTo>
                  <a:lnTo>
                    <a:pt x="3566" y="12016"/>
                  </a:lnTo>
                  <a:lnTo>
                    <a:pt x="3859" y="12138"/>
                  </a:lnTo>
                  <a:lnTo>
                    <a:pt x="4153" y="12236"/>
                  </a:lnTo>
                  <a:lnTo>
                    <a:pt x="4446" y="12334"/>
                  </a:lnTo>
                  <a:lnTo>
                    <a:pt x="4739" y="12431"/>
                  </a:lnTo>
                  <a:lnTo>
                    <a:pt x="5032" y="12505"/>
                  </a:lnTo>
                  <a:lnTo>
                    <a:pt x="5349" y="12553"/>
                  </a:lnTo>
                  <a:lnTo>
                    <a:pt x="5667" y="12602"/>
                  </a:lnTo>
                  <a:lnTo>
                    <a:pt x="5984" y="12627"/>
                  </a:lnTo>
                  <a:lnTo>
                    <a:pt x="6644" y="12627"/>
                  </a:lnTo>
                  <a:lnTo>
                    <a:pt x="6961" y="12602"/>
                  </a:lnTo>
                  <a:lnTo>
                    <a:pt x="7279" y="12553"/>
                  </a:lnTo>
                  <a:lnTo>
                    <a:pt x="7572" y="12505"/>
                  </a:lnTo>
                  <a:lnTo>
                    <a:pt x="7889" y="12431"/>
                  </a:lnTo>
                  <a:lnTo>
                    <a:pt x="8182" y="12334"/>
                  </a:lnTo>
                  <a:lnTo>
                    <a:pt x="8475" y="12236"/>
                  </a:lnTo>
                  <a:lnTo>
                    <a:pt x="8768" y="12138"/>
                  </a:lnTo>
                  <a:lnTo>
                    <a:pt x="9037" y="12016"/>
                  </a:lnTo>
                  <a:lnTo>
                    <a:pt x="9306" y="11870"/>
                  </a:lnTo>
                  <a:lnTo>
                    <a:pt x="9574" y="11723"/>
                  </a:lnTo>
                  <a:lnTo>
                    <a:pt x="9843" y="11552"/>
                  </a:lnTo>
                  <a:lnTo>
                    <a:pt x="10332" y="11186"/>
                  </a:lnTo>
                  <a:lnTo>
                    <a:pt x="10771" y="10771"/>
                  </a:lnTo>
                  <a:lnTo>
                    <a:pt x="11186" y="10331"/>
                  </a:lnTo>
                  <a:lnTo>
                    <a:pt x="11553" y="9843"/>
                  </a:lnTo>
                  <a:lnTo>
                    <a:pt x="11699" y="9598"/>
                  </a:lnTo>
                  <a:lnTo>
                    <a:pt x="11846" y="9330"/>
                  </a:lnTo>
                  <a:lnTo>
                    <a:pt x="11992" y="9061"/>
                  </a:lnTo>
                  <a:lnTo>
                    <a:pt x="12114" y="8768"/>
                  </a:lnTo>
                  <a:lnTo>
                    <a:pt x="12237" y="8499"/>
                  </a:lnTo>
                  <a:lnTo>
                    <a:pt x="12334" y="8206"/>
                  </a:lnTo>
                  <a:lnTo>
                    <a:pt x="12432" y="7889"/>
                  </a:lnTo>
                  <a:lnTo>
                    <a:pt x="12481" y="7596"/>
                  </a:lnTo>
                  <a:lnTo>
                    <a:pt x="12554" y="7278"/>
                  </a:lnTo>
                  <a:lnTo>
                    <a:pt x="12578" y="6961"/>
                  </a:lnTo>
                  <a:lnTo>
                    <a:pt x="12603" y="6643"/>
                  </a:lnTo>
                  <a:lnTo>
                    <a:pt x="12627" y="6326"/>
                  </a:lnTo>
                  <a:lnTo>
                    <a:pt x="12603" y="5984"/>
                  </a:lnTo>
                  <a:lnTo>
                    <a:pt x="12578" y="5666"/>
                  </a:lnTo>
                  <a:lnTo>
                    <a:pt x="12554" y="5349"/>
                  </a:lnTo>
                  <a:lnTo>
                    <a:pt x="12481" y="5056"/>
                  </a:lnTo>
                  <a:lnTo>
                    <a:pt x="12432" y="4738"/>
                  </a:lnTo>
                  <a:lnTo>
                    <a:pt x="12334" y="4445"/>
                  </a:lnTo>
                  <a:lnTo>
                    <a:pt x="12237" y="4152"/>
                  </a:lnTo>
                  <a:lnTo>
                    <a:pt x="12114" y="3859"/>
                  </a:lnTo>
                  <a:lnTo>
                    <a:pt x="11992" y="3590"/>
                  </a:lnTo>
                  <a:lnTo>
                    <a:pt x="11846" y="3322"/>
                  </a:lnTo>
                  <a:lnTo>
                    <a:pt x="11699" y="3053"/>
                  </a:lnTo>
                  <a:lnTo>
                    <a:pt x="11553" y="2784"/>
                  </a:lnTo>
                  <a:lnTo>
                    <a:pt x="11186" y="2296"/>
                  </a:lnTo>
                  <a:lnTo>
                    <a:pt x="10771" y="1856"/>
                  </a:lnTo>
                  <a:lnTo>
                    <a:pt x="10332" y="1441"/>
                  </a:lnTo>
                  <a:lnTo>
                    <a:pt x="9843" y="1075"/>
                  </a:lnTo>
                  <a:lnTo>
                    <a:pt x="9574" y="928"/>
                  </a:lnTo>
                  <a:lnTo>
                    <a:pt x="9306" y="782"/>
                  </a:lnTo>
                  <a:lnTo>
                    <a:pt x="9037" y="635"/>
                  </a:lnTo>
                  <a:lnTo>
                    <a:pt x="8768" y="513"/>
                  </a:lnTo>
                  <a:lnTo>
                    <a:pt x="8475" y="391"/>
                  </a:lnTo>
                  <a:lnTo>
                    <a:pt x="8182" y="293"/>
                  </a:lnTo>
                  <a:lnTo>
                    <a:pt x="7889" y="220"/>
                  </a:lnTo>
                  <a:lnTo>
                    <a:pt x="7572" y="147"/>
                  </a:lnTo>
                  <a:lnTo>
                    <a:pt x="7279" y="73"/>
                  </a:lnTo>
                  <a:lnTo>
                    <a:pt x="6961" y="49"/>
                  </a:lnTo>
                  <a:lnTo>
                    <a:pt x="6644" y="24"/>
                  </a:lnTo>
                  <a:lnTo>
                    <a:pt x="6302"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31"/>
            <p:cNvSpPr/>
            <p:nvPr/>
          </p:nvSpPr>
          <p:spPr>
            <a:xfrm>
              <a:off x="3992525" y="3021125"/>
              <a:ext cx="242425" cy="242425"/>
            </a:xfrm>
            <a:custGeom>
              <a:rect b="b" l="l" r="r" t="t"/>
              <a:pathLst>
                <a:path extrusionOk="0" h="9697" w="9697">
                  <a:moveTo>
                    <a:pt x="4934" y="1466"/>
                  </a:moveTo>
                  <a:lnTo>
                    <a:pt x="5008" y="1490"/>
                  </a:lnTo>
                  <a:lnTo>
                    <a:pt x="5081" y="1539"/>
                  </a:lnTo>
                  <a:lnTo>
                    <a:pt x="5154" y="1588"/>
                  </a:lnTo>
                  <a:lnTo>
                    <a:pt x="5203" y="1637"/>
                  </a:lnTo>
                  <a:lnTo>
                    <a:pt x="5252" y="1734"/>
                  </a:lnTo>
                  <a:lnTo>
                    <a:pt x="5276" y="1808"/>
                  </a:lnTo>
                  <a:lnTo>
                    <a:pt x="5276" y="1905"/>
                  </a:lnTo>
                  <a:lnTo>
                    <a:pt x="5276" y="1979"/>
                  </a:lnTo>
                  <a:lnTo>
                    <a:pt x="5252" y="2076"/>
                  </a:lnTo>
                  <a:lnTo>
                    <a:pt x="5203" y="2150"/>
                  </a:lnTo>
                  <a:lnTo>
                    <a:pt x="5154" y="2198"/>
                  </a:lnTo>
                  <a:lnTo>
                    <a:pt x="5081" y="2247"/>
                  </a:lnTo>
                  <a:lnTo>
                    <a:pt x="5008" y="2296"/>
                  </a:lnTo>
                  <a:lnTo>
                    <a:pt x="4934" y="2321"/>
                  </a:lnTo>
                  <a:lnTo>
                    <a:pt x="4837" y="2345"/>
                  </a:lnTo>
                  <a:lnTo>
                    <a:pt x="4593" y="2345"/>
                  </a:lnTo>
                  <a:lnTo>
                    <a:pt x="4348" y="2394"/>
                  </a:lnTo>
                  <a:lnTo>
                    <a:pt x="4104" y="2443"/>
                  </a:lnTo>
                  <a:lnTo>
                    <a:pt x="3860" y="2540"/>
                  </a:lnTo>
                  <a:lnTo>
                    <a:pt x="3640" y="2638"/>
                  </a:lnTo>
                  <a:lnTo>
                    <a:pt x="3445" y="2760"/>
                  </a:lnTo>
                  <a:lnTo>
                    <a:pt x="3249" y="2907"/>
                  </a:lnTo>
                  <a:lnTo>
                    <a:pt x="3054" y="3078"/>
                  </a:lnTo>
                  <a:lnTo>
                    <a:pt x="2907" y="3249"/>
                  </a:lnTo>
                  <a:lnTo>
                    <a:pt x="2761" y="3444"/>
                  </a:lnTo>
                  <a:lnTo>
                    <a:pt x="2639" y="3664"/>
                  </a:lnTo>
                  <a:lnTo>
                    <a:pt x="2517" y="3884"/>
                  </a:lnTo>
                  <a:lnTo>
                    <a:pt x="2443" y="4103"/>
                  </a:lnTo>
                  <a:lnTo>
                    <a:pt x="2370" y="4348"/>
                  </a:lnTo>
                  <a:lnTo>
                    <a:pt x="2346" y="4592"/>
                  </a:lnTo>
                  <a:lnTo>
                    <a:pt x="2321" y="4861"/>
                  </a:lnTo>
                  <a:lnTo>
                    <a:pt x="2321" y="4934"/>
                  </a:lnTo>
                  <a:lnTo>
                    <a:pt x="2297" y="5032"/>
                  </a:lnTo>
                  <a:lnTo>
                    <a:pt x="2248" y="5105"/>
                  </a:lnTo>
                  <a:lnTo>
                    <a:pt x="2199" y="5154"/>
                  </a:lnTo>
                  <a:lnTo>
                    <a:pt x="2126" y="5227"/>
                  </a:lnTo>
                  <a:lnTo>
                    <a:pt x="2053" y="5251"/>
                  </a:lnTo>
                  <a:lnTo>
                    <a:pt x="1979" y="5276"/>
                  </a:lnTo>
                  <a:lnTo>
                    <a:pt x="1882" y="5300"/>
                  </a:lnTo>
                  <a:lnTo>
                    <a:pt x="1808" y="5276"/>
                  </a:lnTo>
                  <a:lnTo>
                    <a:pt x="1711" y="5251"/>
                  </a:lnTo>
                  <a:lnTo>
                    <a:pt x="1637" y="5227"/>
                  </a:lnTo>
                  <a:lnTo>
                    <a:pt x="1564" y="5154"/>
                  </a:lnTo>
                  <a:lnTo>
                    <a:pt x="1515" y="5105"/>
                  </a:lnTo>
                  <a:lnTo>
                    <a:pt x="1491" y="5032"/>
                  </a:lnTo>
                  <a:lnTo>
                    <a:pt x="1466" y="4934"/>
                  </a:lnTo>
                  <a:lnTo>
                    <a:pt x="1442" y="4861"/>
                  </a:lnTo>
                  <a:lnTo>
                    <a:pt x="1466" y="4494"/>
                  </a:lnTo>
                  <a:lnTo>
                    <a:pt x="1515" y="4177"/>
                  </a:lnTo>
                  <a:lnTo>
                    <a:pt x="1588" y="3835"/>
                  </a:lnTo>
                  <a:lnTo>
                    <a:pt x="1711" y="3542"/>
                  </a:lnTo>
                  <a:lnTo>
                    <a:pt x="1857" y="3224"/>
                  </a:lnTo>
                  <a:lnTo>
                    <a:pt x="2028" y="2956"/>
                  </a:lnTo>
                  <a:lnTo>
                    <a:pt x="2223" y="2687"/>
                  </a:lnTo>
                  <a:lnTo>
                    <a:pt x="2443" y="2443"/>
                  </a:lnTo>
                  <a:lnTo>
                    <a:pt x="2688" y="2223"/>
                  </a:lnTo>
                  <a:lnTo>
                    <a:pt x="2956" y="2028"/>
                  </a:lnTo>
                  <a:lnTo>
                    <a:pt x="3225" y="1857"/>
                  </a:lnTo>
                  <a:lnTo>
                    <a:pt x="3518" y="1710"/>
                  </a:lnTo>
                  <a:lnTo>
                    <a:pt x="3835" y="1612"/>
                  </a:lnTo>
                  <a:lnTo>
                    <a:pt x="4153" y="1515"/>
                  </a:lnTo>
                  <a:lnTo>
                    <a:pt x="4495" y="1466"/>
                  </a:lnTo>
                  <a:close/>
                  <a:moveTo>
                    <a:pt x="4837" y="0"/>
                  </a:moveTo>
                  <a:lnTo>
                    <a:pt x="4348" y="25"/>
                  </a:lnTo>
                  <a:lnTo>
                    <a:pt x="3860" y="98"/>
                  </a:lnTo>
                  <a:lnTo>
                    <a:pt x="3396" y="220"/>
                  </a:lnTo>
                  <a:lnTo>
                    <a:pt x="2956" y="391"/>
                  </a:lnTo>
                  <a:lnTo>
                    <a:pt x="2541" y="587"/>
                  </a:lnTo>
                  <a:lnTo>
                    <a:pt x="2150" y="831"/>
                  </a:lnTo>
                  <a:lnTo>
                    <a:pt x="1759" y="1124"/>
                  </a:lnTo>
                  <a:lnTo>
                    <a:pt x="1418" y="1441"/>
                  </a:lnTo>
                  <a:lnTo>
                    <a:pt x="1100" y="1783"/>
                  </a:lnTo>
                  <a:lnTo>
                    <a:pt x="831" y="2150"/>
                  </a:lnTo>
                  <a:lnTo>
                    <a:pt x="587" y="2540"/>
                  </a:lnTo>
                  <a:lnTo>
                    <a:pt x="392" y="2980"/>
                  </a:lnTo>
                  <a:lnTo>
                    <a:pt x="221" y="3420"/>
                  </a:lnTo>
                  <a:lnTo>
                    <a:pt x="99" y="3884"/>
                  </a:lnTo>
                  <a:lnTo>
                    <a:pt x="25" y="4348"/>
                  </a:lnTo>
                  <a:lnTo>
                    <a:pt x="1" y="4861"/>
                  </a:lnTo>
                  <a:lnTo>
                    <a:pt x="25" y="5349"/>
                  </a:lnTo>
                  <a:lnTo>
                    <a:pt x="99" y="5838"/>
                  </a:lnTo>
                  <a:lnTo>
                    <a:pt x="221" y="6302"/>
                  </a:lnTo>
                  <a:lnTo>
                    <a:pt x="392" y="6741"/>
                  </a:lnTo>
                  <a:lnTo>
                    <a:pt x="587" y="7156"/>
                  </a:lnTo>
                  <a:lnTo>
                    <a:pt x="831" y="7547"/>
                  </a:lnTo>
                  <a:lnTo>
                    <a:pt x="1100" y="7938"/>
                  </a:lnTo>
                  <a:lnTo>
                    <a:pt x="1418" y="8280"/>
                  </a:lnTo>
                  <a:lnTo>
                    <a:pt x="1759" y="8597"/>
                  </a:lnTo>
                  <a:lnTo>
                    <a:pt x="2150" y="8866"/>
                  </a:lnTo>
                  <a:lnTo>
                    <a:pt x="2541" y="9110"/>
                  </a:lnTo>
                  <a:lnTo>
                    <a:pt x="2956" y="9306"/>
                  </a:lnTo>
                  <a:lnTo>
                    <a:pt x="3396" y="9477"/>
                  </a:lnTo>
                  <a:lnTo>
                    <a:pt x="3860" y="9599"/>
                  </a:lnTo>
                  <a:lnTo>
                    <a:pt x="4348" y="9672"/>
                  </a:lnTo>
                  <a:lnTo>
                    <a:pt x="4837" y="9696"/>
                  </a:lnTo>
                  <a:lnTo>
                    <a:pt x="5350" y="9672"/>
                  </a:lnTo>
                  <a:lnTo>
                    <a:pt x="5814" y="9599"/>
                  </a:lnTo>
                  <a:lnTo>
                    <a:pt x="6278" y="9477"/>
                  </a:lnTo>
                  <a:lnTo>
                    <a:pt x="6717" y="9306"/>
                  </a:lnTo>
                  <a:lnTo>
                    <a:pt x="7157" y="9110"/>
                  </a:lnTo>
                  <a:lnTo>
                    <a:pt x="7548" y="8866"/>
                  </a:lnTo>
                  <a:lnTo>
                    <a:pt x="7914" y="8597"/>
                  </a:lnTo>
                  <a:lnTo>
                    <a:pt x="8256" y="8280"/>
                  </a:lnTo>
                  <a:lnTo>
                    <a:pt x="8573" y="7938"/>
                  </a:lnTo>
                  <a:lnTo>
                    <a:pt x="8867" y="7547"/>
                  </a:lnTo>
                  <a:lnTo>
                    <a:pt x="9111" y="7156"/>
                  </a:lnTo>
                  <a:lnTo>
                    <a:pt x="9306" y="6741"/>
                  </a:lnTo>
                  <a:lnTo>
                    <a:pt x="9477" y="6302"/>
                  </a:lnTo>
                  <a:lnTo>
                    <a:pt x="9599" y="5838"/>
                  </a:lnTo>
                  <a:lnTo>
                    <a:pt x="9673" y="5349"/>
                  </a:lnTo>
                  <a:lnTo>
                    <a:pt x="9697" y="4861"/>
                  </a:lnTo>
                  <a:lnTo>
                    <a:pt x="9673" y="4348"/>
                  </a:lnTo>
                  <a:lnTo>
                    <a:pt x="9599" y="3884"/>
                  </a:lnTo>
                  <a:lnTo>
                    <a:pt x="9477" y="3420"/>
                  </a:lnTo>
                  <a:lnTo>
                    <a:pt x="9306" y="2980"/>
                  </a:lnTo>
                  <a:lnTo>
                    <a:pt x="9111" y="2540"/>
                  </a:lnTo>
                  <a:lnTo>
                    <a:pt x="8867" y="2150"/>
                  </a:lnTo>
                  <a:lnTo>
                    <a:pt x="8573" y="1783"/>
                  </a:lnTo>
                  <a:lnTo>
                    <a:pt x="8256" y="1441"/>
                  </a:lnTo>
                  <a:lnTo>
                    <a:pt x="7914" y="1124"/>
                  </a:lnTo>
                  <a:lnTo>
                    <a:pt x="7548" y="831"/>
                  </a:lnTo>
                  <a:lnTo>
                    <a:pt x="7157" y="587"/>
                  </a:lnTo>
                  <a:lnTo>
                    <a:pt x="6717" y="391"/>
                  </a:lnTo>
                  <a:lnTo>
                    <a:pt x="6278" y="220"/>
                  </a:lnTo>
                  <a:lnTo>
                    <a:pt x="5814" y="98"/>
                  </a:lnTo>
                  <a:lnTo>
                    <a:pt x="5350" y="25"/>
                  </a:lnTo>
                  <a:lnTo>
                    <a:pt x="4837"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31"/>
            <p:cNvSpPr/>
            <p:nvPr/>
          </p:nvSpPr>
          <p:spPr>
            <a:xfrm>
              <a:off x="4215400" y="3253150"/>
              <a:ext cx="154500" cy="153875"/>
            </a:xfrm>
            <a:custGeom>
              <a:rect b="b" l="l" r="r" t="t"/>
              <a:pathLst>
                <a:path extrusionOk="0" h="6155" w="6180">
                  <a:moveTo>
                    <a:pt x="1075" y="0"/>
                  </a:moveTo>
                  <a:lnTo>
                    <a:pt x="831" y="269"/>
                  </a:lnTo>
                  <a:lnTo>
                    <a:pt x="562" y="537"/>
                  </a:lnTo>
                  <a:lnTo>
                    <a:pt x="293" y="782"/>
                  </a:lnTo>
                  <a:lnTo>
                    <a:pt x="0" y="1026"/>
                  </a:lnTo>
                  <a:lnTo>
                    <a:pt x="4983" y="6008"/>
                  </a:lnTo>
                  <a:lnTo>
                    <a:pt x="5056" y="6057"/>
                  </a:lnTo>
                  <a:lnTo>
                    <a:pt x="5129" y="6106"/>
                  </a:lnTo>
                  <a:lnTo>
                    <a:pt x="5227" y="6130"/>
                  </a:lnTo>
                  <a:lnTo>
                    <a:pt x="5325" y="6155"/>
                  </a:lnTo>
                  <a:lnTo>
                    <a:pt x="5422" y="6130"/>
                  </a:lnTo>
                  <a:lnTo>
                    <a:pt x="5496" y="6106"/>
                  </a:lnTo>
                  <a:lnTo>
                    <a:pt x="5593" y="6057"/>
                  </a:lnTo>
                  <a:lnTo>
                    <a:pt x="5667" y="6008"/>
                  </a:lnTo>
                  <a:lnTo>
                    <a:pt x="6033" y="5642"/>
                  </a:lnTo>
                  <a:lnTo>
                    <a:pt x="6106" y="5569"/>
                  </a:lnTo>
                  <a:lnTo>
                    <a:pt x="6155" y="5471"/>
                  </a:lnTo>
                  <a:lnTo>
                    <a:pt x="6179" y="5373"/>
                  </a:lnTo>
                  <a:lnTo>
                    <a:pt x="6179" y="5300"/>
                  </a:lnTo>
                  <a:lnTo>
                    <a:pt x="6179" y="5202"/>
                  </a:lnTo>
                  <a:lnTo>
                    <a:pt x="6155" y="5105"/>
                  </a:lnTo>
                  <a:lnTo>
                    <a:pt x="6106" y="5031"/>
                  </a:lnTo>
                  <a:lnTo>
                    <a:pt x="6033" y="4934"/>
                  </a:lnTo>
                  <a:lnTo>
                    <a:pt x="1075"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5" name="Google Shape;765;p31"/>
          <p:cNvSpPr/>
          <p:nvPr/>
        </p:nvSpPr>
        <p:spPr>
          <a:xfrm>
            <a:off x="341117" y="3226449"/>
            <a:ext cx="386922" cy="304241"/>
          </a:xfrm>
          <a:custGeom>
            <a:rect b="b" l="l" r="r" t="t"/>
            <a:pathLst>
              <a:path extrusionOk="0" h="14557" w="18513">
                <a:moveTo>
                  <a:pt x="9159" y="2125"/>
                </a:moveTo>
                <a:lnTo>
                  <a:pt x="9403" y="2150"/>
                </a:lnTo>
                <a:lnTo>
                  <a:pt x="9672" y="2198"/>
                </a:lnTo>
                <a:lnTo>
                  <a:pt x="9916" y="2272"/>
                </a:lnTo>
                <a:lnTo>
                  <a:pt x="10160" y="2345"/>
                </a:lnTo>
                <a:lnTo>
                  <a:pt x="10404" y="2443"/>
                </a:lnTo>
                <a:lnTo>
                  <a:pt x="10624" y="2565"/>
                </a:lnTo>
                <a:lnTo>
                  <a:pt x="10820" y="2687"/>
                </a:lnTo>
                <a:lnTo>
                  <a:pt x="10893" y="2760"/>
                </a:lnTo>
                <a:lnTo>
                  <a:pt x="10942" y="2858"/>
                </a:lnTo>
                <a:lnTo>
                  <a:pt x="10942" y="2956"/>
                </a:lnTo>
                <a:lnTo>
                  <a:pt x="10917" y="3078"/>
                </a:lnTo>
                <a:lnTo>
                  <a:pt x="10844" y="3151"/>
                </a:lnTo>
                <a:lnTo>
                  <a:pt x="10771" y="3200"/>
                </a:lnTo>
                <a:lnTo>
                  <a:pt x="10698" y="3224"/>
                </a:lnTo>
                <a:lnTo>
                  <a:pt x="10600" y="3175"/>
                </a:lnTo>
                <a:lnTo>
                  <a:pt x="10404" y="3053"/>
                </a:lnTo>
                <a:lnTo>
                  <a:pt x="10209" y="2956"/>
                </a:lnTo>
                <a:lnTo>
                  <a:pt x="10014" y="2882"/>
                </a:lnTo>
                <a:lnTo>
                  <a:pt x="9794" y="2809"/>
                </a:lnTo>
                <a:lnTo>
                  <a:pt x="9574" y="2760"/>
                </a:lnTo>
                <a:lnTo>
                  <a:pt x="9354" y="2711"/>
                </a:lnTo>
                <a:lnTo>
                  <a:pt x="9110" y="2687"/>
                </a:lnTo>
                <a:lnTo>
                  <a:pt x="8646" y="2687"/>
                </a:lnTo>
                <a:lnTo>
                  <a:pt x="8426" y="2711"/>
                </a:lnTo>
                <a:lnTo>
                  <a:pt x="8206" y="2760"/>
                </a:lnTo>
                <a:lnTo>
                  <a:pt x="7987" y="2809"/>
                </a:lnTo>
                <a:lnTo>
                  <a:pt x="7767" y="2882"/>
                </a:lnTo>
                <a:lnTo>
                  <a:pt x="7547" y="2956"/>
                </a:lnTo>
                <a:lnTo>
                  <a:pt x="7352" y="3053"/>
                </a:lnTo>
                <a:lnTo>
                  <a:pt x="7181" y="3175"/>
                </a:lnTo>
                <a:lnTo>
                  <a:pt x="7107" y="3200"/>
                </a:lnTo>
                <a:lnTo>
                  <a:pt x="7059" y="3224"/>
                </a:lnTo>
                <a:lnTo>
                  <a:pt x="7010" y="3200"/>
                </a:lnTo>
                <a:lnTo>
                  <a:pt x="6936" y="3175"/>
                </a:lnTo>
                <a:lnTo>
                  <a:pt x="6888" y="3127"/>
                </a:lnTo>
                <a:lnTo>
                  <a:pt x="6863" y="3078"/>
                </a:lnTo>
                <a:lnTo>
                  <a:pt x="6839" y="2956"/>
                </a:lnTo>
                <a:lnTo>
                  <a:pt x="6839" y="2858"/>
                </a:lnTo>
                <a:lnTo>
                  <a:pt x="6888" y="2760"/>
                </a:lnTo>
                <a:lnTo>
                  <a:pt x="6936" y="2687"/>
                </a:lnTo>
                <a:lnTo>
                  <a:pt x="7156" y="2565"/>
                </a:lnTo>
                <a:lnTo>
                  <a:pt x="7376" y="2443"/>
                </a:lnTo>
                <a:lnTo>
                  <a:pt x="7620" y="2345"/>
                </a:lnTo>
                <a:lnTo>
                  <a:pt x="7864" y="2272"/>
                </a:lnTo>
                <a:lnTo>
                  <a:pt x="8109" y="2198"/>
                </a:lnTo>
                <a:lnTo>
                  <a:pt x="8377" y="2150"/>
                </a:lnTo>
                <a:lnTo>
                  <a:pt x="8622" y="2125"/>
                </a:lnTo>
                <a:close/>
                <a:moveTo>
                  <a:pt x="3761" y="5373"/>
                </a:moveTo>
                <a:lnTo>
                  <a:pt x="3884" y="5398"/>
                </a:lnTo>
                <a:lnTo>
                  <a:pt x="4030" y="5447"/>
                </a:lnTo>
                <a:lnTo>
                  <a:pt x="4128" y="5496"/>
                </a:lnTo>
                <a:lnTo>
                  <a:pt x="4250" y="5569"/>
                </a:lnTo>
                <a:lnTo>
                  <a:pt x="4323" y="5691"/>
                </a:lnTo>
                <a:lnTo>
                  <a:pt x="4372" y="5789"/>
                </a:lnTo>
                <a:lnTo>
                  <a:pt x="4421" y="5911"/>
                </a:lnTo>
                <a:lnTo>
                  <a:pt x="4445" y="6057"/>
                </a:lnTo>
                <a:lnTo>
                  <a:pt x="4421" y="6204"/>
                </a:lnTo>
                <a:lnTo>
                  <a:pt x="4372" y="6326"/>
                </a:lnTo>
                <a:lnTo>
                  <a:pt x="4323" y="6448"/>
                </a:lnTo>
                <a:lnTo>
                  <a:pt x="4250" y="6546"/>
                </a:lnTo>
                <a:lnTo>
                  <a:pt x="4128" y="6619"/>
                </a:lnTo>
                <a:lnTo>
                  <a:pt x="4030" y="6692"/>
                </a:lnTo>
                <a:lnTo>
                  <a:pt x="3884" y="6717"/>
                </a:lnTo>
                <a:lnTo>
                  <a:pt x="3761" y="6741"/>
                </a:lnTo>
                <a:lnTo>
                  <a:pt x="3615" y="6717"/>
                </a:lnTo>
                <a:lnTo>
                  <a:pt x="3493" y="6692"/>
                </a:lnTo>
                <a:lnTo>
                  <a:pt x="3371" y="6619"/>
                </a:lnTo>
                <a:lnTo>
                  <a:pt x="3273" y="6546"/>
                </a:lnTo>
                <a:lnTo>
                  <a:pt x="3200" y="6448"/>
                </a:lnTo>
                <a:lnTo>
                  <a:pt x="3126" y="6326"/>
                </a:lnTo>
                <a:lnTo>
                  <a:pt x="3102" y="6204"/>
                </a:lnTo>
                <a:lnTo>
                  <a:pt x="3078" y="6057"/>
                </a:lnTo>
                <a:lnTo>
                  <a:pt x="3102" y="5911"/>
                </a:lnTo>
                <a:lnTo>
                  <a:pt x="3126" y="5789"/>
                </a:lnTo>
                <a:lnTo>
                  <a:pt x="3200" y="5691"/>
                </a:lnTo>
                <a:lnTo>
                  <a:pt x="3273" y="5569"/>
                </a:lnTo>
                <a:lnTo>
                  <a:pt x="3371" y="5496"/>
                </a:lnTo>
                <a:lnTo>
                  <a:pt x="3493" y="5447"/>
                </a:lnTo>
                <a:lnTo>
                  <a:pt x="3615" y="5398"/>
                </a:lnTo>
                <a:lnTo>
                  <a:pt x="3761" y="5373"/>
                </a:lnTo>
                <a:close/>
                <a:moveTo>
                  <a:pt x="17609" y="6741"/>
                </a:moveTo>
                <a:lnTo>
                  <a:pt x="17609" y="6790"/>
                </a:lnTo>
                <a:lnTo>
                  <a:pt x="17585" y="6888"/>
                </a:lnTo>
                <a:lnTo>
                  <a:pt x="17560" y="6937"/>
                </a:lnTo>
                <a:lnTo>
                  <a:pt x="17512" y="7010"/>
                </a:lnTo>
                <a:lnTo>
                  <a:pt x="17365" y="7132"/>
                </a:lnTo>
                <a:lnTo>
                  <a:pt x="17365" y="7132"/>
                </a:lnTo>
                <a:lnTo>
                  <a:pt x="17389" y="7010"/>
                </a:lnTo>
                <a:lnTo>
                  <a:pt x="17414" y="6863"/>
                </a:lnTo>
                <a:lnTo>
                  <a:pt x="17463" y="6790"/>
                </a:lnTo>
                <a:lnTo>
                  <a:pt x="17512" y="6766"/>
                </a:lnTo>
                <a:lnTo>
                  <a:pt x="17560" y="6741"/>
                </a:lnTo>
                <a:close/>
                <a:moveTo>
                  <a:pt x="4836" y="0"/>
                </a:moveTo>
                <a:lnTo>
                  <a:pt x="4738" y="196"/>
                </a:lnTo>
                <a:lnTo>
                  <a:pt x="4641" y="391"/>
                </a:lnTo>
                <a:lnTo>
                  <a:pt x="4543" y="684"/>
                </a:lnTo>
                <a:lnTo>
                  <a:pt x="4445" y="1002"/>
                </a:lnTo>
                <a:lnTo>
                  <a:pt x="4396" y="1393"/>
                </a:lnTo>
                <a:lnTo>
                  <a:pt x="4372" y="1783"/>
                </a:lnTo>
                <a:lnTo>
                  <a:pt x="4372" y="2003"/>
                </a:lnTo>
                <a:lnTo>
                  <a:pt x="4421" y="2223"/>
                </a:lnTo>
                <a:lnTo>
                  <a:pt x="4079" y="2443"/>
                </a:lnTo>
                <a:lnTo>
                  <a:pt x="3688" y="2736"/>
                </a:lnTo>
                <a:lnTo>
                  <a:pt x="3273" y="3151"/>
                </a:lnTo>
                <a:lnTo>
                  <a:pt x="2833" y="3615"/>
                </a:lnTo>
                <a:lnTo>
                  <a:pt x="2418" y="4128"/>
                </a:lnTo>
                <a:lnTo>
                  <a:pt x="2027" y="4665"/>
                </a:lnTo>
                <a:lnTo>
                  <a:pt x="1856" y="4958"/>
                </a:lnTo>
                <a:lnTo>
                  <a:pt x="1710" y="5251"/>
                </a:lnTo>
                <a:lnTo>
                  <a:pt x="1563" y="5544"/>
                </a:lnTo>
                <a:lnTo>
                  <a:pt x="1466" y="5813"/>
                </a:lnTo>
                <a:lnTo>
                  <a:pt x="562" y="5813"/>
                </a:lnTo>
                <a:lnTo>
                  <a:pt x="464" y="5838"/>
                </a:lnTo>
                <a:lnTo>
                  <a:pt x="342" y="5862"/>
                </a:lnTo>
                <a:lnTo>
                  <a:pt x="244" y="5911"/>
                </a:lnTo>
                <a:lnTo>
                  <a:pt x="171" y="5984"/>
                </a:lnTo>
                <a:lnTo>
                  <a:pt x="98" y="6057"/>
                </a:lnTo>
                <a:lnTo>
                  <a:pt x="49" y="6155"/>
                </a:lnTo>
                <a:lnTo>
                  <a:pt x="25" y="6277"/>
                </a:lnTo>
                <a:lnTo>
                  <a:pt x="0" y="6375"/>
                </a:lnTo>
                <a:lnTo>
                  <a:pt x="0" y="8622"/>
                </a:lnTo>
                <a:lnTo>
                  <a:pt x="25" y="8744"/>
                </a:lnTo>
                <a:lnTo>
                  <a:pt x="49" y="8842"/>
                </a:lnTo>
                <a:lnTo>
                  <a:pt x="98" y="8939"/>
                </a:lnTo>
                <a:lnTo>
                  <a:pt x="171" y="9013"/>
                </a:lnTo>
                <a:lnTo>
                  <a:pt x="244" y="9086"/>
                </a:lnTo>
                <a:lnTo>
                  <a:pt x="342" y="9135"/>
                </a:lnTo>
                <a:lnTo>
                  <a:pt x="464" y="9183"/>
                </a:lnTo>
                <a:lnTo>
                  <a:pt x="1514" y="9183"/>
                </a:lnTo>
                <a:lnTo>
                  <a:pt x="1588" y="9379"/>
                </a:lnTo>
                <a:lnTo>
                  <a:pt x="1685" y="9599"/>
                </a:lnTo>
                <a:lnTo>
                  <a:pt x="1930" y="10014"/>
                </a:lnTo>
                <a:lnTo>
                  <a:pt x="2223" y="10405"/>
                </a:lnTo>
                <a:lnTo>
                  <a:pt x="2589" y="10795"/>
                </a:lnTo>
                <a:lnTo>
                  <a:pt x="2980" y="11162"/>
                </a:lnTo>
                <a:lnTo>
                  <a:pt x="3419" y="11504"/>
                </a:lnTo>
                <a:lnTo>
                  <a:pt x="3908" y="11821"/>
                </a:lnTo>
                <a:lnTo>
                  <a:pt x="4421" y="12065"/>
                </a:lnTo>
                <a:lnTo>
                  <a:pt x="4421" y="14557"/>
                </a:lnTo>
                <a:lnTo>
                  <a:pt x="5105" y="14557"/>
                </a:lnTo>
                <a:lnTo>
                  <a:pt x="6326" y="12896"/>
                </a:lnTo>
                <a:lnTo>
                  <a:pt x="6936" y="13067"/>
                </a:lnTo>
                <a:lnTo>
                  <a:pt x="7571" y="13164"/>
                </a:lnTo>
                <a:lnTo>
                  <a:pt x="8231" y="13238"/>
                </a:lnTo>
                <a:lnTo>
                  <a:pt x="8890" y="13262"/>
                </a:lnTo>
                <a:lnTo>
                  <a:pt x="9550" y="13238"/>
                </a:lnTo>
                <a:lnTo>
                  <a:pt x="10209" y="13164"/>
                </a:lnTo>
                <a:lnTo>
                  <a:pt x="10844" y="13067"/>
                </a:lnTo>
                <a:lnTo>
                  <a:pt x="11455" y="12896"/>
                </a:lnTo>
                <a:lnTo>
                  <a:pt x="12627" y="14557"/>
                </a:lnTo>
                <a:lnTo>
                  <a:pt x="13384" y="14557"/>
                </a:lnTo>
                <a:lnTo>
                  <a:pt x="13384" y="12065"/>
                </a:lnTo>
                <a:lnTo>
                  <a:pt x="13726" y="11919"/>
                </a:lnTo>
                <a:lnTo>
                  <a:pt x="14044" y="11748"/>
                </a:lnTo>
                <a:lnTo>
                  <a:pt x="14337" y="11577"/>
                </a:lnTo>
                <a:lnTo>
                  <a:pt x="14630" y="11382"/>
                </a:lnTo>
                <a:lnTo>
                  <a:pt x="14898" y="11162"/>
                </a:lnTo>
                <a:lnTo>
                  <a:pt x="15143" y="10942"/>
                </a:lnTo>
                <a:lnTo>
                  <a:pt x="15387" y="10698"/>
                </a:lnTo>
                <a:lnTo>
                  <a:pt x="15607" y="10429"/>
                </a:lnTo>
                <a:lnTo>
                  <a:pt x="15778" y="10160"/>
                </a:lnTo>
                <a:lnTo>
                  <a:pt x="15949" y="9892"/>
                </a:lnTo>
                <a:lnTo>
                  <a:pt x="16119" y="9599"/>
                </a:lnTo>
                <a:lnTo>
                  <a:pt x="16242" y="9281"/>
                </a:lnTo>
                <a:lnTo>
                  <a:pt x="16364" y="8964"/>
                </a:lnTo>
                <a:lnTo>
                  <a:pt x="16437" y="8622"/>
                </a:lnTo>
                <a:lnTo>
                  <a:pt x="16510" y="8280"/>
                </a:lnTo>
                <a:lnTo>
                  <a:pt x="16559" y="7938"/>
                </a:lnTo>
                <a:lnTo>
                  <a:pt x="16974" y="7938"/>
                </a:lnTo>
                <a:lnTo>
                  <a:pt x="17096" y="7913"/>
                </a:lnTo>
                <a:lnTo>
                  <a:pt x="17316" y="8109"/>
                </a:lnTo>
                <a:lnTo>
                  <a:pt x="17536" y="8231"/>
                </a:lnTo>
                <a:lnTo>
                  <a:pt x="17780" y="8329"/>
                </a:lnTo>
                <a:lnTo>
                  <a:pt x="18024" y="8353"/>
                </a:lnTo>
                <a:lnTo>
                  <a:pt x="18171" y="8353"/>
                </a:lnTo>
                <a:lnTo>
                  <a:pt x="18318" y="8304"/>
                </a:lnTo>
                <a:lnTo>
                  <a:pt x="18415" y="8255"/>
                </a:lnTo>
                <a:lnTo>
                  <a:pt x="18464" y="8158"/>
                </a:lnTo>
                <a:lnTo>
                  <a:pt x="18513" y="8060"/>
                </a:lnTo>
                <a:lnTo>
                  <a:pt x="18488" y="7962"/>
                </a:lnTo>
                <a:lnTo>
                  <a:pt x="18440" y="7865"/>
                </a:lnTo>
                <a:lnTo>
                  <a:pt x="18342" y="7791"/>
                </a:lnTo>
                <a:lnTo>
                  <a:pt x="18244" y="7767"/>
                </a:lnTo>
                <a:lnTo>
                  <a:pt x="18147" y="7767"/>
                </a:lnTo>
                <a:lnTo>
                  <a:pt x="18024" y="7791"/>
                </a:lnTo>
                <a:lnTo>
                  <a:pt x="17902" y="7767"/>
                </a:lnTo>
                <a:lnTo>
                  <a:pt x="17756" y="7718"/>
                </a:lnTo>
                <a:lnTo>
                  <a:pt x="17634" y="7645"/>
                </a:lnTo>
                <a:lnTo>
                  <a:pt x="17780" y="7523"/>
                </a:lnTo>
                <a:lnTo>
                  <a:pt x="17927" y="7376"/>
                </a:lnTo>
                <a:lnTo>
                  <a:pt x="18049" y="7230"/>
                </a:lnTo>
                <a:lnTo>
                  <a:pt x="18122" y="7059"/>
                </a:lnTo>
                <a:lnTo>
                  <a:pt x="18171" y="6888"/>
                </a:lnTo>
                <a:lnTo>
                  <a:pt x="18171" y="6717"/>
                </a:lnTo>
                <a:lnTo>
                  <a:pt x="18147" y="6546"/>
                </a:lnTo>
                <a:lnTo>
                  <a:pt x="18073" y="6424"/>
                </a:lnTo>
                <a:lnTo>
                  <a:pt x="18000" y="6326"/>
                </a:lnTo>
                <a:lnTo>
                  <a:pt x="17902" y="6253"/>
                </a:lnTo>
                <a:lnTo>
                  <a:pt x="17805" y="6204"/>
                </a:lnTo>
                <a:lnTo>
                  <a:pt x="17683" y="6179"/>
                </a:lnTo>
                <a:lnTo>
                  <a:pt x="17560" y="6179"/>
                </a:lnTo>
                <a:lnTo>
                  <a:pt x="17438" y="6204"/>
                </a:lnTo>
                <a:lnTo>
                  <a:pt x="17341" y="6228"/>
                </a:lnTo>
                <a:lnTo>
                  <a:pt x="17243" y="6277"/>
                </a:lnTo>
                <a:lnTo>
                  <a:pt x="17145" y="6326"/>
                </a:lnTo>
                <a:lnTo>
                  <a:pt x="17048" y="6424"/>
                </a:lnTo>
                <a:lnTo>
                  <a:pt x="16974" y="6497"/>
                </a:lnTo>
                <a:lnTo>
                  <a:pt x="16925" y="6619"/>
                </a:lnTo>
                <a:lnTo>
                  <a:pt x="16852" y="6790"/>
                </a:lnTo>
                <a:lnTo>
                  <a:pt x="16803" y="6985"/>
                </a:lnTo>
                <a:lnTo>
                  <a:pt x="16803" y="7181"/>
                </a:lnTo>
                <a:lnTo>
                  <a:pt x="16828" y="7376"/>
                </a:lnTo>
                <a:lnTo>
                  <a:pt x="16706" y="7376"/>
                </a:lnTo>
                <a:lnTo>
                  <a:pt x="16584" y="7352"/>
                </a:lnTo>
                <a:lnTo>
                  <a:pt x="16559" y="7034"/>
                </a:lnTo>
                <a:lnTo>
                  <a:pt x="16535" y="6717"/>
                </a:lnTo>
                <a:lnTo>
                  <a:pt x="16486" y="6399"/>
                </a:lnTo>
                <a:lnTo>
                  <a:pt x="16413" y="6082"/>
                </a:lnTo>
                <a:lnTo>
                  <a:pt x="16315" y="5764"/>
                </a:lnTo>
                <a:lnTo>
                  <a:pt x="16217" y="5471"/>
                </a:lnTo>
                <a:lnTo>
                  <a:pt x="16095" y="5178"/>
                </a:lnTo>
                <a:lnTo>
                  <a:pt x="15949" y="4885"/>
                </a:lnTo>
                <a:lnTo>
                  <a:pt x="15802" y="4616"/>
                </a:lnTo>
                <a:lnTo>
                  <a:pt x="15631" y="4323"/>
                </a:lnTo>
                <a:lnTo>
                  <a:pt x="15436" y="4079"/>
                </a:lnTo>
                <a:lnTo>
                  <a:pt x="15240" y="3810"/>
                </a:lnTo>
                <a:lnTo>
                  <a:pt x="15020" y="3566"/>
                </a:lnTo>
                <a:lnTo>
                  <a:pt x="14801" y="3322"/>
                </a:lnTo>
                <a:lnTo>
                  <a:pt x="14556" y="3102"/>
                </a:lnTo>
                <a:lnTo>
                  <a:pt x="14312" y="2882"/>
                </a:lnTo>
                <a:lnTo>
                  <a:pt x="14044" y="2663"/>
                </a:lnTo>
                <a:lnTo>
                  <a:pt x="13750" y="2467"/>
                </a:lnTo>
                <a:lnTo>
                  <a:pt x="13457" y="2272"/>
                </a:lnTo>
                <a:lnTo>
                  <a:pt x="13164" y="2101"/>
                </a:lnTo>
                <a:lnTo>
                  <a:pt x="12847" y="1930"/>
                </a:lnTo>
                <a:lnTo>
                  <a:pt x="12529" y="1783"/>
                </a:lnTo>
                <a:lnTo>
                  <a:pt x="12212" y="1637"/>
                </a:lnTo>
                <a:lnTo>
                  <a:pt x="11870" y="1515"/>
                </a:lnTo>
                <a:lnTo>
                  <a:pt x="11528" y="1393"/>
                </a:lnTo>
                <a:lnTo>
                  <a:pt x="11162" y="1295"/>
                </a:lnTo>
                <a:lnTo>
                  <a:pt x="10795" y="1222"/>
                </a:lnTo>
                <a:lnTo>
                  <a:pt x="10429" y="1148"/>
                </a:lnTo>
                <a:lnTo>
                  <a:pt x="10063" y="1099"/>
                </a:lnTo>
                <a:lnTo>
                  <a:pt x="9672" y="1051"/>
                </a:lnTo>
                <a:lnTo>
                  <a:pt x="9281" y="1026"/>
                </a:lnTo>
                <a:lnTo>
                  <a:pt x="8353" y="1026"/>
                </a:lnTo>
                <a:lnTo>
                  <a:pt x="7816" y="1075"/>
                </a:lnTo>
                <a:lnTo>
                  <a:pt x="7278" y="1148"/>
                </a:lnTo>
                <a:lnTo>
                  <a:pt x="6765" y="1270"/>
                </a:lnTo>
                <a:lnTo>
                  <a:pt x="6619" y="1051"/>
                </a:lnTo>
                <a:lnTo>
                  <a:pt x="6472" y="880"/>
                </a:lnTo>
                <a:lnTo>
                  <a:pt x="6301" y="709"/>
                </a:lnTo>
                <a:lnTo>
                  <a:pt x="6155" y="562"/>
                </a:lnTo>
                <a:lnTo>
                  <a:pt x="5984" y="440"/>
                </a:lnTo>
                <a:lnTo>
                  <a:pt x="5837" y="342"/>
                </a:lnTo>
                <a:lnTo>
                  <a:pt x="5520" y="196"/>
                </a:lnTo>
                <a:lnTo>
                  <a:pt x="5251" y="98"/>
                </a:lnTo>
                <a:lnTo>
                  <a:pt x="5031" y="49"/>
                </a:lnTo>
                <a:lnTo>
                  <a:pt x="4836"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31"/>
          <p:cNvSpPr/>
          <p:nvPr/>
        </p:nvSpPr>
        <p:spPr>
          <a:xfrm>
            <a:off x="4906165" y="2621036"/>
            <a:ext cx="269526" cy="387967"/>
          </a:xfrm>
          <a:custGeom>
            <a:rect b="b" l="l" r="r" t="t"/>
            <a:pathLst>
              <a:path extrusionOk="0" h="18563" w="12896">
                <a:moveTo>
                  <a:pt x="6448" y="1564"/>
                </a:moveTo>
                <a:lnTo>
                  <a:pt x="6814" y="1588"/>
                </a:lnTo>
                <a:lnTo>
                  <a:pt x="7181" y="1637"/>
                </a:lnTo>
                <a:lnTo>
                  <a:pt x="7523" y="1735"/>
                </a:lnTo>
                <a:lnTo>
                  <a:pt x="7865" y="1857"/>
                </a:lnTo>
                <a:lnTo>
                  <a:pt x="8182" y="2003"/>
                </a:lnTo>
                <a:lnTo>
                  <a:pt x="8475" y="2199"/>
                </a:lnTo>
                <a:lnTo>
                  <a:pt x="8768" y="2394"/>
                </a:lnTo>
                <a:lnTo>
                  <a:pt x="9013" y="2638"/>
                </a:lnTo>
                <a:lnTo>
                  <a:pt x="9257" y="2883"/>
                </a:lnTo>
                <a:lnTo>
                  <a:pt x="9477" y="3176"/>
                </a:lnTo>
                <a:lnTo>
                  <a:pt x="9647" y="3469"/>
                </a:lnTo>
                <a:lnTo>
                  <a:pt x="9794" y="3786"/>
                </a:lnTo>
                <a:lnTo>
                  <a:pt x="9916" y="4128"/>
                </a:lnTo>
                <a:lnTo>
                  <a:pt x="10014" y="4470"/>
                </a:lnTo>
                <a:lnTo>
                  <a:pt x="10063" y="4836"/>
                </a:lnTo>
                <a:lnTo>
                  <a:pt x="10087" y="5203"/>
                </a:lnTo>
                <a:lnTo>
                  <a:pt x="10087" y="7547"/>
                </a:lnTo>
                <a:lnTo>
                  <a:pt x="2809" y="7547"/>
                </a:lnTo>
                <a:lnTo>
                  <a:pt x="2809" y="5203"/>
                </a:lnTo>
                <a:lnTo>
                  <a:pt x="2833" y="4836"/>
                </a:lnTo>
                <a:lnTo>
                  <a:pt x="2882" y="4470"/>
                </a:lnTo>
                <a:lnTo>
                  <a:pt x="2980" y="4128"/>
                </a:lnTo>
                <a:lnTo>
                  <a:pt x="3102" y="3786"/>
                </a:lnTo>
                <a:lnTo>
                  <a:pt x="3249" y="3469"/>
                </a:lnTo>
                <a:lnTo>
                  <a:pt x="3420" y="3176"/>
                </a:lnTo>
                <a:lnTo>
                  <a:pt x="3639" y="2883"/>
                </a:lnTo>
                <a:lnTo>
                  <a:pt x="3884" y="2638"/>
                </a:lnTo>
                <a:lnTo>
                  <a:pt x="4128" y="2394"/>
                </a:lnTo>
                <a:lnTo>
                  <a:pt x="4421" y="2199"/>
                </a:lnTo>
                <a:lnTo>
                  <a:pt x="4714" y="2003"/>
                </a:lnTo>
                <a:lnTo>
                  <a:pt x="5032" y="1857"/>
                </a:lnTo>
                <a:lnTo>
                  <a:pt x="5373" y="1735"/>
                </a:lnTo>
                <a:lnTo>
                  <a:pt x="5715" y="1637"/>
                </a:lnTo>
                <a:lnTo>
                  <a:pt x="6082" y="1588"/>
                </a:lnTo>
                <a:lnTo>
                  <a:pt x="6448" y="1564"/>
                </a:lnTo>
                <a:close/>
                <a:moveTo>
                  <a:pt x="6448" y="10991"/>
                </a:moveTo>
                <a:lnTo>
                  <a:pt x="6692" y="11015"/>
                </a:lnTo>
                <a:lnTo>
                  <a:pt x="6937" y="11089"/>
                </a:lnTo>
                <a:lnTo>
                  <a:pt x="7132" y="11211"/>
                </a:lnTo>
                <a:lnTo>
                  <a:pt x="7327" y="11357"/>
                </a:lnTo>
                <a:lnTo>
                  <a:pt x="7474" y="11528"/>
                </a:lnTo>
                <a:lnTo>
                  <a:pt x="7572" y="11748"/>
                </a:lnTo>
                <a:lnTo>
                  <a:pt x="7645" y="11968"/>
                </a:lnTo>
                <a:lnTo>
                  <a:pt x="7669" y="12212"/>
                </a:lnTo>
                <a:lnTo>
                  <a:pt x="7669" y="12383"/>
                </a:lnTo>
                <a:lnTo>
                  <a:pt x="7645" y="12530"/>
                </a:lnTo>
                <a:lnTo>
                  <a:pt x="7596" y="12701"/>
                </a:lnTo>
                <a:lnTo>
                  <a:pt x="7523" y="12823"/>
                </a:lnTo>
                <a:lnTo>
                  <a:pt x="7425" y="12969"/>
                </a:lnTo>
                <a:lnTo>
                  <a:pt x="7327" y="13067"/>
                </a:lnTo>
                <a:lnTo>
                  <a:pt x="7205" y="13189"/>
                </a:lnTo>
                <a:lnTo>
                  <a:pt x="7083" y="13262"/>
                </a:lnTo>
                <a:lnTo>
                  <a:pt x="7230" y="15094"/>
                </a:lnTo>
                <a:lnTo>
                  <a:pt x="5667" y="15094"/>
                </a:lnTo>
                <a:lnTo>
                  <a:pt x="5813" y="13262"/>
                </a:lnTo>
                <a:lnTo>
                  <a:pt x="5691" y="13189"/>
                </a:lnTo>
                <a:lnTo>
                  <a:pt x="5569" y="13067"/>
                </a:lnTo>
                <a:lnTo>
                  <a:pt x="5471" y="12969"/>
                </a:lnTo>
                <a:lnTo>
                  <a:pt x="5373" y="12823"/>
                </a:lnTo>
                <a:lnTo>
                  <a:pt x="5300" y="12701"/>
                </a:lnTo>
                <a:lnTo>
                  <a:pt x="5251" y="12530"/>
                </a:lnTo>
                <a:lnTo>
                  <a:pt x="5227" y="12383"/>
                </a:lnTo>
                <a:lnTo>
                  <a:pt x="5227" y="12212"/>
                </a:lnTo>
                <a:lnTo>
                  <a:pt x="5251" y="11968"/>
                </a:lnTo>
                <a:lnTo>
                  <a:pt x="5325" y="11748"/>
                </a:lnTo>
                <a:lnTo>
                  <a:pt x="5422" y="11528"/>
                </a:lnTo>
                <a:lnTo>
                  <a:pt x="5569" y="11357"/>
                </a:lnTo>
                <a:lnTo>
                  <a:pt x="5764" y="11211"/>
                </a:lnTo>
                <a:lnTo>
                  <a:pt x="5960" y="11089"/>
                </a:lnTo>
                <a:lnTo>
                  <a:pt x="6204" y="11015"/>
                </a:lnTo>
                <a:lnTo>
                  <a:pt x="6448" y="10991"/>
                </a:lnTo>
                <a:close/>
                <a:moveTo>
                  <a:pt x="6448" y="1"/>
                </a:moveTo>
                <a:lnTo>
                  <a:pt x="5911" y="25"/>
                </a:lnTo>
                <a:lnTo>
                  <a:pt x="5398" y="123"/>
                </a:lnTo>
                <a:lnTo>
                  <a:pt x="4909" y="245"/>
                </a:lnTo>
                <a:lnTo>
                  <a:pt x="4421" y="416"/>
                </a:lnTo>
                <a:lnTo>
                  <a:pt x="3981" y="636"/>
                </a:lnTo>
                <a:lnTo>
                  <a:pt x="3542" y="904"/>
                </a:lnTo>
                <a:lnTo>
                  <a:pt x="3151" y="1197"/>
                </a:lnTo>
                <a:lnTo>
                  <a:pt x="2760" y="1539"/>
                </a:lnTo>
                <a:lnTo>
                  <a:pt x="2443" y="1906"/>
                </a:lnTo>
                <a:lnTo>
                  <a:pt x="2125" y="2296"/>
                </a:lnTo>
                <a:lnTo>
                  <a:pt x="1881" y="2736"/>
                </a:lnTo>
                <a:lnTo>
                  <a:pt x="1661" y="3176"/>
                </a:lnTo>
                <a:lnTo>
                  <a:pt x="1466" y="3664"/>
                </a:lnTo>
                <a:lnTo>
                  <a:pt x="1344" y="4153"/>
                </a:lnTo>
                <a:lnTo>
                  <a:pt x="1270" y="4690"/>
                </a:lnTo>
                <a:lnTo>
                  <a:pt x="1246" y="5203"/>
                </a:lnTo>
                <a:lnTo>
                  <a:pt x="1246" y="7547"/>
                </a:lnTo>
                <a:lnTo>
                  <a:pt x="391" y="7547"/>
                </a:lnTo>
                <a:lnTo>
                  <a:pt x="293" y="7572"/>
                </a:lnTo>
                <a:lnTo>
                  <a:pt x="220" y="7621"/>
                </a:lnTo>
                <a:lnTo>
                  <a:pt x="147" y="7669"/>
                </a:lnTo>
                <a:lnTo>
                  <a:pt x="74" y="7743"/>
                </a:lnTo>
                <a:lnTo>
                  <a:pt x="49" y="7840"/>
                </a:lnTo>
                <a:lnTo>
                  <a:pt x="0" y="7914"/>
                </a:lnTo>
                <a:lnTo>
                  <a:pt x="0" y="8036"/>
                </a:lnTo>
                <a:lnTo>
                  <a:pt x="0" y="18074"/>
                </a:lnTo>
                <a:lnTo>
                  <a:pt x="0" y="18171"/>
                </a:lnTo>
                <a:lnTo>
                  <a:pt x="49" y="18269"/>
                </a:lnTo>
                <a:lnTo>
                  <a:pt x="74" y="18342"/>
                </a:lnTo>
                <a:lnTo>
                  <a:pt x="147" y="18416"/>
                </a:lnTo>
                <a:lnTo>
                  <a:pt x="220" y="18464"/>
                </a:lnTo>
                <a:lnTo>
                  <a:pt x="293" y="18513"/>
                </a:lnTo>
                <a:lnTo>
                  <a:pt x="391" y="18538"/>
                </a:lnTo>
                <a:lnTo>
                  <a:pt x="489" y="18562"/>
                </a:lnTo>
                <a:lnTo>
                  <a:pt x="12407" y="18562"/>
                </a:lnTo>
                <a:lnTo>
                  <a:pt x="12505" y="18538"/>
                </a:lnTo>
                <a:lnTo>
                  <a:pt x="12603" y="18513"/>
                </a:lnTo>
                <a:lnTo>
                  <a:pt x="12676" y="18464"/>
                </a:lnTo>
                <a:lnTo>
                  <a:pt x="12749" y="18416"/>
                </a:lnTo>
                <a:lnTo>
                  <a:pt x="12822" y="18342"/>
                </a:lnTo>
                <a:lnTo>
                  <a:pt x="12847" y="18269"/>
                </a:lnTo>
                <a:lnTo>
                  <a:pt x="12896" y="18171"/>
                </a:lnTo>
                <a:lnTo>
                  <a:pt x="12896" y="18074"/>
                </a:lnTo>
                <a:lnTo>
                  <a:pt x="12896" y="8036"/>
                </a:lnTo>
                <a:lnTo>
                  <a:pt x="12896" y="7914"/>
                </a:lnTo>
                <a:lnTo>
                  <a:pt x="12847" y="7840"/>
                </a:lnTo>
                <a:lnTo>
                  <a:pt x="12822" y="7743"/>
                </a:lnTo>
                <a:lnTo>
                  <a:pt x="12749" y="7669"/>
                </a:lnTo>
                <a:lnTo>
                  <a:pt x="12676" y="7621"/>
                </a:lnTo>
                <a:lnTo>
                  <a:pt x="12603" y="7572"/>
                </a:lnTo>
                <a:lnTo>
                  <a:pt x="12505" y="7547"/>
                </a:lnTo>
                <a:lnTo>
                  <a:pt x="11650" y="7547"/>
                </a:lnTo>
                <a:lnTo>
                  <a:pt x="11650" y="5203"/>
                </a:lnTo>
                <a:lnTo>
                  <a:pt x="11626" y="4690"/>
                </a:lnTo>
                <a:lnTo>
                  <a:pt x="11552" y="4153"/>
                </a:lnTo>
                <a:lnTo>
                  <a:pt x="11430" y="3664"/>
                </a:lnTo>
                <a:lnTo>
                  <a:pt x="11235" y="3176"/>
                </a:lnTo>
                <a:lnTo>
                  <a:pt x="11015" y="2736"/>
                </a:lnTo>
                <a:lnTo>
                  <a:pt x="10771" y="2296"/>
                </a:lnTo>
                <a:lnTo>
                  <a:pt x="10453" y="1906"/>
                </a:lnTo>
                <a:lnTo>
                  <a:pt x="10136" y="1539"/>
                </a:lnTo>
                <a:lnTo>
                  <a:pt x="9745" y="1197"/>
                </a:lnTo>
                <a:lnTo>
                  <a:pt x="9354" y="904"/>
                </a:lnTo>
                <a:lnTo>
                  <a:pt x="8939" y="636"/>
                </a:lnTo>
                <a:lnTo>
                  <a:pt x="8475" y="416"/>
                </a:lnTo>
                <a:lnTo>
                  <a:pt x="7987" y="245"/>
                </a:lnTo>
                <a:lnTo>
                  <a:pt x="7498" y="123"/>
                </a:lnTo>
                <a:lnTo>
                  <a:pt x="6985" y="25"/>
                </a:lnTo>
                <a:lnTo>
                  <a:pt x="6448"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7" name="Google Shape;767;p31"/>
          <p:cNvGrpSpPr/>
          <p:nvPr/>
        </p:nvGrpSpPr>
        <p:grpSpPr>
          <a:xfrm>
            <a:off x="5472049" y="2633187"/>
            <a:ext cx="264427" cy="375719"/>
            <a:chOff x="6701050" y="2978375"/>
            <a:chExt cx="316300" cy="449425"/>
          </a:xfrm>
        </p:grpSpPr>
        <p:sp>
          <p:nvSpPr>
            <p:cNvPr id="768" name="Google Shape;768;p31"/>
            <p:cNvSpPr/>
            <p:nvPr/>
          </p:nvSpPr>
          <p:spPr>
            <a:xfrm>
              <a:off x="6701050" y="2978375"/>
              <a:ext cx="316300" cy="78175"/>
            </a:xfrm>
            <a:custGeom>
              <a:rect b="b" l="l" r="r" t="t"/>
              <a:pathLst>
                <a:path extrusionOk="0" h="3127" w="12652">
                  <a:moveTo>
                    <a:pt x="7840" y="782"/>
                  </a:moveTo>
                  <a:lnTo>
                    <a:pt x="7865" y="807"/>
                  </a:lnTo>
                  <a:lnTo>
                    <a:pt x="7889" y="831"/>
                  </a:lnTo>
                  <a:lnTo>
                    <a:pt x="7889" y="880"/>
                  </a:lnTo>
                  <a:lnTo>
                    <a:pt x="7889" y="1417"/>
                  </a:lnTo>
                  <a:lnTo>
                    <a:pt x="4763" y="1417"/>
                  </a:lnTo>
                  <a:lnTo>
                    <a:pt x="4763" y="880"/>
                  </a:lnTo>
                  <a:lnTo>
                    <a:pt x="4763" y="831"/>
                  </a:lnTo>
                  <a:lnTo>
                    <a:pt x="4787" y="807"/>
                  </a:lnTo>
                  <a:lnTo>
                    <a:pt x="4812" y="782"/>
                  </a:lnTo>
                  <a:close/>
                  <a:moveTo>
                    <a:pt x="4861" y="1"/>
                  </a:moveTo>
                  <a:lnTo>
                    <a:pt x="4690" y="25"/>
                  </a:lnTo>
                  <a:lnTo>
                    <a:pt x="4519" y="74"/>
                  </a:lnTo>
                  <a:lnTo>
                    <a:pt x="4372" y="147"/>
                  </a:lnTo>
                  <a:lnTo>
                    <a:pt x="4250" y="269"/>
                  </a:lnTo>
                  <a:lnTo>
                    <a:pt x="4128" y="392"/>
                  </a:lnTo>
                  <a:lnTo>
                    <a:pt x="4055" y="538"/>
                  </a:lnTo>
                  <a:lnTo>
                    <a:pt x="4006" y="709"/>
                  </a:lnTo>
                  <a:lnTo>
                    <a:pt x="3982" y="880"/>
                  </a:lnTo>
                  <a:lnTo>
                    <a:pt x="3982" y="1417"/>
                  </a:lnTo>
                  <a:lnTo>
                    <a:pt x="391" y="1417"/>
                  </a:lnTo>
                  <a:lnTo>
                    <a:pt x="294" y="1466"/>
                  </a:lnTo>
                  <a:lnTo>
                    <a:pt x="220" y="1491"/>
                  </a:lnTo>
                  <a:lnTo>
                    <a:pt x="147" y="1564"/>
                  </a:lnTo>
                  <a:lnTo>
                    <a:pt x="74" y="1637"/>
                  </a:lnTo>
                  <a:lnTo>
                    <a:pt x="49" y="1710"/>
                  </a:lnTo>
                  <a:lnTo>
                    <a:pt x="1" y="1808"/>
                  </a:lnTo>
                  <a:lnTo>
                    <a:pt x="1" y="1906"/>
                  </a:lnTo>
                  <a:lnTo>
                    <a:pt x="1" y="3127"/>
                  </a:lnTo>
                  <a:lnTo>
                    <a:pt x="12652" y="3127"/>
                  </a:lnTo>
                  <a:lnTo>
                    <a:pt x="12652" y="1906"/>
                  </a:lnTo>
                  <a:lnTo>
                    <a:pt x="12652" y="1808"/>
                  </a:lnTo>
                  <a:lnTo>
                    <a:pt x="12603" y="1710"/>
                  </a:lnTo>
                  <a:lnTo>
                    <a:pt x="12578" y="1637"/>
                  </a:lnTo>
                  <a:lnTo>
                    <a:pt x="12505" y="1564"/>
                  </a:lnTo>
                  <a:lnTo>
                    <a:pt x="12432" y="1491"/>
                  </a:lnTo>
                  <a:lnTo>
                    <a:pt x="12359" y="1466"/>
                  </a:lnTo>
                  <a:lnTo>
                    <a:pt x="12261" y="1417"/>
                  </a:lnTo>
                  <a:lnTo>
                    <a:pt x="8671" y="1417"/>
                  </a:lnTo>
                  <a:lnTo>
                    <a:pt x="8671" y="880"/>
                  </a:lnTo>
                  <a:lnTo>
                    <a:pt x="8646" y="709"/>
                  </a:lnTo>
                  <a:lnTo>
                    <a:pt x="8597" y="538"/>
                  </a:lnTo>
                  <a:lnTo>
                    <a:pt x="8524" y="392"/>
                  </a:lnTo>
                  <a:lnTo>
                    <a:pt x="8402" y="269"/>
                  </a:lnTo>
                  <a:lnTo>
                    <a:pt x="8280" y="147"/>
                  </a:lnTo>
                  <a:lnTo>
                    <a:pt x="8133" y="74"/>
                  </a:lnTo>
                  <a:lnTo>
                    <a:pt x="7962" y="25"/>
                  </a:lnTo>
                  <a:lnTo>
                    <a:pt x="7791"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31"/>
            <p:cNvSpPr/>
            <p:nvPr/>
          </p:nvSpPr>
          <p:spPr>
            <a:xfrm>
              <a:off x="6713875" y="3068750"/>
              <a:ext cx="290650" cy="359050"/>
            </a:xfrm>
            <a:custGeom>
              <a:rect b="b" l="l" r="r" t="t"/>
              <a:pathLst>
                <a:path extrusionOk="0" h="14362" w="11626">
                  <a:moveTo>
                    <a:pt x="2614" y="1686"/>
                  </a:moveTo>
                  <a:lnTo>
                    <a:pt x="2711" y="1710"/>
                  </a:lnTo>
                  <a:lnTo>
                    <a:pt x="2785" y="1759"/>
                  </a:lnTo>
                  <a:lnTo>
                    <a:pt x="2834" y="1857"/>
                  </a:lnTo>
                  <a:lnTo>
                    <a:pt x="2858" y="1930"/>
                  </a:lnTo>
                  <a:lnTo>
                    <a:pt x="2858" y="12432"/>
                  </a:lnTo>
                  <a:lnTo>
                    <a:pt x="2834" y="12529"/>
                  </a:lnTo>
                  <a:lnTo>
                    <a:pt x="2785" y="12603"/>
                  </a:lnTo>
                  <a:lnTo>
                    <a:pt x="2711" y="12652"/>
                  </a:lnTo>
                  <a:lnTo>
                    <a:pt x="2614" y="12676"/>
                  </a:lnTo>
                  <a:lnTo>
                    <a:pt x="2516" y="12652"/>
                  </a:lnTo>
                  <a:lnTo>
                    <a:pt x="2443" y="12603"/>
                  </a:lnTo>
                  <a:lnTo>
                    <a:pt x="2394" y="12529"/>
                  </a:lnTo>
                  <a:lnTo>
                    <a:pt x="2369" y="12432"/>
                  </a:lnTo>
                  <a:lnTo>
                    <a:pt x="2369" y="1930"/>
                  </a:lnTo>
                  <a:lnTo>
                    <a:pt x="2394" y="1857"/>
                  </a:lnTo>
                  <a:lnTo>
                    <a:pt x="2443" y="1759"/>
                  </a:lnTo>
                  <a:lnTo>
                    <a:pt x="2516" y="1710"/>
                  </a:lnTo>
                  <a:lnTo>
                    <a:pt x="2614" y="1686"/>
                  </a:lnTo>
                  <a:close/>
                  <a:moveTo>
                    <a:pt x="5813" y="1686"/>
                  </a:moveTo>
                  <a:lnTo>
                    <a:pt x="5911" y="1710"/>
                  </a:lnTo>
                  <a:lnTo>
                    <a:pt x="5984" y="1759"/>
                  </a:lnTo>
                  <a:lnTo>
                    <a:pt x="6033" y="1857"/>
                  </a:lnTo>
                  <a:lnTo>
                    <a:pt x="6057" y="1930"/>
                  </a:lnTo>
                  <a:lnTo>
                    <a:pt x="6057" y="12432"/>
                  </a:lnTo>
                  <a:lnTo>
                    <a:pt x="6033" y="12529"/>
                  </a:lnTo>
                  <a:lnTo>
                    <a:pt x="5984" y="12603"/>
                  </a:lnTo>
                  <a:lnTo>
                    <a:pt x="5911" y="12652"/>
                  </a:lnTo>
                  <a:lnTo>
                    <a:pt x="5813" y="12676"/>
                  </a:lnTo>
                  <a:lnTo>
                    <a:pt x="5715" y="12652"/>
                  </a:lnTo>
                  <a:lnTo>
                    <a:pt x="5642" y="12603"/>
                  </a:lnTo>
                  <a:lnTo>
                    <a:pt x="5593" y="12529"/>
                  </a:lnTo>
                  <a:lnTo>
                    <a:pt x="5569" y="12432"/>
                  </a:lnTo>
                  <a:lnTo>
                    <a:pt x="5569" y="1930"/>
                  </a:lnTo>
                  <a:lnTo>
                    <a:pt x="5593" y="1857"/>
                  </a:lnTo>
                  <a:lnTo>
                    <a:pt x="5642" y="1759"/>
                  </a:lnTo>
                  <a:lnTo>
                    <a:pt x="5715" y="1710"/>
                  </a:lnTo>
                  <a:lnTo>
                    <a:pt x="5813" y="1686"/>
                  </a:lnTo>
                  <a:close/>
                  <a:moveTo>
                    <a:pt x="9013" y="1686"/>
                  </a:moveTo>
                  <a:lnTo>
                    <a:pt x="9110" y="1710"/>
                  </a:lnTo>
                  <a:lnTo>
                    <a:pt x="9183" y="1759"/>
                  </a:lnTo>
                  <a:lnTo>
                    <a:pt x="9232" y="1857"/>
                  </a:lnTo>
                  <a:lnTo>
                    <a:pt x="9257" y="1930"/>
                  </a:lnTo>
                  <a:lnTo>
                    <a:pt x="9257" y="12432"/>
                  </a:lnTo>
                  <a:lnTo>
                    <a:pt x="9232" y="12529"/>
                  </a:lnTo>
                  <a:lnTo>
                    <a:pt x="9183" y="12603"/>
                  </a:lnTo>
                  <a:lnTo>
                    <a:pt x="9110" y="12652"/>
                  </a:lnTo>
                  <a:lnTo>
                    <a:pt x="9013" y="12676"/>
                  </a:lnTo>
                  <a:lnTo>
                    <a:pt x="8915" y="12652"/>
                  </a:lnTo>
                  <a:lnTo>
                    <a:pt x="8842" y="12603"/>
                  </a:lnTo>
                  <a:lnTo>
                    <a:pt x="8793" y="12529"/>
                  </a:lnTo>
                  <a:lnTo>
                    <a:pt x="8768" y="12432"/>
                  </a:lnTo>
                  <a:lnTo>
                    <a:pt x="8768" y="1930"/>
                  </a:lnTo>
                  <a:lnTo>
                    <a:pt x="8793" y="1857"/>
                  </a:lnTo>
                  <a:lnTo>
                    <a:pt x="8842" y="1759"/>
                  </a:lnTo>
                  <a:lnTo>
                    <a:pt x="8915" y="1710"/>
                  </a:lnTo>
                  <a:lnTo>
                    <a:pt x="9013" y="1686"/>
                  </a:lnTo>
                  <a:close/>
                  <a:moveTo>
                    <a:pt x="0" y="0"/>
                  </a:moveTo>
                  <a:lnTo>
                    <a:pt x="0" y="13873"/>
                  </a:lnTo>
                  <a:lnTo>
                    <a:pt x="0" y="13970"/>
                  </a:lnTo>
                  <a:lnTo>
                    <a:pt x="49" y="14068"/>
                  </a:lnTo>
                  <a:lnTo>
                    <a:pt x="74" y="14141"/>
                  </a:lnTo>
                  <a:lnTo>
                    <a:pt x="147" y="14215"/>
                  </a:lnTo>
                  <a:lnTo>
                    <a:pt x="220" y="14263"/>
                  </a:lnTo>
                  <a:lnTo>
                    <a:pt x="294" y="14312"/>
                  </a:lnTo>
                  <a:lnTo>
                    <a:pt x="391" y="14337"/>
                  </a:lnTo>
                  <a:lnTo>
                    <a:pt x="489" y="14361"/>
                  </a:lnTo>
                  <a:lnTo>
                    <a:pt x="11137" y="14361"/>
                  </a:lnTo>
                  <a:lnTo>
                    <a:pt x="11235" y="14337"/>
                  </a:lnTo>
                  <a:lnTo>
                    <a:pt x="11333" y="14312"/>
                  </a:lnTo>
                  <a:lnTo>
                    <a:pt x="11406" y="14263"/>
                  </a:lnTo>
                  <a:lnTo>
                    <a:pt x="11479" y="14215"/>
                  </a:lnTo>
                  <a:lnTo>
                    <a:pt x="11553" y="14141"/>
                  </a:lnTo>
                  <a:lnTo>
                    <a:pt x="11577" y="14068"/>
                  </a:lnTo>
                  <a:lnTo>
                    <a:pt x="11626" y="13970"/>
                  </a:lnTo>
                  <a:lnTo>
                    <a:pt x="11626" y="13873"/>
                  </a:lnTo>
                  <a:lnTo>
                    <a:pt x="11626"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0" name="Google Shape;770;p31"/>
          <p:cNvGrpSpPr/>
          <p:nvPr/>
        </p:nvGrpSpPr>
        <p:grpSpPr>
          <a:xfrm>
            <a:off x="907677" y="3251848"/>
            <a:ext cx="376743" cy="253203"/>
            <a:chOff x="1241275" y="3718400"/>
            <a:chExt cx="450650" cy="302875"/>
          </a:xfrm>
        </p:grpSpPr>
        <p:sp>
          <p:nvSpPr>
            <p:cNvPr id="771" name="Google Shape;771;p31"/>
            <p:cNvSpPr/>
            <p:nvPr/>
          </p:nvSpPr>
          <p:spPr>
            <a:xfrm>
              <a:off x="1241275" y="3718400"/>
              <a:ext cx="450650" cy="302875"/>
            </a:xfrm>
            <a:custGeom>
              <a:rect b="b" l="l" r="r" t="t"/>
              <a:pathLst>
                <a:path extrusionOk="0" h="12115" w="18026">
                  <a:moveTo>
                    <a:pt x="17048" y="977"/>
                  </a:moveTo>
                  <a:lnTo>
                    <a:pt x="17048" y="3127"/>
                  </a:lnTo>
                  <a:lnTo>
                    <a:pt x="978" y="3127"/>
                  </a:lnTo>
                  <a:lnTo>
                    <a:pt x="978" y="977"/>
                  </a:lnTo>
                  <a:close/>
                  <a:moveTo>
                    <a:pt x="17048" y="5447"/>
                  </a:moveTo>
                  <a:lnTo>
                    <a:pt x="17048" y="11137"/>
                  </a:lnTo>
                  <a:lnTo>
                    <a:pt x="978" y="11137"/>
                  </a:lnTo>
                  <a:lnTo>
                    <a:pt x="978" y="5447"/>
                  </a:lnTo>
                  <a:close/>
                  <a:moveTo>
                    <a:pt x="978" y="1"/>
                  </a:moveTo>
                  <a:lnTo>
                    <a:pt x="782" y="25"/>
                  </a:lnTo>
                  <a:lnTo>
                    <a:pt x="587" y="74"/>
                  </a:lnTo>
                  <a:lnTo>
                    <a:pt x="416" y="172"/>
                  </a:lnTo>
                  <a:lnTo>
                    <a:pt x="294" y="294"/>
                  </a:lnTo>
                  <a:lnTo>
                    <a:pt x="172" y="440"/>
                  </a:lnTo>
                  <a:lnTo>
                    <a:pt x="74" y="611"/>
                  </a:lnTo>
                  <a:lnTo>
                    <a:pt x="25" y="782"/>
                  </a:lnTo>
                  <a:lnTo>
                    <a:pt x="1" y="977"/>
                  </a:lnTo>
                  <a:lnTo>
                    <a:pt x="1" y="11137"/>
                  </a:lnTo>
                  <a:lnTo>
                    <a:pt x="25" y="11333"/>
                  </a:lnTo>
                  <a:lnTo>
                    <a:pt x="74" y="11504"/>
                  </a:lnTo>
                  <a:lnTo>
                    <a:pt x="172" y="11675"/>
                  </a:lnTo>
                  <a:lnTo>
                    <a:pt x="294" y="11821"/>
                  </a:lnTo>
                  <a:lnTo>
                    <a:pt x="416" y="11943"/>
                  </a:lnTo>
                  <a:lnTo>
                    <a:pt x="587" y="12041"/>
                  </a:lnTo>
                  <a:lnTo>
                    <a:pt x="782" y="12090"/>
                  </a:lnTo>
                  <a:lnTo>
                    <a:pt x="978" y="12114"/>
                  </a:lnTo>
                  <a:lnTo>
                    <a:pt x="17048" y="12114"/>
                  </a:lnTo>
                  <a:lnTo>
                    <a:pt x="17243" y="12090"/>
                  </a:lnTo>
                  <a:lnTo>
                    <a:pt x="17439" y="12041"/>
                  </a:lnTo>
                  <a:lnTo>
                    <a:pt x="17610" y="11943"/>
                  </a:lnTo>
                  <a:lnTo>
                    <a:pt x="17732" y="11821"/>
                  </a:lnTo>
                  <a:lnTo>
                    <a:pt x="17854" y="11675"/>
                  </a:lnTo>
                  <a:lnTo>
                    <a:pt x="17952" y="11504"/>
                  </a:lnTo>
                  <a:lnTo>
                    <a:pt x="18001" y="11333"/>
                  </a:lnTo>
                  <a:lnTo>
                    <a:pt x="18025" y="11137"/>
                  </a:lnTo>
                  <a:lnTo>
                    <a:pt x="18025" y="977"/>
                  </a:lnTo>
                  <a:lnTo>
                    <a:pt x="18001" y="782"/>
                  </a:lnTo>
                  <a:lnTo>
                    <a:pt x="17952" y="611"/>
                  </a:lnTo>
                  <a:lnTo>
                    <a:pt x="17854" y="440"/>
                  </a:lnTo>
                  <a:lnTo>
                    <a:pt x="17732" y="294"/>
                  </a:lnTo>
                  <a:lnTo>
                    <a:pt x="17610" y="172"/>
                  </a:lnTo>
                  <a:lnTo>
                    <a:pt x="17439" y="74"/>
                  </a:lnTo>
                  <a:lnTo>
                    <a:pt x="17243" y="25"/>
                  </a:lnTo>
                  <a:lnTo>
                    <a:pt x="17048"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31"/>
            <p:cNvSpPr/>
            <p:nvPr/>
          </p:nvSpPr>
          <p:spPr>
            <a:xfrm>
              <a:off x="1293175" y="3895475"/>
              <a:ext cx="174050" cy="12225"/>
            </a:xfrm>
            <a:custGeom>
              <a:rect b="b" l="l" r="r" t="t"/>
              <a:pathLst>
                <a:path extrusionOk="0" h="489" w="6962">
                  <a:moveTo>
                    <a:pt x="245" y="0"/>
                  </a:moveTo>
                  <a:lnTo>
                    <a:pt x="147" y="25"/>
                  </a:lnTo>
                  <a:lnTo>
                    <a:pt x="74" y="74"/>
                  </a:lnTo>
                  <a:lnTo>
                    <a:pt x="25" y="147"/>
                  </a:lnTo>
                  <a:lnTo>
                    <a:pt x="1" y="244"/>
                  </a:lnTo>
                  <a:lnTo>
                    <a:pt x="25" y="342"/>
                  </a:lnTo>
                  <a:lnTo>
                    <a:pt x="74" y="415"/>
                  </a:lnTo>
                  <a:lnTo>
                    <a:pt x="147" y="464"/>
                  </a:lnTo>
                  <a:lnTo>
                    <a:pt x="245" y="489"/>
                  </a:lnTo>
                  <a:lnTo>
                    <a:pt x="6717" y="489"/>
                  </a:lnTo>
                  <a:lnTo>
                    <a:pt x="6815" y="464"/>
                  </a:lnTo>
                  <a:lnTo>
                    <a:pt x="6888" y="415"/>
                  </a:lnTo>
                  <a:lnTo>
                    <a:pt x="6961" y="342"/>
                  </a:lnTo>
                  <a:lnTo>
                    <a:pt x="6961" y="244"/>
                  </a:lnTo>
                  <a:lnTo>
                    <a:pt x="6961" y="147"/>
                  </a:lnTo>
                  <a:lnTo>
                    <a:pt x="6888" y="74"/>
                  </a:lnTo>
                  <a:lnTo>
                    <a:pt x="6815" y="25"/>
                  </a:lnTo>
                  <a:lnTo>
                    <a:pt x="6717"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31"/>
            <p:cNvSpPr/>
            <p:nvPr/>
          </p:nvSpPr>
          <p:spPr>
            <a:xfrm>
              <a:off x="1293175" y="3935775"/>
              <a:ext cx="122750" cy="12225"/>
            </a:xfrm>
            <a:custGeom>
              <a:rect b="b" l="l" r="r" t="t"/>
              <a:pathLst>
                <a:path extrusionOk="0" h="489" w="4910">
                  <a:moveTo>
                    <a:pt x="245" y="0"/>
                  </a:moveTo>
                  <a:lnTo>
                    <a:pt x="147" y="25"/>
                  </a:lnTo>
                  <a:lnTo>
                    <a:pt x="74" y="73"/>
                  </a:lnTo>
                  <a:lnTo>
                    <a:pt x="25" y="147"/>
                  </a:lnTo>
                  <a:lnTo>
                    <a:pt x="1" y="244"/>
                  </a:lnTo>
                  <a:lnTo>
                    <a:pt x="25" y="342"/>
                  </a:lnTo>
                  <a:lnTo>
                    <a:pt x="74" y="415"/>
                  </a:lnTo>
                  <a:lnTo>
                    <a:pt x="147" y="464"/>
                  </a:lnTo>
                  <a:lnTo>
                    <a:pt x="245" y="489"/>
                  </a:lnTo>
                  <a:lnTo>
                    <a:pt x="4666" y="489"/>
                  </a:lnTo>
                  <a:lnTo>
                    <a:pt x="4763" y="464"/>
                  </a:lnTo>
                  <a:lnTo>
                    <a:pt x="4837" y="415"/>
                  </a:lnTo>
                  <a:lnTo>
                    <a:pt x="4885" y="342"/>
                  </a:lnTo>
                  <a:lnTo>
                    <a:pt x="4910" y="244"/>
                  </a:lnTo>
                  <a:lnTo>
                    <a:pt x="4885" y="147"/>
                  </a:lnTo>
                  <a:lnTo>
                    <a:pt x="4837" y="73"/>
                  </a:lnTo>
                  <a:lnTo>
                    <a:pt x="4763" y="25"/>
                  </a:lnTo>
                  <a:lnTo>
                    <a:pt x="4666"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31"/>
            <p:cNvSpPr/>
            <p:nvPr/>
          </p:nvSpPr>
          <p:spPr>
            <a:xfrm>
              <a:off x="1570375" y="3901575"/>
              <a:ext cx="62300" cy="40325"/>
            </a:xfrm>
            <a:custGeom>
              <a:rect b="b" l="l" r="r" t="t"/>
              <a:pathLst>
                <a:path extrusionOk="0" h="1613" w="2492">
                  <a:moveTo>
                    <a:pt x="392" y="0"/>
                  </a:moveTo>
                  <a:lnTo>
                    <a:pt x="294" y="25"/>
                  </a:lnTo>
                  <a:lnTo>
                    <a:pt x="221" y="74"/>
                  </a:lnTo>
                  <a:lnTo>
                    <a:pt x="147" y="147"/>
                  </a:lnTo>
                  <a:lnTo>
                    <a:pt x="99" y="220"/>
                  </a:lnTo>
                  <a:lnTo>
                    <a:pt x="50" y="294"/>
                  </a:lnTo>
                  <a:lnTo>
                    <a:pt x="25" y="391"/>
                  </a:lnTo>
                  <a:lnTo>
                    <a:pt x="1" y="489"/>
                  </a:lnTo>
                  <a:lnTo>
                    <a:pt x="1" y="1124"/>
                  </a:lnTo>
                  <a:lnTo>
                    <a:pt x="25" y="1222"/>
                  </a:lnTo>
                  <a:lnTo>
                    <a:pt x="50" y="1319"/>
                  </a:lnTo>
                  <a:lnTo>
                    <a:pt x="99" y="1393"/>
                  </a:lnTo>
                  <a:lnTo>
                    <a:pt x="147" y="1466"/>
                  </a:lnTo>
                  <a:lnTo>
                    <a:pt x="221" y="1515"/>
                  </a:lnTo>
                  <a:lnTo>
                    <a:pt x="294" y="1564"/>
                  </a:lnTo>
                  <a:lnTo>
                    <a:pt x="392" y="1588"/>
                  </a:lnTo>
                  <a:lnTo>
                    <a:pt x="489" y="1612"/>
                  </a:lnTo>
                  <a:lnTo>
                    <a:pt x="2004" y="1612"/>
                  </a:lnTo>
                  <a:lnTo>
                    <a:pt x="2101" y="1588"/>
                  </a:lnTo>
                  <a:lnTo>
                    <a:pt x="2199" y="1564"/>
                  </a:lnTo>
                  <a:lnTo>
                    <a:pt x="2272" y="1515"/>
                  </a:lnTo>
                  <a:lnTo>
                    <a:pt x="2345" y="1466"/>
                  </a:lnTo>
                  <a:lnTo>
                    <a:pt x="2394" y="1393"/>
                  </a:lnTo>
                  <a:lnTo>
                    <a:pt x="2443" y="1319"/>
                  </a:lnTo>
                  <a:lnTo>
                    <a:pt x="2492" y="1222"/>
                  </a:lnTo>
                  <a:lnTo>
                    <a:pt x="2492" y="1124"/>
                  </a:lnTo>
                  <a:lnTo>
                    <a:pt x="2492" y="489"/>
                  </a:lnTo>
                  <a:lnTo>
                    <a:pt x="2492" y="391"/>
                  </a:lnTo>
                  <a:lnTo>
                    <a:pt x="2443" y="294"/>
                  </a:lnTo>
                  <a:lnTo>
                    <a:pt x="2394" y="220"/>
                  </a:lnTo>
                  <a:lnTo>
                    <a:pt x="2345" y="147"/>
                  </a:lnTo>
                  <a:lnTo>
                    <a:pt x="2272" y="74"/>
                  </a:lnTo>
                  <a:lnTo>
                    <a:pt x="2199" y="25"/>
                  </a:lnTo>
                  <a:lnTo>
                    <a:pt x="2101"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5" name="Google Shape;775;p31"/>
          <p:cNvGrpSpPr/>
          <p:nvPr/>
        </p:nvGrpSpPr>
        <p:grpSpPr>
          <a:xfrm>
            <a:off x="1476324" y="3232453"/>
            <a:ext cx="366502" cy="292495"/>
            <a:chOff x="1921475" y="3695200"/>
            <a:chExt cx="438400" cy="349875"/>
          </a:xfrm>
        </p:grpSpPr>
        <p:sp>
          <p:nvSpPr>
            <p:cNvPr id="776" name="Google Shape;776;p31"/>
            <p:cNvSpPr/>
            <p:nvPr/>
          </p:nvSpPr>
          <p:spPr>
            <a:xfrm>
              <a:off x="2246900" y="3992550"/>
              <a:ext cx="52525" cy="52525"/>
            </a:xfrm>
            <a:custGeom>
              <a:rect b="b" l="l" r="r" t="t"/>
              <a:pathLst>
                <a:path extrusionOk="0" h="2101" w="2101">
                  <a:moveTo>
                    <a:pt x="831" y="1"/>
                  </a:moveTo>
                  <a:lnTo>
                    <a:pt x="636" y="74"/>
                  </a:lnTo>
                  <a:lnTo>
                    <a:pt x="465" y="171"/>
                  </a:lnTo>
                  <a:lnTo>
                    <a:pt x="318" y="294"/>
                  </a:lnTo>
                  <a:lnTo>
                    <a:pt x="172" y="440"/>
                  </a:lnTo>
                  <a:lnTo>
                    <a:pt x="74" y="636"/>
                  </a:lnTo>
                  <a:lnTo>
                    <a:pt x="25" y="831"/>
                  </a:lnTo>
                  <a:lnTo>
                    <a:pt x="1" y="1051"/>
                  </a:lnTo>
                  <a:lnTo>
                    <a:pt x="25" y="1246"/>
                  </a:lnTo>
                  <a:lnTo>
                    <a:pt x="74" y="1441"/>
                  </a:lnTo>
                  <a:lnTo>
                    <a:pt x="172" y="1637"/>
                  </a:lnTo>
                  <a:lnTo>
                    <a:pt x="318" y="1783"/>
                  </a:lnTo>
                  <a:lnTo>
                    <a:pt x="465" y="1906"/>
                  </a:lnTo>
                  <a:lnTo>
                    <a:pt x="636" y="2003"/>
                  </a:lnTo>
                  <a:lnTo>
                    <a:pt x="831" y="2076"/>
                  </a:lnTo>
                  <a:lnTo>
                    <a:pt x="1051" y="2101"/>
                  </a:lnTo>
                  <a:lnTo>
                    <a:pt x="1271" y="2076"/>
                  </a:lnTo>
                  <a:lnTo>
                    <a:pt x="1466" y="2003"/>
                  </a:lnTo>
                  <a:lnTo>
                    <a:pt x="1637" y="1906"/>
                  </a:lnTo>
                  <a:lnTo>
                    <a:pt x="1783" y="1783"/>
                  </a:lnTo>
                  <a:lnTo>
                    <a:pt x="1930" y="1637"/>
                  </a:lnTo>
                  <a:lnTo>
                    <a:pt x="2028" y="1441"/>
                  </a:lnTo>
                  <a:lnTo>
                    <a:pt x="2077" y="1246"/>
                  </a:lnTo>
                  <a:lnTo>
                    <a:pt x="2101" y="1051"/>
                  </a:lnTo>
                  <a:lnTo>
                    <a:pt x="2077" y="831"/>
                  </a:lnTo>
                  <a:lnTo>
                    <a:pt x="2028" y="636"/>
                  </a:lnTo>
                  <a:lnTo>
                    <a:pt x="1930" y="440"/>
                  </a:lnTo>
                  <a:lnTo>
                    <a:pt x="1783" y="294"/>
                  </a:lnTo>
                  <a:lnTo>
                    <a:pt x="1637" y="171"/>
                  </a:lnTo>
                  <a:lnTo>
                    <a:pt x="1466" y="74"/>
                  </a:lnTo>
                  <a:lnTo>
                    <a:pt x="1271"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31"/>
            <p:cNvSpPr/>
            <p:nvPr/>
          </p:nvSpPr>
          <p:spPr>
            <a:xfrm>
              <a:off x="2033800" y="3992550"/>
              <a:ext cx="52550" cy="52525"/>
            </a:xfrm>
            <a:custGeom>
              <a:rect b="b" l="l" r="r" t="t"/>
              <a:pathLst>
                <a:path extrusionOk="0" h="2101" w="2102">
                  <a:moveTo>
                    <a:pt x="831" y="1"/>
                  </a:moveTo>
                  <a:lnTo>
                    <a:pt x="636" y="74"/>
                  </a:lnTo>
                  <a:lnTo>
                    <a:pt x="465" y="171"/>
                  </a:lnTo>
                  <a:lnTo>
                    <a:pt x="318" y="294"/>
                  </a:lnTo>
                  <a:lnTo>
                    <a:pt x="172" y="440"/>
                  </a:lnTo>
                  <a:lnTo>
                    <a:pt x="74" y="636"/>
                  </a:lnTo>
                  <a:lnTo>
                    <a:pt x="25" y="831"/>
                  </a:lnTo>
                  <a:lnTo>
                    <a:pt x="1" y="1051"/>
                  </a:lnTo>
                  <a:lnTo>
                    <a:pt x="25" y="1246"/>
                  </a:lnTo>
                  <a:lnTo>
                    <a:pt x="74" y="1441"/>
                  </a:lnTo>
                  <a:lnTo>
                    <a:pt x="172" y="1637"/>
                  </a:lnTo>
                  <a:lnTo>
                    <a:pt x="318" y="1783"/>
                  </a:lnTo>
                  <a:lnTo>
                    <a:pt x="465" y="1906"/>
                  </a:lnTo>
                  <a:lnTo>
                    <a:pt x="636" y="2003"/>
                  </a:lnTo>
                  <a:lnTo>
                    <a:pt x="831" y="2076"/>
                  </a:lnTo>
                  <a:lnTo>
                    <a:pt x="1051" y="2101"/>
                  </a:lnTo>
                  <a:lnTo>
                    <a:pt x="1271" y="2076"/>
                  </a:lnTo>
                  <a:lnTo>
                    <a:pt x="1466" y="2003"/>
                  </a:lnTo>
                  <a:lnTo>
                    <a:pt x="1637" y="1906"/>
                  </a:lnTo>
                  <a:lnTo>
                    <a:pt x="1784" y="1783"/>
                  </a:lnTo>
                  <a:lnTo>
                    <a:pt x="1930" y="1637"/>
                  </a:lnTo>
                  <a:lnTo>
                    <a:pt x="2028" y="1441"/>
                  </a:lnTo>
                  <a:lnTo>
                    <a:pt x="2077" y="1246"/>
                  </a:lnTo>
                  <a:lnTo>
                    <a:pt x="2101" y="1051"/>
                  </a:lnTo>
                  <a:lnTo>
                    <a:pt x="2077" y="831"/>
                  </a:lnTo>
                  <a:lnTo>
                    <a:pt x="2028" y="636"/>
                  </a:lnTo>
                  <a:lnTo>
                    <a:pt x="1930" y="440"/>
                  </a:lnTo>
                  <a:lnTo>
                    <a:pt x="1784" y="294"/>
                  </a:lnTo>
                  <a:lnTo>
                    <a:pt x="1637" y="171"/>
                  </a:lnTo>
                  <a:lnTo>
                    <a:pt x="1466" y="74"/>
                  </a:lnTo>
                  <a:lnTo>
                    <a:pt x="1271"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31"/>
            <p:cNvSpPr/>
            <p:nvPr/>
          </p:nvSpPr>
          <p:spPr>
            <a:xfrm>
              <a:off x="1921475" y="3695200"/>
              <a:ext cx="438400" cy="297975"/>
            </a:xfrm>
            <a:custGeom>
              <a:rect b="b" l="l" r="r" t="t"/>
              <a:pathLst>
                <a:path extrusionOk="0" h="11919" w="17536">
                  <a:moveTo>
                    <a:pt x="15729" y="3371"/>
                  </a:moveTo>
                  <a:lnTo>
                    <a:pt x="15826" y="3395"/>
                  </a:lnTo>
                  <a:lnTo>
                    <a:pt x="15899" y="3444"/>
                  </a:lnTo>
                  <a:lnTo>
                    <a:pt x="15948" y="3517"/>
                  </a:lnTo>
                  <a:lnTo>
                    <a:pt x="15973" y="3615"/>
                  </a:lnTo>
                  <a:lnTo>
                    <a:pt x="15948" y="3713"/>
                  </a:lnTo>
                  <a:lnTo>
                    <a:pt x="13994" y="8060"/>
                  </a:lnTo>
                  <a:lnTo>
                    <a:pt x="13946" y="8133"/>
                  </a:lnTo>
                  <a:lnTo>
                    <a:pt x="13897" y="8158"/>
                  </a:lnTo>
                  <a:lnTo>
                    <a:pt x="13848" y="8207"/>
                  </a:lnTo>
                  <a:lnTo>
                    <a:pt x="13775" y="8207"/>
                  </a:lnTo>
                  <a:lnTo>
                    <a:pt x="13677" y="8182"/>
                  </a:lnTo>
                  <a:lnTo>
                    <a:pt x="13604" y="8133"/>
                  </a:lnTo>
                  <a:lnTo>
                    <a:pt x="13555" y="8036"/>
                  </a:lnTo>
                  <a:lnTo>
                    <a:pt x="13530" y="7962"/>
                  </a:lnTo>
                  <a:lnTo>
                    <a:pt x="13555" y="7865"/>
                  </a:lnTo>
                  <a:lnTo>
                    <a:pt x="15509" y="3517"/>
                  </a:lnTo>
                  <a:lnTo>
                    <a:pt x="15558" y="3420"/>
                  </a:lnTo>
                  <a:lnTo>
                    <a:pt x="15631" y="3371"/>
                  </a:lnTo>
                  <a:close/>
                  <a:moveTo>
                    <a:pt x="13628" y="3273"/>
                  </a:moveTo>
                  <a:lnTo>
                    <a:pt x="13726" y="3298"/>
                  </a:lnTo>
                  <a:lnTo>
                    <a:pt x="13824" y="3322"/>
                  </a:lnTo>
                  <a:lnTo>
                    <a:pt x="13872" y="3395"/>
                  </a:lnTo>
                  <a:lnTo>
                    <a:pt x="13897" y="3493"/>
                  </a:lnTo>
                  <a:lnTo>
                    <a:pt x="13897" y="3591"/>
                  </a:lnTo>
                  <a:lnTo>
                    <a:pt x="12602" y="8158"/>
                  </a:lnTo>
                  <a:lnTo>
                    <a:pt x="12578" y="8231"/>
                  </a:lnTo>
                  <a:lnTo>
                    <a:pt x="12505" y="8304"/>
                  </a:lnTo>
                  <a:lnTo>
                    <a:pt x="12456" y="8329"/>
                  </a:lnTo>
                  <a:lnTo>
                    <a:pt x="12358" y="8353"/>
                  </a:lnTo>
                  <a:lnTo>
                    <a:pt x="12309" y="8329"/>
                  </a:lnTo>
                  <a:lnTo>
                    <a:pt x="12212" y="8304"/>
                  </a:lnTo>
                  <a:lnTo>
                    <a:pt x="12163" y="8231"/>
                  </a:lnTo>
                  <a:lnTo>
                    <a:pt x="12138" y="8133"/>
                  </a:lnTo>
                  <a:lnTo>
                    <a:pt x="12138" y="8036"/>
                  </a:lnTo>
                  <a:lnTo>
                    <a:pt x="13433" y="3469"/>
                  </a:lnTo>
                  <a:lnTo>
                    <a:pt x="13482" y="3371"/>
                  </a:lnTo>
                  <a:lnTo>
                    <a:pt x="13530" y="3298"/>
                  </a:lnTo>
                  <a:lnTo>
                    <a:pt x="13628" y="3273"/>
                  </a:lnTo>
                  <a:close/>
                  <a:moveTo>
                    <a:pt x="11625" y="3200"/>
                  </a:moveTo>
                  <a:lnTo>
                    <a:pt x="11723" y="3224"/>
                  </a:lnTo>
                  <a:lnTo>
                    <a:pt x="11796" y="3298"/>
                  </a:lnTo>
                  <a:lnTo>
                    <a:pt x="11821" y="3371"/>
                  </a:lnTo>
                  <a:lnTo>
                    <a:pt x="11845" y="3469"/>
                  </a:lnTo>
                  <a:lnTo>
                    <a:pt x="11210" y="8280"/>
                  </a:lnTo>
                  <a:lnTo>
                    <a:pt x="11186" y="8353"/>
                  </a:lnTo>
                  <a:lnTo>
                    <a:pt x="11137" y="8426"/>
                  </a:lnTo>
                  <a:lnTo>
                    <a:pt x="11064" y="8475"/>
                  </a:lnTo>
                  <a:lnTo>
                    <a:pt x="10966" y="8500"/>
                  </a:lnTo>
                  <a:lnTo>
                    <a:pt x="10942" y="8500"/>
                  </a:lnTo>
                  <a:lnTo>
                    <a:pt x="10844" y="8451"/>
                  </a:lnTo>
                  <a:lnTo>
                    <a:pt x="10771" y="8402"/>
                  </a:lnTo>
                  <a:lnTo>
                    <a:pt x="10722" y="8304"/>
                  </a:lnTo>
                  <a:lnTo>
                    <a:pt x="10722" y="8207"/>
                  </a:lnTo>
                  <a:lnTo>
                    <a:pt x="11357" y="3420"/>
                  </a:lnTo>
                  <a:lnTo>
                    <a:pt x="11381" y="3322"/>
                  </a:lnTo>
                  <a:lnTo>
                    <a:pt x="11454" y="3249"/>
                  </a:lnTo>
                  <a:lnTo>
                    <a:pt x="11528" y="3200"/>
                  </a:lnTo>
                  <a:close/>
                  <a:moveTo>
                    <a:pt x="9525" y="3102"/>
                  </a:moveTo>
                  <a:lnTo>
                    <a:pt x="9623" y="3127"/>
                  </a:lnTo>
                  <a:lnTo>
                    <a:pt x="9696" y="3175"/>
                  </a:lnTo>
                  <a:lnTo>
                    <a:pt x="9745" y="3249"/>
                  </a:lnTo>
                  <a:lnTo>
                    <a:pt x="9769" y="3346"/>
                  </a:lnTo>
                  <a:lnTo>
                    <a:pt x="9818" y="8378"/>
                  </a:lnTo>
                  <a:lnTo>
                    <a:pt x="9794" y="8475"/>
                  </a:lnTo>
                  <a:lnTo>
                    <a:pt x="9745" y="8573"/>
                  </a:lnTo>
                  <a:lnTo>
                    <a:pt x="9672" y="8622"/>
                  </a:lnTo>
                  <a:lnTo>
                    <a:pt x="9574" y="8646"/>
                  </a:lnTo>
                  <a:lnTo>
                    <a:pt x="9476" y="8622"/>
                  </a:lnTo>
                  <a:lnTo>
                    <a:pt x="9403" y="8573"/>
                  </a:lnTo>
                  <a:lnTo>
                    <a:pt x="9354" y="8475"/>
                  </a:lnTo>
                  <a:lnTo>
                    <a:pt x="9330" y="8402"/>
                  </a:lnTo>
                  <a:lnTo>
                    <a:pt x="9281" y="3346"/>
                  </a:lnTo>
                  <a:lnTo>
                    <a:pt x="9305" y="3273"/>
                  </a:lnTo>
                  <a:lnTo>
                    <a:pt x="9354" y="3175"/>
                  </a:lnTo>
                  <a:lnTo>
                    <a:pt x="9427" y="3127"/>
                  </a:lnTo>
                  <a:lnTo>
                    <a:pt x="9525" y="3102"/>
                  </a:lnTo>
                  <a:close/>
                  <a:moveTo>
                    <a:pt x="7522" y="3029"/>
                  </a:moveTo>
                  <a:lnTo>
                    <a:pt x="7620" y="3078"/>
                  </a:lnTo>
                  <a:lnTo>
                    <a:pt x="7669" y="3151"/>
                  </a:lnTo>
                  <a:lnTo>
                    <a:pt x="7693" y="3249"/>
                  </a:lnTo>
                  <a:lnTo>
                    <a:pt x="8402" y="8500"/>
                  </a:lnTo>
                  <a:lnTo>
                    <a:pt x="8402" y="8597"/>
                  </a:lnTo>
                  <a:lnTo>
                    <a:pt x="8353" y="8671"/>
                  </a:lnTo>
                  <a:lnTo>
                    <a:pt x="8279" y="8744"/>
                  </a:lnTo>
                  <a:lnTo>
                    <a:pt x="8206" y="8768"/>
                  </a:lnTo>
                  <a:lnTo>
                    <a:pt x="8084" y="8768"/>
                  </a:lnTo>
                  <a:lnTo>
                    <a:pt x="8011" y="8720"/>
                  </a:lnTo>
                  <a:lnTo>
                    <a:pt x="7962" y="8646"/>
                  </a:lnTo>
                  <a:lnTo>
                    <a:pt x="7913" y="8573"/>
                  </a:lnTo>
                  <a:lnTo>
                    <a:pt x="7229" y="3298"/>
                  </a:lnTo>
                  <a:lnTo>
                    <a:pt x="7229" y="3200"/>
                  </a:lnTo>
                  <a:lnTo>
                    <a:pt x="7278" y="3127"/>
                  </a:lnTo>
                  <a:lnTo>
                    <a:pt x="7327" y="3053"/>
                  </a:lnTo>
                  <a:lnTo>
                    <a:pt x="7425" y="3029"/>
                  </a:lnTo>
                  <a:close/>
                  <a:moveTo>
                    <a:pt x="5446" y="2956"/>
                  </a:moveTo>
                  <a:lnTo>
                    <a:pt x="5520" y="2980"/>
                  </a:lnTo>
                  <a:lnTo>
                    <a:pt x="5593" y="3053"/>
                  </a:lnTo>
                  <a:lnTo>
                    <a:pt x="5642" y="3127"/>
                  </a:lnTo>
                  <a:lnTo>
                    <a:pt x="7009" y="8622"/>
                  </a:lnTo>
                  <a:lnTo>
                    <a:pt x="7009" y="8720"/>
                  </a:lnTo>
                  <a:lnTo>
                    <a:pt x="6985" y="8793"/>
                  </a:lnTo>
                  <a:lnTo>
                    <a:pt x="6912" y="8866"/>
                  </a:lnTo>
                  <a:lnTo>
                    <a:pt x="6814" y="8915"/>
                  </a:lnTo>
                  <a:lnTo>
                    <a:pt x="6692" y="8915"/>
                  </a:lnTo>
                  <a:lnTo>
                    <a:pt x="6619" y="8866"/>
                  </a:lnTo>
                  <a:lnTo>
                    <a:pt x="6570" y="8817"/>
                  </a:lnTo>
                  <a:lnTo>
                    <a:pt x="6521" y="8744"/>
                  </a:lnTo>
                  <a:lnTo>
                    <a:pt x="5153" y="3249"/>
                  </a:lnTo>
                  <a:lnTo>
                    <a:pt x="5153" y="3151"/>
                  </a:lnTo>
                  <a:lnTo>
                    <a:pt x="5178" y="3053"/>
                  </a:lnTo>
                  <a:lnTo>
                    <a:pt x="5251" y="3005"/>
                  </a:lnTo>
                  <a:lnTo>
                    <a:pt x="5349" y="2956"/>
                  </a:lnTo>
                  <a:close/>
                  <a:moveTo>
                    <a:pt x="391" y="0"/>
                  </a:moveTo>
                  <a:lnTo>
                    <a:pt x="293" y="25"/>
                  </a:lnTo>
                  <a:lnTo>
                    <a:pt x="220" y="74"/>
                  </a:lnTo>
                  <a:lnTo>
                    <a:pt x="147" y="123"/>
                  </a:lnTo>
                  <a:lnTo>
                    <a:pt x="73" y="196"/>
                  </a:lnTo>
                  <a:lnTo>
                    <a:pt x="25" y="294"/>
                  </a:lnTo>
                  <a:lnTo>
                    <a:pt x="0" y="367"/>
                  </a:lnTo>
                  <a:lnTo>
                    <a:pt x="0" y="489"/>
                  </a:lnTo>
                  <a:lnTo>
                    <a:pt x="0" y="587"/>
                  </a:lnTo>
                  <a:lnTo>
                    <a:pt x="25" y="660"/>
                  </a:lnTo>
                  <a:lnTo>
                    <a:pt x="73" y="758"/>
                  </a:lnTo>
                  <a:lnTo>
                    <a:pt x="147" y="831"/>
                  </a:lnTo>
                  <a:lnTo>
                    <a:pt x="220" y="880"/>
                  </a:lnTo>
                  <a:lnTo>
                    <a:pt x="293" y="929"/>
                  </a:lnTo>
                  <a:lnTo>
                    <a:pt x="391" y="953"/>
                  </a:lnTo>
                  <a:lnTo>
                    <a:pt x="489" y="977"/>
                  </a:lnTo>
                  <a:lnTo>
                    <a:pt x="3346" y="977"/>
                  </a:lnTo>
                  <a:lnTo>
                    <a:pt x="5300" y="9281"/>
                  </a:lnTo>
                  <a:lnTo>
                    <a:pt x="4518" y="11235"/>
                  </a:lnTo>
                  <a:lnTo>
                    <a:pt x="4494" y="11357"/>
                  </a:lnTo>
                  <a:lnTo>
                    <a:pt x="4494" y="11479"/>
                  </a:lnTo>
                  <a:lnTo>
                    <a:pt x="4518" y="11577"/>
                  </a:lnTo>
                  <a:lnTo>
                    <a:pt x="4567" y="11699"/>
                  </a:lnTo>
                  <a:lnTo>
                    <a:pt x="4592" y="11724"/>
                  </a:lnTo>
                  <a:lnTo>
                    <a:pt x="4811" y="11577"/>
                  </a:lnTo>
                  <a:lnTo>
                    <a:pt x="5031" y="11479"/>
                  </a:lnTo>
                  <a:lnTo>
                    <a:pt x="5275" y="11406"/>
                  </a:lnTo>
                  <a:lnTo>
                    <a:pt x="5715" y="11406"/>
                  </a:lnTo>
                  <a:lnTo>
                    <a:pt x="5886" y="11430"/>
                  </a:lnTo>
                  <a:lnTo>
                    <a:pt x="6033" y="11479"/>
                  </a:lnTo>
                  <a:lnTo>
                    <a:pt x="6179" y="11528"/>
                  </a:lnTo>
                  <a:lnTo>
                    <a:pt x="6326" y="11601"/>
                  </a:lnTo>
                  <a:lnTo>
                    <a:pt x="6448" y="11699"/>
                  </a:lnTo>
                  <a:lnTo>
                    <a:pt x="6570" y="11797"/>
                  </a:lnTo>
                  <a:lnTo>
                    <a:pt x="6692" y="11919"/>
                  </a:lnTo>
                  <a:lnTo>
                    <a:pt x="12920" y="11919"/>
                  </a:lnTo>
                  <a:lnTo>
                    <a:pt x="13042" y="11797"/>
                  </a:lnTo>
                  <a:lnTo>
                    <a:pt x="13164" y="11699"/>
                  </a:lnTo>
                  <a:lnTo>
                    <a:pt x="13286" y="11601"/>
                  </a:lnTo>
                  <a:lnTo>
                    <a:pt x="13433" y="11528"/>
                  </a:lnTo>
                  <a:lnTo>
                    <a:pt x="13579" y="11479"/>
                  </a:lnTo>
                  <a:lnTo>
                    <a:pt x="13726" y="11430"/>
                  </a:lnTo>
                  <a:lnTo>
                    <a:pt x="13897" y="11406"/>
                  </a:lnTo>
                  <a:lnTo>
                    <a:pt x="14312" y="11406"/>
                  </a:lnTo>
                  <a:lnTo>
                    <a:pt x="14556" y="11479"/>
                  </a:lnTo>
                  <a:lnTo>
                    <a:pt x="14776" y="11553"/>
                  </a:lnTo>
                  <a:lnTo>
                    <a:pt x="14971" y="11699"/>
                  </a:lnTo>
                  <a:lnTo>
                    <a:pt x="15020" y="11553"/>
                  </a:lnTo>
                  <a:lnTo>
                    <a:pt x="15045" y="11430"/>
                  </a:lnTo>
                  <a:lnTo>
                    <a:pt x="15045" y="11308"/>
                  </a:lnTo>
                  <a:lnTo>
                    <a:pt x="15020" y="11235"/>
                  </a:lnTo>
                  <a:lnTo>
                    <a:pt x="14971" y="11137"/>
                  </a:lnTo>
                  <a:lnTo>
                    <a:pt x="14898" y="11064"/>
                  </a:lnTo>
                  <a:lnTo>
                    <a:pt x="14825" y="11015"/>
                  </a:lnTo>
                  <a:lnTo>
                    <a:pt x="14752" y="10966"/>
                  </a:lnTo>
                  <a:lnTo>
                    <a:pt x="14654" y="10942"/>
                  </a:lnTo>
                  <a:lnTo>
                    <a:pt x="5691" y="10942"/>
                  </a:lnTo>
                  <a:lnTo>
                    <a:pt x="6106" y="9916"/>
                  </a:lnTo>
                  <a:lnTo>
                    <a:pt x="6252" y="9941"/>
                  </a:lnTo>
                  <a:lnTo>
                    <a:pt x="6423" y="9941"/>
                  </a:lnTo>
                  <a:lnTo>
                    <a:pt x="13848" y="9257"/>
                  </a:lnTo>
                  <a:lnTo>
                    <a:pt x="14019" y="9232"/>
                  </a:lnTo>
                  <a:lnTo>
                    <a:pt x="14190" y="9159"/>
                  </a:lnTo>
                  <a:lnTo>
                    <a:pt x="14336" y="9086"/>
                  </a:lnTo>
                  <a:lnTo>
                    <a:pt x="14507" y="8988"/>
                  </a:lnTo>
                  <a:lnTo>
                    <a:pt x="14654" y="8890"/>
                  </a:lnTo>
                  <a:lnTo>
                    <a:pt x="14776" y="8768"/>
                  </a:lnTo>
                  <a:lnTo>
                    <a:pt x="14874" y="8622"/>
                  </a:lnTo>
                  <a:lnTo>
                    <a:pt x="14971" y="8475"/>
                  </a:lnTo>
                  <a:lnTo>
                    <a:pt x="17463" y="3151"/>
                  </a:lnTo>
                  <a:lnTo>
                    <a:pt x="17511" y="3005"/>
                  </a:lnTo>
                  <a:lnTo>
                    <a:pt x="17536" y="2882"/>
                  </a:lnTo>
                  <a:lnTo>
                    <a:pt x="17511" y="2760"/>
                  </a:lnTo>
                  <a:lnTo>
                    <a:pt x="17487" y="2638"/>
                  </a:lnTo>
                  <a:lnTo>
                    <a:pt x="17414" y="2565"/>
                  </a:lnTo>
                  <a:lnTo>
                    <a:pt x="17292" y="2492"/>
                  </a:lnTo>
                  <a:lnTo>
                    <a:pt x="17169" y="2443"/>
                  </a:lnTo>
                  <a:lnTo>
                    <a:pt x="17023" y="2418"/>
                  </a:lnTo>
                  <a:lnTo>
                    <a:pt x="4592" y="2003"/>
                  </a:lnTo>
                  <a:lnTo>
                    <a:pt x="4225" y="367"/>
                  </a:lnTo>
                  <a:lnTo>
                    <a:pt x="4152" y="220"/>
                  </a:lnTo>
                  <a:lnTo>
                    <a:pt x="4054" y="98"/>
                  </a:lnTo>
                  <a:lnTo>
                    <a:pt x="3908" y="25"/>
                  </a:lnTo>
                  <a:lnTo>
                    <a:pt x="3737"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9" name="Google Shape;779;p31"/>
          <p:cNvGrpSpPr/>
          <p:nvPr/>
        </p:nvGrpSpPr>
        <p:grpSpPr>
          <a:xfrm>
            <a:off x="2043425" y="3227855"/>
            <a:ext cx="359355" cy="301190"/>
            <a:chOff x="2599825" y="3689700"/>
            <a:chExt cx="429850" cy="360275"/>
          </a:xfrm>
        </p:grpSpPr>
        <p:sp>
          <p:nvSpPr>
            <p:cNvPr id="780" name="Google Shape;780;p31"/>
            <p:cNvSpPr/>
            <p:nvPr/>
          </p:nvSpPr>
          <p:spPr>
            <a:xfrm>
              <a:off x="2599825" y="3689700"/>
              <a:ext cx="429850" cy="169150"/>
            </a:xfrm>
            <a:custGeom>
              <a:rect b="b" l="l" r="r" t="t"/>
              <a:pathLst>
                <a:path extrusionOk="0" h="6766" w="17194">
                  <a:moveTo>
                    <a:pt x="10160" y="978"/>
                  </a:moveTo>
                  <a:lnTo>
                    <a:pt x="10258" y="1002"/>
                  </a:lnTo>
                  <a:lnTo>
                    <a:pt x="10355" y="1026"/>
                  </a:lnTo>
                  <a:lnTo>
                    <a:pt x="10429" y="1075"/>
                  </a:lnTo>
                  <a:lnTo>
                    <a:pt x="10502" y="1124"/>
                  </a:lnTo>
                  <a:lnTo>
                    <a:pt x="10575" y="1197"/>
                  </a:lnTo>
                  <a:lnTo>
                    <a:pt x="10600" y="1295"/>
                  </a:lnTo>
                  <a:lnTo>
                    <a:pt x="10649" y="1368"/>
                  </a:lnTo>
                  <a:lnTo>
                    <a:pt x="10649" y="1466"/>
                  </a:lnTo>
                  <a:lnTo>
                    <a:pt x="10649" y="1881"/>
                  </a:lnTo>
                  <a:lnTo>
                    <a:pt x="6545" y="1881"/>
                  </a:lnTo>
                  <a:lnTo>
                    <a:pt x="6545" y="1466"/>
                  </a:lnTo>
                  <a:lnTo>
                    <a:pt x="6545" y="1368"/>
                  </a:lnTo>
                  <a:lnTo>
                    <a:pt x="6594" y="1295"/>
                  </a:lnTo>
                  <a:lnTo>
                    <a:pt x="6619" y="1197"/>
                  </a:lnTo>
                  <a:lnTo>
                    <a:pt x="6692" y="1124"/>
                  </a:lnTo>
                  <a:lnTo>
                    <a:pt x="6765" y="1075"/>
                  </a:lnTo>
                  <a:lnTo>
                    <a:pt x="6839" y="1026"/>
                  </a:lnTo>
                  <a:lnTo>
                    <a:pt x="6936" y="1002"/>
                  </a:lnTo>
                  <a:lnTo>
                    <a:pt x="7034" y="978"/>
                  </a:lnTo>
                  <a:close/>
                  <a:moveTo>
                    <a:pt x="7034" y="1"/>
                  </a:moveTo>
                  <a:lnTo>
                    <a:pt x="6887" y="25"/>
                  </a:lnTo>
                  <a:lnTo>
                    <a:pt x="6741" y="50"/>
                  </a:lnTo>
                  <a:lnTo>
                    <a:pt x="6472" y="123"/>
                  </a:lnTo>
                  <a:lnTo>
                    <a:pt x="6204" y="269"/>
                  </a:lnTo>
                  <a:lnTo>
                    <a:pt x="6008" y="440"/>
                  </a:lnTo>
                  <a:lnTo>
                    <a:pt x="5813" y="660"/>
                  </a:lnTo>
                  <a:lnTo>
                    <a:pt x="5691" y="904"/>
                  </a:lnTo>
                  <a:lnTo>
                    <a:pt x="5593" y="1173"/>
                  </a:lnTo>
                  <a:lnTo>
                    <a:pt x="5569" y="1320"/>
                  </a:lnTo>
                  <a:lnTo>
                    <a:pt x="5569" y="1466"/>
                  </a:lnTo>
                  <a:lnTo>
                    <a:pt x="5569" y="1881"/>
                  </a:lnTo>
                  <a:lnTo>
                    <a:pt x="391" y="1881"/>
                  </a:lnTo>
                  <a:lnTo>
                    <a:pt x="293" y="1906"/>
                  </a:lnTo>
                  <a:lnTo>
                    <a:pt x="220" y="1955"/>
                  </a:lnTo>
                  <a:lnTo>
                    <a:pt x="147" y="2028"/>
                  </a:lnTo>
                  <a:lnTo>
                    <a:pt x="73" y="2077"/>
                  </a:lnTo>
                  <a:lnTo>
                    <a:pt x="49" y="2174"/>
                  </a:lnTo>
                  <a:lnTo>
                    <a:pt x="0" y="2272"/>
                  </a:lnTo>
                  <a:lnTo>
                    <a:pt x="0" y="2370"/>
                  </a:lnTo>
                  <a:lnTo>
                    <a:pt x="0" y="5789"/>
                  </a:lnTo>
                  <a:lnTo>
                    <a:pt x="24" y="5984"/>
                  </a:lnTo>
                  <a:lnTo>
                    <a:pt x="73" y="6155"/>
                  </a:lnTo>
                  <a:lnTo>
                    <a:pt x="171" y="6326"/>
                  </a:lnTo>
                  <a:lnTo>
                    <a:pt x="293" y="6473"/>
                  </a:lnTo>
                  <a:lnTo>
                    <a:pt x="440" y="6595"/>
                  </a:lnTo>
                  <a:lnTo>
                    <a:pt x="586" y="6693"/>
                  </a:lnTo>
                  <a:lnTo>
                    <a:pt x="782" y="6741"/>
                  </a:lnTo>
                  <a:lnTo>
                    <a:pt x="977" y="6766"/>
                  </a:lnTo>
                  <a:lnTo>
                    <a:pt x="7742" y="6766"/>
                  </a:lnTo>
                  <a:lnTo>
                    <a:pt x="7742" y="6155"/>
                  </a:lnTo>
                  <a:lnTo>
                    <a:pt x="7767" y="6058"/>
                  </a:lnTo>
                  <a:lnTo>
                    <a:pt x="7791" y="5984"/>
                  </a:lnTo>
                  <a:lnTo>
                    <a:pt x="7840" y="5887"/>
                  </a:lnTo>
                  <a:lnTo>
                    <a:pt x="7889" y="5813"/>
                  </a:lnTo>
                  <a:lnTo>
                    <a:pt x="7962" y="5765"/>
                  </a:lnTo>
                  <a:lnTo>
                    <a:pt x="8060" y="5716"/>
                  </a:lnTo>
                  <a:lnTo>
                    <a:pt x="8133" y="5691"/>
                  </a:lnTo>
                  <a:lnTo>
                    <a:pt x="8231" y="5667"/>
                  </a:lnTo>
                  <a:lnTo>
                    <a:pt x="8963" y="5667"/>
                  </a:lnTo>
                  <a:lnTo>
                    <a:pt x="9061" y="5691"/>
                  </a:lnTo>
                  <a:lnTo>
                    <a:pt x="9134" y="5716"/>
                  </a:lnTo>
                  <a:lnTo>
                    <a:pt x="9232" y="5765"/>
                  </a:lnTo>
                  <a:lnTo>
                    <a:pt x="9305" y="5813"/>
                  </a:lnTo>
                  <a:lnTo>
                    <a:pt x="9354" y="5887"/>
                  </a:lnTo>
                  <a:lnTo>
                    <a:pt x="9403" y="5984"/>
                  </a:lnTo>
                  <a:lnTo>
                    <a:pt x="9427" y="6058"/>
                  </a:lnTo>
                  <a:lnTo>
                    <a:pt x="9452" y="6155"/>
                  </a:lnTo>
                  <a:lnTo>
                    <a:pt x="9452" y="6766"/>
                  </a:lnTo>
                  <a:lnTo>
                    <a:pt x="16217" y="6766"/>
                  </a:lnTo>
                  <a:lnTo>
                    <a:pt x="16412" y="6741"/>
                  </a:lnTo>
                  <a:lnTo>
                    <a:pt x="16608" y="6693"/>
                  </a:lnTo>
                  <a:lnTo>
                    <a:pt x="16754" y="6595"/>
                  </a:lnTo>
                  <a:lnTo>
                    <a:pt x="16901" y="6473"/>
                  </a:lnTo>
                  <a:lnTo>
                    <a:pt x="17023" y="6326"/>
                  </a:lnTo>
                  <a:lnTo>
                    <a:pt x="17121" y="6155"/>
                  </a:lnTo>
                  <a:lnTo>
                    <a:pt x="17169" y="5984"/>
                  </a:lnTo>
                  <a:lnTo>
                    <a:pt x="17194" y="5789"/>
                  </a:lnTo>
                  <a:lnTo>
                    <a:pt x="17194" y="2370"/>
                  </a:lnTo>
                  <a:lnTo>
                    <a:pt x="17194" y="2272"/>
                  </a:lnTo>
                  <a:lnTo>
                    <a:pt x="17145" y="2174"/>
                  </a:lnTo>
                  <a:lnTo>
                    <a:pt x="17121" y="2077"/>
                  </a:lnTo>
                  <a:lnTo>
                    <a:pt x="17047" y="2028"/>
                  </a:lnTo>
                  <a:lnTo>
                    <a:pt x="16974" y="1955"/>
                  </a:lnTo>
                  <a:lnTo>
                    <a:pt x="16901" y="1906"/>
                  </a:lnTo>
                  <a:lnTo>
                    <a:pt x="16803" y="1881"/>
                  </a:lnTo>
                  <a:lnTo>
                    <a:pt x="11625" y="1881"/>
                  </a:lnTo>
                  <a:lnTo>
                    <a:pt x="11625" y="1466"/>
                  </a:lnTo>
                  <a:lnTo>
                    <a:pt x="11625" y="1320"/>
                  </a:lnTo>
                  <a:lnTo>
                    <a:pt x="11601" y="1173"/>
                  </a:lnTo>
                  <a:lnTo>
                    <a:pt x="11503" y="904"/>
                  </a:lnTo>
                  <a:lnTo>
                    <a:pt x="11381" y="660"/>
                  </a:lnTo>
                  <a:lnTo>
                    <a:pt x="11186" y="440"/>
                  </a:lnTo>
                  <a:lnTo>
                    <a:pt x="10990" y="269"/>
                  </a:lnTo>
                  <a:lnTo>
                    <a:pt x="10722" y="123"/>
                  </a:lnTo>
                  <a:lnTo>
                    <a:pt x="10453" y="50"/>
                  </a:lnTo>
                  <a:lnTo>
                    <a:pt x="10307" y="25"/>
                  </a:lnTo>
                  <a:lnTo>
                    <a:pt x="10160"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31"/>
            <p:cNvSpPr/>
            <p:nvPr/>
          </p:nvSpPr>
          <p:spPr>
            <a:xfrm>
              <a:off x="2599825" y="3861275"/>
              <a:ext cx="429850" cy="188700"/>
            </a:xfrm>
            <a:custGeom>
              <a:rect b="b" l="l" r="r" t="t"/>
              <a:pathLst>
                <a:path extrusionOk="0" h="7548" w="17194">
                  <a:moveTo>
                    <a:pt x="0" y="1"/>
                  </a:moveTo>
                  <a:lnTo>
                    <a:pt x="0" y="7059"/>
                  </a:lnTo>
                  <a:lnTo>
                    <a:pt x="0" y="7157"/>
                  </a:lnTo>
                  <a:lnTo>
                    <a:pt x="49" y="7230"/>
                  </a:lnTo>
                  <a:lnTo>
                    <a:pt x="73" y="7327"/>
                  </a:lnTo>
                  <a:lnTo>
                    <a:pt x="147" y="7401"/>
                  </a:lnTo>
                  <a:lnTo>
                    <a:pt x="220" y="7450"/>
                  </a:lnTo>
                  <a:lnTo>
                    <a:pt x="293" y="7498"/>
                  </a:lnTo>
                  <a:lnTo>
                    <a:pt x="391" y="7523"/>
                  </a:lnTo>
                  <a:lnTo>
                    <a:pt x="489" y="7547"/>
                  </a:lnTo>
                  <a:lnTo>
                    <a:pt x="16705" y="7547"/>
                  </a:lnTo>
                  <a:lnTo>
                    <a:pt x="16803" y="7523"/>
                  </a:lnTo>
                  <a:lnTo>
                    <a:pt x="16901" y="7498"/>
                  </a:lnTo>
                  <a:lnTo>
                    <a:pt x="16974" y="7450"/>
                  </a:lnTo>
                  <a:lnTo>
                    <a:pt x="17047" y="7401"/>
                  </a:lnTo>
                  <a:lnTo>
                    <a:pt x="17121" y="7327"/>
                  </a:lnTo>
                  <a:lnTo>
                    <a:pt x="17145" y="7230"/>
                  </a:lnTo>
                  <a:lnTo>
                    <a:pt x="17194" y="7157"/>
                  </a:lnTo>
                  <a:lnTo>
                    <a:pt x="17194" y="7059"/>
                  </a:lnTo>
                  <a:lnTo>
                    <a:pt x="17194" y="1"/>
                  </a:lnTo>
                  <a:lnTo>
                    <a:pt x="16974" y="172"/>
                  </a:lnTo>
                  <a:lnTo>
                    <a:pt x="16754" y="294"/>
                  </a:lnTo>
                  <a:lnTo>
                    <a:pt x="16486" y="367"/>
                  </a:lnTo>
                  <a:lnTo>
                    <a:pt x="16217" y="391"/>
                  </a:lnTo>
                  <a:lnTo>
                    <a:pt x="9452" y="391"/>
                  </a:lnTo>
                  <a:lnTo>
                    <a:pt x="9452" y="855"/>
                  </a:lnTo>
                  <a:lnTo>
                    <a:pt x="9427" y="953"/>
                  </a:lnTo>
                  <a:lnTo>
                    <a:pt x="9403" y="1051"/>
                  </a:lnTo>
                  <a:lnTo>
                    <a:pt x="9354" y="1148"/>
                  </a:lnTo>
                  <a:lnTo>
                    <a:pt x="9305" y="1197"/>
                  </a:lnTo>
                  <a:lnTo>
                    <a:pt x="9232" y="1271"/>
                  </a:lnTo>
                  <a:lnTo>
                    <a:pt x="9134" y="1319"/>
                  </a:lnTo>
                  <a:lnTo>
                    <a:pt x="9061" y="1344"/>
                  </a:lnTo>
                  <a:lnTo>
                    <a:pt x="8133" y="1344"/>
                  </a:lnTo>
                  <a:lnTo>
                    <a:pt x="8060" y="1319"/>
                  </a:lnTo>
                  <a:lnTo>
                    <a:pt x="7962" y="1271"/>
                  </a:lnTo>
                  <a:lnTo>
                    <a:pt x="7889" y="1197"/>
                  </a:lnTo>
                  <a:lnTo>
                    <a:pt x="7840" y="1148"/>
                  </a:lnTo>
                  <a:lnTo>
                    <a:pt x="7791" y="1051"/>
                  </a:lnTo>
                  <a:lnTo>
                    <a:pt x="7767" y="953"/>
                  </a:lnTo>
                  <a:lnTo>
                    <a:pt x="7742" y="855"/>
                  </a:lnTo>
                  <a:lnTo>
                    <a:pt x="7742" y="391"/>
                  </a:lnTo>
                  <a:lnTo>
                    <a:pt x="977" y="391"/>
                  </a:lnTo>
                  <a:lnTo>
                    <a:pt x="708" y="367"/>
                  </a:lnTo>
                  <a:lnTo>
                    <a:pt x="440" y="294"/>
                  </a:lnTo>
                  <a:lnTo>
                    <a:pt x="220" y="172"/>
                  </a:lnTo>
                  <a:lnTo>
                    <a:pt x="0"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2" name="Google Shape;782;p31"/>
          <p:cNvGrpSpPr/>
          <p:nvPr/>
        </p:nvGrpSpPr>
        <p:grpSpPr>
          <a:xfrm>
            <a:off x="2624299" y="3196714"/>
            <a:ext cx="324661" cy="338956"/>
            <a:chOff x="3294650" y="3652450"/>
            <a:chExt cx="388350" cy="405450"/>
          </a:xfrm>
        </p:grpSpPr>
        <p:sp>
          <p:nvSpPr>
            <p:cNvPr id="783" name="Google Shape;783;p31"/>
            <p:cNvSpPr/>
            <p:nvPr/>
          </p:nvSpPr>
          <p:spPr>
            <a:xfrm>
              <a:off x="3294650" y="3681775"/>
              <a:ext cx="376150" cy="376125"/>
            </a:xfrm>
            <a:custGeom>
              <a:rect b="b" l="l" r="r" t="t"/>
              <a:pathLst>
                <a:path extrusionOk="0" h="15045" w="15046">
                  <a:moveTo>
                    <a:pt x="7132" y="0"/>
                  </a:moveTo>
                  <a:lnTo>
                    <a:pt x="6766" y="49"/>
                  </a:lnTo>
                  <a:lnTo>
                    <a:pt x="6375" y="98"/>
                  </a:lnTo>
                  <a:lnTo>
                    <a:pt x="6009" y="147"/>
                  </a:lnTo>
                  <a:lnTo>
                    <a:pt x="5642" y="244"/>
                  </a:lnTo>
                  <a:lnTo>
                    <a:pt x="5276" y="342"/>
                  </a:lnTo>
                  <a:lnTo>
                    <a:pt x="4934" y="464"/>
                  </a:lnTo>
                  <a:lnTo>
                    <a:pt x="4592" y="586"/>
                  </a:lnTo>
                  <a:lnTo>
                    <a:pt x="4250" y="733"/>
                  </a:lnTo>
                  <a:lnTo>
                    <a:pt x="3933" y="904"/>
                  </a:lnTo>
                  <a:lnTo>
                    <a:pt x="3615" y="1099"/>
                  </a:lnTo>
                  <a:lnTo>
                    <a:pt x="3322" y="1295"/>
                  </a:lnTo>
                  <a:lnTo>
                    <a:pt x="3029" y="1490"/>
                  </a:lnTo>
                  <a:lnTo>
                    <a:pt x="2736" y="1710"/>
                  </a:lnTo>
                  <a:lnTo>
                    <a:pt x="2467" y="1954"/>
                  </a:lnTo>
                  <a:lnTo>
                    <a:pt x="2199" y="2198"/>
                  </a:lnTo>
                  <a:lnTo>
                    <a:pt x="1954" y="2467"/>
                  </a:lnTo>
                  <a:lnTo>
                    <a:pt x="1710" y="2736"/>
                  </a:lnTo>
                  <a:lnTo>
                    <a:pt x="1490" y="3029"/>
                  </a:lnTo>
                  <a:lnTo>
                    <a:pt x="1295" y="3322"/>
                  </a:lnTo>
                  <a:lnTo>
                    <a:pt x="1100" y="3615"/>
                  </a:lnTo>
                  <a:lnTo>
                    <a:pt x="904" y="3932"/>
                  </a:lnTo>
                  <a:lnTo>
                    <a:pt x="733" y="4250"/>
                  </a:lnTo>
                  <a:lnTo>
                    <a:pt x="587" y="4592"/>
                  </a:lnTo>
                  <a:lnTo>
                    <a:pt x="465" y="4934"/>
                  </a:lnTo>
                  <a:lnTo>
                    <a:pt x="342" y="5276"/>
                  </a:lnTo>
                  <a:lnTo>
                    <a:pt x="245" y="5642"/>
                  </a:lnTo>
                  <a:lnTo>
                    <a:pt x="147" y="6008"/>
                  </a:lnTo>
                  <a:lnTo>
                    <a:pt x="98" y="6375"/>
                  </a:lnTo>
                  <a:lnTo>
                    <a:pt x="49" y="6765"/>
                  </a:lnTo>
                  <a:lnTo>
                    <a:pt x="0" y="7132"/>
                  </a:lnTo>
                  <a:lnTo>
                    <a:pt x="0" y="7522"/>
                  </a:lnTo>
                  <a:lnTo>
                    <a:pt x="0" y="7913"/>
                  </a:lnTo>
                  <a:lnTo>
                    <a:pt x="49" y="8280"/>
                  </a:lnTo>
                  <a:lnTo>
                    <a:pt x="98" y="8670"/>
                  </a:lnTo>
                  <a:lnTo>
                    <a:pt x="147" y="9037"/>
                  </a:lnTo>
                  <a:lnTo>
                    <a:pt x="245" y="9403"/>
                  </a:lnTo>
                  <a:lnTo>
                    <a:pt x="342" y="9769"/>
                  </a:lnTo>
                  <a:lnTo>
                    <a:pt x="465" y="10111"/>
                  </a:lnTo>
                  <a:lnTo>
                    <a:pt x="587" y="10453"/>
                  </a:lnTo>
                  <a:lnTo>
                    <a:pt x="733" y="10795"/>
                  </a:lnTo>
                  <a:lnTo>
                    <a:pt x="904" y="11113"/>
                  </a:lnTo>
                  <a:lnTo>
                    <a:pt x="1100" y="11430"/>
                  </a:lnTo>
                  <a:lnTo>
                    <a:pt x="1295" y="11723"/>
                  </a:lnTo>
                  <a:lnTo>
                    <a:pt x="1490" y="12016"/>
                  </a:lnTo>
                  <a:lnTo>
                    <a:pt x="1710" y="12309"/>
                  </a:lnTo>
                  <a:lnTo>
                    <a:pt x="1954" y="12578"/>
                  </a:lnTo>
                  <a:lnTo>
                    <a:pt x="2199" y="12847"/>
                  </a:lnTo>
                  <a:lnTo>
                    <a:pt x="2467" y="13091"/>
                  </a:lnTo>
                  <a:lnTo>
                    <a:pt x="2736" y="13335"/>
                  </a:lnTo>
                  <a:lnTo>
                    <a:pt x="3029" y="13555"/>
                  </a:lnTo>
                  <a:lnTo>
                    <a:pt x="3322" y="13750"/>
                  </a:lnTo>
                  <a:lnTo>
                    <a:pt x="3615" y="13946"/>
                  </a:lnTo>
                  <a:lnTo>
                    <a:pt x="3933" y="14141"/>
                  </a:lnTo>
                  <a:lnTo>
                    <a:pt x="4250" y="14312"/>
                  </a:lnTo>
                  <a:lnTo>
                    <a:pt x="4592" y="14459"/>
                  </a:lnTo>
                  <a:lnTo>
                    <a:pt x="4934" y="14581"/>
                  </a:lnTo>
                  <a:lnTo>
                    <a:pt x="5276" y="14703"/>
                  </a:lnTo>
                  <a:lnTo>
                    <a:pt x="5642" y="14801"/>
                  </a:lnTo>
                  <a:lnTo>
                    <a:pt x="6009" y="14898"/>
                  </a:lnTo>
                  <a:lnTo>
                    <a:pt x="6375" y="14947"/>
                  </a:lnTo>
                  <a:lnTo>
                    <a:pt x="6766" y="14996"/>
                  </a:lnTo>
                  <a:lnTo>
                    <a:pt x="7132" y="15045"/>
                  </a:lnTo>
                  <a:lnTo>
                    <a:pt x="7914" y="15045"/>
                  </a:lnTo>
                  <a:lnTo>
                    <a:pt x="8280" y="14996"/>
                  </a:lnTo>
                  <a:lnTo>
                    <a:pt x="8671" y="14947"/>
                  </a:lnTo>
                  <a:lnTo>
                    <a:pt x="9037" y="14898"/>
                  </a:lnTo>
                  <a:lnTo>
                    <a:pt x="9403" y="14801"/>
                  </a:lnTo>
                  <a:lnTo>
                    <a:pt x="9770" y="14703"/>
                  </a:lnTo>
                  <a:lnTo>
                    <a:pt x="10112" y="14581"/>
                  </a:lnTo>
                  <a:lnTo>
                    <a:pt x="10454" y="14459"/>
                  </a:lnTo>
                  <a:lnTo>
                    <a:pt x="10795" y="14312"/>
                  </a:lnTo>
                  <a:lnTo>
                    <a:pt x="11113" y="14141"/>
                  </a:lnTo>
                  <a:lnTo>
                    <a:pt x="11430" y="13946"/>
                  </a:lnTo>
                  <a:lnTo>
                    <a:pt x="11724" y="13750"/>
                  </a:lnTo>
                  <a:lnTo>
                    <a:pt x="12017" y="13555"/>
                  </a:lnTo>
                  <a:lnTo>
                    <a:pt x="12310" y="13335"/>
                  </a:lnTo>
                  <a:lnTo>
                    <a:pt x="12578" y="13091"/>
                  </a:lnTo>
                  <a:lnTo>
                    <a:pt x="12847" y="12847"/>
                  </a:lnTo>
                  <a:lnTo>
                    <a:pt x="13091" y="12578"/>
                  </a:lnTo>
                  <a:lnTo>
                    <a:pt x="13335" y="12309"/>
                  </a:lnTo>
                  <a:lnTo>
                    <a:pt x="13555" y="12016"/>
                  </a:lnTo>
                  <a:lnTo>
                    <a:pt x="13751" y="11723"/>
                  </a:lnTo>
                  <a:lnTo>
                    <a:pt x="13946" y="11430"/>
                  </a:lnTo>
                  <a:lnTo>
                    <a:pt x="14141" y="11113"/>
                  </a:lnTo>
                  <a:lnTo>
                    <a:pt x="14312" y="10795"/>
                  </a:lnTo>
                  <a:lnTo>
                    <a:pt x="14459" y="10453"/>
                  </a:lnTo>
                  <a:lnTo>
                    <a:pt x="14581" y="10111"/>
                  </a:lnTo>
                  <a:lnTo>
                    <a:pt x="14703" y="9769"/>
                  </a:lnTo>
                  <a:lnTo>
                    <a:pt x="14801" y="9403"/>
                  </a:lnTo>
                  <a:lnTo>
                    <a:pt x="14899" y="9037"/>
                  </a:lnTo>
                  <a:lnTo>
                    <a:pt x="14947" y="8670"/>
                  </a:lnTo>
                  <a:lnTo>
                    <a:pt x="14996" y="8280"/>
                  </a:lnTo>
                  <a:lnTo>
                    <a:pt x="15045" y="7913"/>
                  </a:lnTo>
                  <a:lnTo>
                    <a:pt x="15045" y="7522"/>
                  </a:lnTo>
                  <a:lnTo>
                    <a:pt x="7523" y="7522"/>
                  </a:lnTo>
                  <a:lnTo>
                    <a:pt x="7523"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31"/>
            <p:cNvSpPr/>
            <p:nvPr/>
          </p:nvSpPr>
          <p:spPr>
            <a:xfrm>
              <a:off x="3494925" y="3760525"/>
              <a:ext cx="188075" cy="97100"/>
            </a:xfrm>
            <a:custGeom>
              <a:rect b="b" l="l" r="r" t="t"/>
              <a:pathLst>
                <a:path extrusionOk="0" h="3884" w="7523">
                  <a:moveTo>
                    <a:pt x="2491" y="2956"/>
                  </a:moveTo>
                  <a:lnTo>
                    <a:pt x="2491" y="3396"/>
                  </a:lnTo>
                  <a:lnTo>
                    <a:pt x="1759" y="3396"/>
                  </a:lnTo>
                  <a:lnTo>
                    <a:pt x="2491" y="2956"/>
                  </a:lnTo>
                  <a:close/>
                  <a:moveTo>
                    <a:pt x="3346" y="2443"/>
                  </a:moveTo>
                  <a:lnTo>
                    <a:pt x="3346" y="3396"/>
                  </a:lnTo>
                  <a:lnTo>
                    <a:pt x="2980" y="3396"/>
                  </a:lnTo>
                  <a:lnTo>
                    <a:pt x="2980" y="2663"/>
                  </a:lnTo>
                  <a:lnTo>
                    <a:pt x="3346" y="2443"/>
                  </a:lnTo>
                  <a:close/>
                  <a:moveTo>
                    <a:pt x="4201" y="1930"/>
                  </a:moveTo>
                  <a:lnTo>
                    <a:pt x="4201" y="3396"/>
                  </a:lnTo>
                  <a:lnTo>
                    <a:pt x="3835" y="3396"/>
                  </a:lnTo>
                  <a:lnTo>
                    <a:pt x="3835" y="2150"/>
                  </a:lnTo>
                  <a:lnTo>
                    <a:pt x="3835" y="2150"/>
                  </a:lnTo>
                  <a:lnTo>
                    <a:pt x="4201" y="1930"/>
                  </a:lnTo>
                  <a:close/>
                  <a:moveTo>
                    <a:pt x="5056" y="1393"/>
                  </a:moveTo>
                  <a:lnTo>
                    <a:pt x="5056" y="3396"/>
                  </a:lnTo>
                  <a:lnTo>
                    <a:pt x="4689" y="3396"/>
                  </a:lnTo>
                  <a:lnTo>
                    <a:pt x="4689" y="1637"/>
                  </a:lnTo>
                  <a:lnTo>
                    <a:pt x="5056" y="1393"/>
                  </a:lnTo>
                  <a:close/>
                  <a:moveTo>
                    <a:pt x="5911" y="885"/>
                  </a:moveTo>
                  <a:lnTo>
                    <a:pt x="5911" y="3396"/>
                  </a:lnTo>
                  <a:lnTo>
                    <a:pt x="5544" y="3396"/>
                  </a:lnTo>
                  <a:lnTo>
                    <a:pt x="5544" y="1100"/>
                  </a:lnTo>
                  <a:lnTo>
                    <a:pt x="5911" y="885"/>
                  </a:lnTo>
                  <a:close/>
                  <a:moveTo>
                    <a:pt x="6399" y="978"/>
                  </a:moveTo>
                  <a:lnTo>
                    <a:pt x="6619" y="1539"/>
                  </a:lnTo>
                  <a:lnTo>
                    <a:pt x="6790" y="2031"/>
                  </a:lnTo>
                  <a:lnTo>
                    <a:pt x="6790" y="3396"/>
                  </a:lnTo>
                  <a:lnTo>
                    <a:pt x="6399" y="3396"/>
                  </a:lnTo>
                  <a:lnTo>
                    <a:pt x="6399" y="978"/>
                  </a:lnTo>
                  <a:close/>
                  <a:moveTo>
                    <a:pt x="6448" y="1"/>
                  </a:moveTo>
                  <a:lnTo>
                    <a:pt x="0" y="3884"/>
                  </a:lnTo>
                  <a:lnTo>
                    <a:pt x="7523" y="3884"/>
                  </a:lnTo>
                  <a:lnTo>
                    <a:pt x="7498" y="3347"/>
                  </a:lnTo>
                  <a:lnTo>
                    <a:pt x="7449" y="2834"/>
                  </a:lnTo>
                  <a:lnTo>
                    <a:pt x="7352" y="2321"/>
                  </a:lnTo>
                  <a:lnTo>
                    <a:pt x="7229" y="1832"/>
                  </a:lnTo>
                  <a:lnTo>
                    <a:pt x="7083" y="1344"/>
                  </a:lnTo>
                  <a:lnTo>
                    <a:pt x="6912" y="880"/>
                  </a:lnTo>
                  <a:lnTo>
                    <a:pt x="6692" y="440"/>
                  </a:lnTo>
                  <a:lnTo>
                    <a:pt x="6448"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31"/>
            <p:cNvSpPr/>
            <p:nvPr/>
          </p:nvSpPr>
          <p:spPr>
            <a:xfrm>
              <a:off x="3494925" y="3652450"/>
              <a:ext cx="161200" cy="188100"/>
            </a:xfrm>
            <a:custGeom>
              <a:rect b="b" l="l" r="r" t="t"/>
              <a:pathLst>
                <a:path extrusionOk="0" h="7524" w="6448">
                  <a:moveTo>
                    <a:pt x="489" y="514"/>
                  </a:moveTo>
                  <a:lnTo>
                    <a:pt x="879" y="538"/>
                  </a:lnTo>
                  <a:lnTo>
                    <a:pt x="1270" y="611"/>
                  </a:lnTo>
                  <a:lnTo>
                    <a:pt x="1661" y="685"/>
                  </a:lnTo>
                  <a:lnTo>
                    <a:pt x="2052" y="782"/>
                  </a:lnTo>
                  <a:lnTo>
                    <a:pt x="2418" y="929"/>
                  </a:lnTo>
                  <a:lnTo>
                    <a:pt x="2809" y="1075"/>
                  </a:lnTo>
                  <a:lnTo>
                    <a:pt x="3151" y="1246"/>
                  </a:lnTo>
                  <a:lnTo>
                    <a:pt x="3517" y="1417"/>
                  </a:lnTo>
                  <a:lnTo>
                    <a:pt x="3835" y="1637"/>
                  </a:lnTo>
                  <a:lnTo>
                    <a:pt x="4152" y="1857"/>
                  </a:lnTo>
                  <a:lnTo>
                    <a:pt x="4445" y="2077"/>
                  </a:lnTo>
                  <a:lnTo>
                    <a:pt x="4738" y="2321"/>
                  </a:lnTo>
                  <a:lnTo>
                    <a:pt x="5031" y="2590"/>
                  </a:lnTo>
                  <a:lnTo>
                    <a:pt x="5276" y="2883"/>
                  </a:lnTo>
                  <a:lnTo>
                    <a:pt x="5520" y="3176"/>
                  </a:lnTo>
                  <a:lnTo>
                    <a:pt x="5764" y="3493"/>
                  </a:lnTo>
                  <a:lnTo>
                    <a:pt x="489" y="6668"/>
                  </a:lnTo>
                  <a:lnTo>
                    <a:pt x="489" y="514"/>
                  </a:lnTo>
                  <a:close/>
                  <a:moveTo>
                    <a:pt x="0" y="1"/>
                  </a:moveTo>
                  <a:lnTo>
                    <a:pt x="0" y="7523"/>
                  </a:lnTo>
                  <a:lnTo>
                    <a:pt x="6448" y="3640"/>
                  </a:lnTo>
                  <a:lnTo>
                    <a:pt x="6179" y="3249"/>
                  </a:lnTo>
                  <a:lnTo>
                    <a:pt x="5911" y="2858"/>
                  </a:lnTo>
                  <a:lnTo>
                    <a:pt x="5593" y="2492"/>
                  </a:lnTo>
                  <a:lnTo>
                    <a:pt x="5276" y="2150"/>
                  </a:lnTo>
                  <a:lnTo>
                    <a:pt x="4909" y="1833"/>
                  </a:lnTo>
                  <a:lnTo>
                    <a:pt x="4543" y="1540"/>
                  </a:lnTo>
                  <a:lnTo>
                    <a:pt x="4152" y="1246"/>
                  </a:lnTo>
                  <a:lnTo>
                    <a:pt x="3761" y="1002"/>
                  </a:lnTo>
                  <a:lnTo>
                    <a:pt x="3322" y="782"/>
                  </a:lnTo>
                  <a:lnTo>
                    <a:pt x="2882" y="587"/>
                  </a:lnTo>
                  <a:lnTo>
                    <a:pt x="2443" y="416"/>
                  </a:lnTo>
                  <a:lnTo>
                    <a:pt x="1978" y="270"/>
                  </a:lnTo>
                  <a:lnTo>
                    <a:pt x="1490" y="147"/>
                  </a:lnTo>
                  <a:lnTo>
                    <a:pt x="1002" y="74"/>
                  </a:lnTo>
                  <a:lnTo>
                    <a:pt x="513" y="25"/>
                  </a:lnTo>
                  <a:lnTo>
                    <a:pt x="0"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6" name="Google Shape;786;p31"/>
          <p:cNvGrpSpPr/>
          <p:nvPr/>
        </p:nvGrpSpPr>
        <p:grpSpPr>
          <a:xfrm>
            <a:off x="3160781" y="3239600"/>
            <a:ext cx="378750" cy="277698"/>
            <a:chOff x="3936375" y="3703750"/>
            <a:chExt cx="453050" cy="332175"/>
          </a:xfrm>
        </p:grpSpPr>
        <p:sp>
          <p:nvSpPr>
            <p:cNvPr id="787" name="Google Shape;787;p31"/>
            <p:cNvSpPr/>
            <p:nvPr/>
          </p:nvSpPr>
          <p:spPr>
            <a:xfrm>
              <a:off x="3936375" y="3703750"/>
              <a:ext cx="453050" cy="332175"/>
            </a:xfrm>
            <a:custGeom>
              <a:rect b="b" l="l" r="r" t="t"/>
              <a:pathLst>
                <a:path extrusionOk="0" h="13287" w="18122">
                  <a:moveTo>
                    <a:pt x="366" y="0"/>
                  </a:moveTo>
                  <a:lnTo>
                    <a:pt x="293" y="49"/>
                  </a:lnTo>
                  <a:lnTo>
                    <a:pt x="195" y="74"/>
                  </a:lnTo>
                  <a:lnTo>
                    <a:pt x="122" y="147"/>
                  </a:lnTo>
                  <a:lnTo>
                    <a:pt x="73" y="220"/>
                  </a:lnTo>
                  <a:lnTo>
                    <a:pt x="24" y="293"/>
                  </a:lnTo>
                  <a:lnTo>
                    <a:pt x="0" y="391"/>
                  </a:lnTo>
                  <a:lnTo>
                    <a:pt x="0" y="489"/>
                  </a:lnTo>
                  <a:lnTo>
                    <a:pt x="0" y="12798"/>
                  </a:lnTo>
                  <a:lnTo>
                    <a:pt x="0" y="12896"/>
                  </a:lnTo>
                  <a:lnTo>
                    <a:pt x="24" y="12993"/>
                  </a:lnTo>
                  <a:lnTo>
                    <a:pt x="73" y="13067"/>
                  </a:lnTo>
                  <a:lnTo>
                    <a:pt x="122" y="13140"/>
                  </a:lnTo>
                  <a:lnTo>
                    <a:pt x="195" y="13213"/>
                  </a:lnTo>
                  <a:lnTo>
                    <a:pt x="293" y="13238"/>
                  </a:lnTo>
                  <a:lnTo>
                    <a:pt x="366" y="13287"/>
                  </a:lnTo>
                  <a:lnTo>
                    <a:pt x="17756" y="13287"/>
                  </a:lnTo>
                  <a:lnTo>
                    <a:pt x="17829" y="13238"/>
                  </a:lnTo>
                  <a:lnTo>
                    <a:pt x="17927" y="13213"/>
                  </a:lnTo>
                  <a:lnTo>
                    <a:pt x="18000" y="13140"/>
                  </a:lnTo>
                  <a:lnTo>
                    <a:pt x="18049" y="13067"/>
                  </a:lnTo>
                  <a:lnTo>
                    <a:pt x="18098" y="12993"/>
                  </a:lnTo>
                  <a:lnTo>
                    <a:pt x="18122" y="12896"/>
                  </a:lnTo>
                  <a:lnTo>
                    <a:pt x="18122" y="12798"/>
                  </a:lnTo>
                  <a:lnTo>
                    <a:pt x="18122" y="12700"/>
                  </a:lnTo>
                  <a:lnTo>
                    <a:pt x="18098" y="12603"/>
                  </a:lnTo>
                  <a:lnTo>
                    <a:pt x="18049" y="12529"/>
                  </a:lnTo>
                  <a:lnTo>
                    <a:pt x="18000" y="12456"/>
                  </a:lnTo>
                  <a:lnTo>
                    <a:pt x="17927" y="12383"/>
                  </a:lnTo>
                  <a:lnTo>
                    <a:pt x="17829" y="12358"/>
                  </a:lnTo>
                  <a:lnTo>
                    <a:pt x="17756" y="12310"/>
                  </a:lnTo>
                  <a:lnTo>
                    <a:pt x="977" y="12310"/>
                  </a:lnTo>
                  <a:lnTo>
                    <a:pt x="977" y="489"/>
                  </a:lnTo>
                  <a:lnTo>
                    <a:pt x="953" y="391"/>
                  </a:lnTo>
                  <a:lnTo>
                    <a:pt x="928" y="293"/>
                  </a:lnTo>
                  <a:lnTo>
                    <a:pt x="879" y="220"/>
                  </a:lnTo>
                  <a:lnTo>
                    <a:pt x="830" y="147"/>
                  </a:lnTo>
                  <a:lnTo>
                    <a:pt x="757" y="74"/>
                  </a:lnTo>
                  <a:lnTo>
                    <a:pt x="659" y="49"/>
                  </a:lnTo>
                  <a:lnTo>
                    <a:pt x="586"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31"/>
            <p:cNvSpPr/>
            <p:nvPr/>
          </p:nvSpPr>
          <p:spPr>
            <a:xfrm>
              <a:off x="3988875" y="3864325"/>
              <a:ext cx="77575" cy="133125"/>
            </a:xfrm>
            <a:custGeom>
              <a:rect b="b" l="l" r="r" t="t"/>
              <a:pathLst>
                <a:path extrusionOk="0" h="5325" w="3103">
                  <a:moveTo>
                    <a:pt x="489" y="1"/>
                  </a:moveTo>
                  <a:lnTo>
                    <a:pt x="391" y="25"/>
                  </a:lnTo>
                  <a:lnTo>
                    <a:pt x="294" y="50"/>
                  </a:lnTo>
                  <a:lnTo>
                    <a:pt x="196" y="98"/>
                  </a:lnTo>
                  <a:lnTo>
                    <a:pt x="147" y="147"/>
                  </a:lnTo>
                  <a:lnTo>
                    <a:pt x="74" y="220"/>
                  </a:lnTo>
                  <a:lnTo>
                    <a:pt x="25" y="294"/>
                  </a:lnTo>
                  <a:lnTo>
                    <a:pt x="0" y="391"/>
                  </a:lnTo>
                  <a:lnTo>
                    <a:pt x="0" y="489"/>
                  </a:lnTo>
                  <a:lnTo>
                    <a:pt x="0" y="5325"/>
                  </a:lnTo>
                  <a:lnTo>
                    <a:pt x="3102" y="5325"/>
                  </a:lnTo>
                  <a:lnTo>
                    <a:pt x="3102" y="489"/>
                  </a:lnTo>
                  <a:lnTo>
                    <a:pt x="3102" y="391"/>
                  </a:lnTo>
                  <a:lnTo>
                    <a:pt x="3053" y="294"/>
                  </a:lnTo>
                  <a:lnTo>
                    <a:pt x="3029" y="220"/>
                  </a:lnTo>
                  <a:lnTo>
                    <a:pt x="2956" y="147"/>
                  </a:lnTo>
                  <a:lnTo>
                    <a:pt x="2882" y="98"/>
                  </a:lnTo>
                  <a:lnTo>
                    <a:pt x="2809" y="50"/>
                  </a:lnTo>
                  <a:lnTo>
                    <a:pt x="2711" y="25"/>
                  </a:lnTo>
                  <a:lnTo>
                    <a:pt x="2614"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31"/>
            <p:cNvSpPr/>
            <p:nvPr/>
          </p:nvSpPr>
          <p:spPr>
            <a:xfrm>
              <a:off x="4259350" y="3864325"/>
              <a:ext cx="77575" cy="133125"/>
            </a:xfrm>
            <a:custGeom>
              <a:rect b="b" l="l" r="r" t="t"/>
              <a:pathLst>
                <a:path extrusionOk="0" h="5325" w="3103">
                  <a:moveTo>
                    <a:pt x="489" y="1"/>
                  </a:moveTo>
                  <a:lnTo>
                    <a:pt x="392" y="25"/>
                  </a:lnTo>
                  <a:lnTo>
                    <a:pt x="294" y="50"/>
                  </a:lnTo>
                  <a:lnTo>
                    <a:pt x="221" y="98"/>
                  </a:lnTo>
                  <a:lnTo>
                    <a:pt x="147" y="147"/>
                  </a:lnTo>
                  <a:lnTo>
                    <a:pt x="74" y="220"/>
                  </a:lnTo>
                  <a:lnTo>
                    <a:pt x="50" y="294"/>
                  </a:lnTo>
                  <a:lnTo>
                    <a:pt x="1" y="391"/>
                  </a:lnTo>
                  <a:lnTo>
                    <a:pt x="1" y="489"/>
                  </a:lnTo>
                  <a:lnTo>
                    <a:pt x="1" y="5325"/>
                  </a:lnTo>
                  <a:lnTo>
                    <a:pt x="3103" y="5325"/>
                  </a:lnTo>
                  <a:lnTo>
                    <a:pt x="3103" y="489"/>
                  </a:lnTo>
                  <a:lnTo>
                    <a:pt x="3103" y="391"/>
                  </a:lnTo>
                  <a:lnTo>
                    <a:pt x="3078" y="294"/>
                  </a:lnTo>
                  <a:lnTo>
                    <a:pt x="3029" y="220"/>
                  </a:lnTo>
                  <a:lnTo>
                    <a:pt x="2956" y="147"/>
                  </a:lnTo>
                  <a:lnTo>
                    <a:pt x="2907" y="98"/>
                  </a:lnTo>
                  <a:lnTo>
                    <a:pt x="2810" y="50"/>
                  </a:lnTo>
                  <a:lnTo>
                    <a:pt x="2712" y="25"/>
                  </a:lnTo>
                  <a:lnTo>
                    <a:pt x="2614"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31"/>
            <p:cNvSpPr/>
            <p:nvPr/>
          </p:nvSpPr>
          <p:spPr>
            <a:xfrm>
              <a:off x="4078625" y="3717800"/>
              <a:ext cx="77575" cy="279650"/>
            </a:xfrm>
            <a:custGeom>
              <a:rect b="b" l="l" r="r" t="t"/>
              <a:pathLst>
                <a:path extrusionOk="0" h="11186" w="3103">
                  <a:moveTo>
                    <a:pt x="489" y="0"/>
                  </a:moveTo>
                  <a:lnTo>
                    <a:pt x="391" y="25"/>
                  </a:lnTo>
                  <a:lnTo>
                    <a:pt x="294" y="49"/>
                  </a:lnTo>
                  <a:lnTo>
                    <a:pt x="220" y="98"/>
                  </a:lnTo>
                  <a:lnTo>
                    <a:pt x="147" y="147"/>
                  </a:lnTo>
                  <a:lnTo>
                    <a:pt x="74" y="220"/>
                  </a:lnTo>
                  <a:lnTo>
                    <a:pt x="49" y="293"/>
                  </a:lnTo>
                  <a:lnTo>
                    <a:pt x="1" y="391"/>
                  </a:lnTo>
                  <a:lnTo>
                    <a:pt x="1" y="489"/>
                  </a:lnTo>
                  <a:lnTo>
                    <a:pt x="1" y="11186"/>
                  </a:lnTo>
                  <a:lnTo>
                    <a:pt x="3102" y="11186"/>
                  </a:lnTo>
                  <a:lnTo>
                    <a:pt x="3102" y="489"/>
                  </a:lnTo>
                  <a:lnTo>
                    <a:pt x="3102" y="391"/>
                  </a:lnTo>
                  <a:lnTo>
                    <a:pt x="3078" y="293"/>
                  </a:lnTo>
                  <a:lnTo>
                    <a:pt x="3029" y="220"/>
                  </a:lnTo>
                  <a:lnTo>
                    <a:pt x="2956" y="147"/>
                  </a:lnTo>
                  <a:lnTo>
                    <a:pt x="2907" y="98"/>
                  </a:lnTo>
                  <a:lnTo>
                    <a:pt x="2809" y="49"/>
                  </a:lnTo>
                  <a:lnTo>
                    <a:pt x="2712" y="25"/>
                  </a:lnTo>
                  <a:lnTo>
                    <a:pt x="2614"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31"/>
            <p:cNvSpPr/>
            <p:nvPr/>
          </p:nvSpPr>
          <p:spPr>
            <a:xfrm>
              <a:off x="4168375" y="3788625"/>
              <a:ext cx="78175" cy="208825"/>
            </a:xfrm>
            <a:custGeom>
              <a:rect b="b" l="l" r="r" t="t"/>
              <a:pathLst>
                <a:path extrusionOk="0" h="8353" w="3127">
                  <a:moveTo>
                    <a:pt x="489" y="0"/>
                  </a:moveTo>
                  <a:lnTo>
                    <a:pt x="392" y="25"/>
                  </a:lnTo>
                  <a:lnTo>
                    <a:pt x="318" y="49"/>
                  </a:lnTo>
                  <a:lnTo>
                    <a:pt x="221" y="98"/>
                  </a:lnTo>
                  <a:lnTo>
                    <a:pt x="147" y="147"/>
                  </a:lnTo>
                  <a:lnTo>
                    <a:pt x="99" y="220"/>
                  </a:lnTo>
                  <a:lnTo>
                    <a:pt x="50" y="293"/>
                  </a:lnTo>
                  <a:lnTo>
                    <a:pt x="25" y="391"/>
                  </a:lnTo>
                  <a:lnTo>
                    <a:pt x="1" y="489"/>
                  </a:lnTo>
                  <a:lnTo>
                    <a:pt x="1" y="8353"/>
                  </a:lnTo>
                  <a:lnTo>
                    <a:pt x="3127" y="8353"/>
                  </a:lnTo>
                  <a:lnTo>
                    <a:pt x="3127" y="489"/>
                  </a:lnTo>
                  <a:lnTo>
                    <a:pt x="3103" y="391"/>
                  </a:lnTo>
                  <a:lnTo>
                    <a:pt x="3078" y="293"/>
                  </a:lnTo>
                  <a:lnTo>
                    <a:pt x="3029" y="220"/>
                  </a:lnTo>
                  <a:lnTo>
                    <a:pt x="2980" y="147"/>
                  </a:lnTo>
                  <a:lnTo>
                    <a:pt x="2907" y="98"/>
                  </a:lnTo>
                  <a:lnTo>
                    <a:pt x="2809" y="49"/>
                  </a:lnTo>
                  <a:lnTo>
                    <a:pt x="2736" y="25"/>
                  </a:lnTo>
                  <a:lnTo>
                    <a:pt x="2639"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2" name="Google Shape;792;p31"/>
          <p:cNvGrpSpPr/>
          <p:nvPr/>
        </p:nvGrpSpPr>
        <p:grpSpPr>
          <a:xfrm>
            <a:off x="3724307" y="3239600"/>
            <a:ext cx="378750" cy="277698"/>
            <a:chOff x="4610450" y="3703750"/>
            <a:chExt cx="453050" cy="332175"/>
          </a:xfrm>
        </p:grpSpPr>
        <p:sp>
          <p:nvSpPr>
            <p:cNvPr id="793" name="Google Shape;793;p31"/>
            <p:cNvSpPr/>
            <p:nvPr/>
          </p:nvSpPr>
          <p:spPr>
            <a:xfrm>
              <a:off x="4610450" y="3703750"/>
              <a:ext cx="453050" cy="332175"/>
            </a:xfrm>
            <a:custGeom>
              <a:rect b="b" l="l" r="r" t="t"/>
              <a:pathLst>
                <a:path extrusionOk="0" h="13287" w="18122">
                  <a:moveTo>
                    <a:pt x="366" y="0"/>
                  </a:moveTo>
                  <a:lnTo>
                    <a:pt x="293" y="49"/>
                  </a:lnTo>
                  <a:lnTo>
                    <a:pt x="195" y="74"/>
                  </a:lnTo>
                  <a:lnTo>
                    <a:pt x="122" y="147"/>
                  </a:lnTo>
                  <a:lnTo>
                    <a:pt x="73" y="220"/>
                  </a:lnTo>
                  <a:lnTo>
                    <a:pt x="25" y="293"/>
                  </a:lnTo>
                  <a:lnTo>
                    <a:pt x="0" y="391"/>
                  </a:lnTo>
                  <a:lnTo>
                    <a:pt x="0" y="489"/>
                  </a:lnTo>
                  <a:lnTo>
                    <a:pt x="0" y="12798"/>
                  </a:lnTo>
                  <a:lnTo>
                    <a:pt x="0" y="12896"/>
                  </a:lnTo>
                  <a:lnTo>
                    <a:pt x="25" y="12993"/>
                  </a:lnTo>
                  <a:lnTo>
                    <a:pt x="73" y="13067"/>
                  </a:lnTo>
                  <a:lnTo>
                    <a:pt x="122" y="13140"/>
                  </a:lnTo>
                  <a:lnTo>
                    <a:pt x="195" y="13213"/>
                  </a:lnTo>
                  <a:lnTo>
                    <a:pt x="293" y="13238"/>
                  </a:lnTo>
                  <a:lnTo>
                    <a:pt x="366" y="13287"/>
                  </a:lnTo>
                  <a:lnTo>
                    <a:pt x="17756" y="13287"/>
                  </a:lnTo>
                  <a:lnTo>
                    <a:pt x="17829" y="13238"/>
                  </a:lnTo>
                  <a:lnTo>
                    <a:pt x="17927" y="13213"/>
                  </a:lnTo>
                  <a:lnTo>
                    <a:pt x="18000" y="13140"/>
                  </a:lnTo>
                  <a:lnTo>
                    <a:pt x="18049" y="13067"/>
                  </a:lnTo>
                  <a:lnTo>
                    <a:pt x="18098" y="12993"/>
                  </a:lnTo>
                  <a:lnTo>
                    <a:pt x="18122" y="12896"/>
                  </a:lnTo>
                  <a:lnTo>
                    <a:pt x="18122" y="12798"/>
                  </a:lnTo>
                  <a:lnTo>
                    <a:pt x="18122" y="12700"/>
                  </a:lnTo>
                  <a:lnTo>
                    <a:pt x="18098" y="12603"/>
                  </a:lnTo>
                  <a:lnTo>
                    <a:pt x="18049" y="12529"/>
                  </a:lnTo>
                  <a:lnTo>
                    <a:pt x="18000" y="12456"/>
                  </a:lnTo>
                  <a:lnTo>
                    <a:pt x="17927" y="12383"/>
                  </a:lnTo>
                  <a:lnTo>
                    <a:pt x="17829" y="12358"/>
                  </a:lnTo>
                  <a:lnTo>
                    <a:pt x="17756" y="12310"/>
                  </a:lnTo>
                  <a:lnTo>
                    <a:pt x="977" y="12310"/>
                  </a:lnTo>
                  <a:lnTo>
                    <a:pt x="977" y="489"/>
                  </a:lnTo>
                  <a:lnTo>
                    <a:pt x="953" y="391"/>
                  </a:lnTo>
                  <a:lnTo>
                    <a:pt x="928" y="293"/>
                  </a:lnTo>
                  <a:lnTo>
                    <a:pt x="879" y="220"/>
                  </a:lnTo>
                  <a:lnTo>
                    <a:pt x="830" y="147"/>
                  </a:lnTo>
                  <a:lnTo>
                    <a:pt x="757" y="74"/>
                  </a:lnTo>
                  <a:lnTo>
                    <a:pt x="660" y="49"/>
                  </a:lnTo>
                  <a:lnTo>
                    <a:pt x="586"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31"/>
            <p:cNvSpPr/>
            <p:nvPr/>
          </p:nvSpPr>
          <p:spPr>
            <a:xfrm>
              <a:off x="4642200" y="3730000"/>
              <a:ext cx="389550" cy="249150"/>
            </a:xfrm>
            <a:custGeom>
              <a:rect b="b" l="l" r="r" t="t"/>
              <a:pathLst>
                <a:path extrusionOk="0" h="9966" w="15582">
                  <a:moveTo>
                    <a:pt x="14752" y="1"/>
                  </a:moveTo>
                  <a:lnTo>
                    <a:pt x="14629" y="49"/>
                  </a:lnTo>
                  <a:lnTo>
                    <a:pt x="14507" y="98"/>
                  </a:lnTo>
                  <a:lnTo>
                    <a:pt x="14410" y="196"/>
                  </a:lnTo>
                  <a:lnTo>
                    <a:pt x="14336" y="294"/>
                  </a:lnTo>
                  <a:lnTo>
                    <a:pt x="14263" y="416"/>
                  </a:lnTo>
                  <a:lnTo>
                    <a:pt x="14239" y="538"/>
                  </a:lnTo>
                  <a:lnTo>
                    <a:pt x="14214" y="684"/>
                  </a:lnTo>
                  <a:lnTo>
                    <a:pt x="14239" y="831"/>
                  </a:lnTo>
                  <a:lnTo>
                    <a:pt x="14288" y="1002"/>
                  </a:lnTo>
                  <a:lnTo>
                    <a:pt x="11308" y="4372"/>
                  </a:lnTo>
                  <a:lnTo>
                    <a:pt x="11161" y="4323"/>
                  </a:lnTo>
                  <a:lnTo>
                    <a:pt x="11015" y="4299"/>
                  </a:lnTo>
                  <a:lnTo>
                    <a:pt x="10844" y="4323"/>
                  </a:lnTo>
                  <a:lnTo>
                    <a:pt x="10087" y="3005"/>
                  </a:lnTo>
                  <a:lnTo>
                    <a:pt x="10160" y="2907"/>
                  </a:lnTo>
                  <a:lnTo>
                    <a:pt x="10209" y="2809"/>
                  </a:lnTo>
                  <a:lnTo>
                    <a:pt x="10233" y="2687"/>
                  </a:lnTo>
                  <a:lnTo>
                    <a:pt x="10233" y="2565"/>
                  </a:lnTo>
                  <a:lnTo>
                    <a:pt x="10233" y="2418"/>
                  </a:lnTo>
                  <a:lnTo>
                    <a:pt x="10184" y="2296"/>
                  </a:lnTo>
                  <a:lnTo>
                    <a:pt x="10136" y="2174"/>
                  </a:lnTo>
                  <a:lnTo>
                    <a:pt x="10038" y="2077"/>
                  </a:lnTo>
                  <a:lnTo>
                    <a:pt x="9940" y="2003"/>
                  </a:lnTo>
                  <a:lnTo>
                    <a:pt x="9818" y="1930"/>
                  </a:lnTo>
                  <a:lnTo>
                    <a:pt x="9696" y="1906"/>
                  </a:lnTo>
                  <a:lnTo>
                    <a:pt x="9549" y="1881"/>
                  </a:lnTo>
                  <a:lnTo>
                    <a:pt x="9427" y="1906"/>
                  </a:lnTo>
                  <a:lnTo>
                    <a:pt x="9281" y="1930"/>
                  </a:lnTo>
                  <a:lnTo>
                    <a:pt x="9183" y="2003"/>
                  </a:lnTo>
                  <a:lnTo>
                    <a:pt x="9085" y="2077"/>
                  </a:lnTo>
                  <a:lnTo>
                    <a:pt x="8988" y="2174"/>
                  </a:lnTo>
                  <a:lnTo>
                    <a:pt x="8939" y="2296"/>
                  </a:lnTo>
                  <a:lnTo>
                    <a:pt x="8890" y="2418"/>
                  </a:lnTo>
                  <a:lnTo>
                    <a:pt x="8866" y="2565"/>
                  </a:lnTo>
                  <a:lnTo>
                    <a:pt x="8890" y="2663"/>
                  </a:lnTo>
                  <a:lnTo>
                    <a:pt x="8914" y="2785"/>
                  </a:lnTo>
                  <a:lnTo>
                    <a:pt x="8939" y="2883"/>
                  </a:lnTo>
                  <a:lnTo>
                    <a:pt x="8988" y="2956"/>
                  </a:lnTo>
                  <a:lnTo>
                    <a:pt x="6521" y="6668"/>
                  </a:lnTo>
                  <a:lnTo>
                    <a:pt x="6399" y="6644"/>
                  </a:lnTo>
                  <a:lnTo>
                    <a:pt x="6130" y="6644"/>
                  </a:lnTo>
                  <a:lnTo>
                    <a:pt x="5959" y="6717"/>
                  </a:lnTo>
                  <a:lnTo>
                    <a:pt x="4714" y="5398"/>
                  </a:lnTo>
                  <a:lnTo>
                    <a:pt x="4763" y="5252"/>
                  </a:lnTo>
                  <a:lnTo>
                    <a:pt x="4763" y="5105"/>
                  </a:lnTo>
                  <a:lnTo>
                    <a:pt x="4763" y="4958"/>
                  </a:lnTo>
                  <a:lnTo>
                    <a:pt x="4714" y="4836"/>
                  </a:lnTo>
                  <a:lnTo>
                    <a:pt x="4665" y="4714"/>
                  </a:lnTo>
                  <a:lnTo>
                    <a:pt x="4567" y="4617"/>
                  </a:lnTo>
                  <a:lnTo>
                    <a:pt x="4470" y="4543"/>
                  </a:lnTo>
                  <a:lnTo>
                    <a:pt x="4347" y="4470"/>
                  </a:lnTo>
                  <a:lnTo>
                    <a:pt x="4225" y="4446"/>
                  </a:lnTo>
                  <a:lnTo>
                    <a:pt x="4079" y="4421"/>
                  </a:lnTo>
                  <a:lnTo>
                    <a:pt x="3957" y="4446"/>
                  </a:lnTo>
                  <a:lnTo>
                    <a:pt x="3810" y="4470"/>
                  </a:lnTo>
                  <a:lnTo>
                    <a:pt x="3712" y="4543"/>
                  </a:lnTo>
                  <a:lnTo>
                    <a:pt x="3615" y="4617"/>
                  </a:lnTo>
                  <a:lnTo>
                    <a:pt x="3517" y="4714"/>
                  </a:lnTo>
                  <a:lnTo>
                    <a:pt x="3468" y="4836"/>
                  </a:lnTo>
                  <a:lnTo>
                    <a:pt x="3419" y="4958"/>
                  </a:lnTo>
                  <a:lnTo>
                    <a:pt x="3395" y="5105"/>
                  </a:lnTo>
                  <a:lnTo>
                    <a:pt x="3419" y="5276"/>
                  </a:lnTo>
                  <a:lnTo>
                    <a:pt x="3493" y="5447"/>
                  </a:lnTo>
                  <a:lnTo>
                    <a:pt x="49" y="9574"/>
                  </a:lnTo>
                  <a:lnTo>
                    <a:pt x="0" y="9648"/>
                  </a:lnTo>
                  <a:lnTo>
                    <a:pt x="0" y="9745"/>
                  </a:lnTo>
                  <a:lnTo>
                    <a:pt x="25" y="9843"/>
                  </a:lnTo>
                  <a:lnTo>
                    <a:pt x="98" y="9916"/>
                  </a:lnTo>
                  <a:lnTo>
                    <a:pt x="171" y="9965"/>
                  </a:lnTo>
                  <a:lnTo>
                    <a:pt x="244" y="9965"/>
                  </a:lnTo>
                  <a:lnTo>
                    <a:pt x="342" y="9941"/>
                  </a:lnTo>
                  <a:lnTo>
                    <a:pt x="440" y="9892"/>
                  </a:lnTo>
                  <a:lnTo>
                    <a:pt x="3859" y="5740"/>
                  </a:lnTo>
                  <a:lnTo>
                    <a:pt x="3981" y="5789"/>
                  </a:lnTo>
                  <a:lnTo>
                    <a:pt x="4079" y="5789"/>
                  </a:lnTo>
                  <a:lnTo>
                    <a:pt x="4225" y="5764"/>
                  </a:lnTo>
                  <a:lnTo>
                    <a:pt x="4347" y="5740"/>
                  </a:lnTo>
                  <a:lnTo>
                    <a:pt x="5642" y="7083"/>
                  </a:lnTo>
                  <a:lnTo>
                    <a:pt x="5617" y="7205"/>
                  </a:lnTo>
                  <a:lnTo>
                    <a:pt x="5617" y="7328"/>
                  </a:lnTo>
                  <a:lnTo>
                    <a:pt x="5617" y="7450"/>
                  </a:lnTo>
                  <a:lnTo>
                    <a:pt x="5666" y="7572"/>
                  </a:lnTo>
                  <a:lnTo>
                    <a:pt x="5740" y="7694"/>
                  </a:lnTo>
                  <a:lnTo>
                    <a:pt x="5813" y="7792"/>
                  </a:lnTo>
                  <a:lnTo>
                    <a:pt x="5910" y="7889"/>
                  </a:lnTo>
                  <a:lnTo>
                    <a:pt x="6033" y="7938"/>
                  </a:lnTo>
                  <a:lnTo>
                    <a:pt x="6155" y="7987"/>
                  </a:lnTo>
                  <a:lnTo>
                    <a:pt x="6301" y="8011"/>
                  </a:lnTo>
                  <a:lnTo>
                    <a:pt x="6448" y="7987"/>
                  </a:lnTo>
                  <a:lnTo>
                    <a:pt x="6570" y="7938"/>
                  </a:lnTo>
                  <a:lnTo>
                    <a:pt x="6692" y="7889"/>
                  </a:lnTo>
                  <a:lnTo>
                    <a:pt x="6790" y="7792"/>
                  </a:lnTo>
                  <a:lnTo>
                    <a:pt x="6863" y="7694"/>
                  </a:lnTo>
                  <a:lnTo>
                    <a:pt x="6936" y="7572"/>
                  </a:lnTo>
                  <a:lnTo>
                    <a:pt x="6961" y="7450"/>
                  </a:lnTo>
                  <a:lnTo>
                    <a:pt x="6985" y="7328"/>
                  </a:lnTo>
                  <a:lnTo>
                    <a:pt x="6961" y="7132"/>
                  </a:lnTo>
                  <a:lnTo>
                    <a:pt x="6887" y="6986"/>
                  </a:lnTo>
                  <a:lnTo>
                    <a:pt x="9403" y="3224"/>
                  </a:lnTo>
                  <a:lnTo>
                    <a:pt x="9549" y="3249"/>
                  </a:lnTo>
                  <a:lnTo>
                    <a:pt x="9647" y="3249"/>
                  </a:lnTo>
                  <a:lnTo>
                    <a:pt x="10429" y="4617"/>
                  </a:lnTo>
                  <a:lnTo>
                    <a:pt x="10355" y="4788"/>
                  </a:lnTo>
                  <a:lnTo>
                    <a:pt x="10331" y="4885"/>
                  </a:lnTo>
                  <a:lnTo>
                    <a:pt x="10331" y="4983"/>
                  </a:lnTo>
                  <a:lnTo>
                    <a:pt x="10331" y="5129"/>
                  </a:lnTo>
                  <a:lnTo>
                    <a:pt x="10380" y="5252"/>
                  </a:lnTo>
                  <a:lnTo>
                    <a:pt x="10429" y="5374"/>
                  </a:lnTo>
                  <a:lnTo>
                    <a:pt x="10526" y="5471"/>
                  </a:lnTo>
                  <a:lnTo>
                    <a:pt x="10624" y="5569"/>
                  </a:lnTo>
                  <a:lnTo>
                    <a:pt x="10746" y="5618"/>
                  </a:lnTo>
                  <a:lnTo>
                    <a:pt x="10868" y="5667"/>
                  </a:lnTo>
                  <a:lnTo>
                    <a:pt x="11137" y="5667"/>
                  </a:lnTo>
                  <a:lnTo>
                    <a:pt x="11284" y="5618"/>
                  </a:lnTo>
                  <a:lnTo>
                    <a:pt x="11381" y="5569"/>
                  </a:lnTo>
                  <a:lnTo>
                    <a:pt x="11479" y="5471"/>
                  </a:lnTo>
                  <a:lnTo>
                    <a:pt x="11577" y="5374"/>
                  </a:lnTo>
                  <a:lnTo>
                    <a:pt x="11625" y="5252"/>
                  </a:lnTo>
                  <a:lnTo>
                    <a:pt x="11674" y="5129"/>
                  </a:lnTo>
                  <a:lnTo>
                    <a:pt x="11699" y="4983"/>
                  </a:lnTo>
                  <a:lnTo>
                    <a:pt x="11674" y="4861"/>
                  </a:lnTo>
                  <a:lnTo>
                    <a:pt x="11650" y="4739"/>
                  </a:lnTo>
                  <a:lnTo>
                    <a:pt x="14654" y="1319"/>
                  </a:lnTo>
                  <a:lnTo>
                    <a:pt x="14776" y="1344"/>
                  </a:lnTo>
                  <a:lnTo>
                    <a:pt x="14898" y="1368"/>
                  </a:lnTo>
                  <a:lnTo>
                    <a:pt x="15045" y="1344"/>
                  </a:lnTo>
                  <a:lnTo>
                    <a:pt x="15167" y="1295"/>
                  </a:lnTo>
                  <a:lnTo>
                    <a:pt x="15289" y="1246"/>
                  </a:lnTo>
                  <a:lnTo>
                    <a:pt x="15387" y="1148"/>
                  </a:lnTo>
                  <a:lnTo>
                    <a:pt x="15460" y="1051"/>
                  </a:lnTo>
                  <a:lnTo>
                    <a:pt x="15533" y="953"/>
                  </a:lnTo>
                  <a:lnTo>
                    <a:pt x="15558" y="807"/>
                  </a:lnTo>
                  <a:lnTo>
                    <a:pt x="15582" y="684"/>
                  </a:lnTo>
                  <a:lnTo>
                    <a:pt x="15558" y="538"/>
                  </a:lnTo>
                  <a:lnTo>
                    <a:pt x="15533" y="416"/>
                  </a:lnTo>
                  <a:lnTo>
                    <a:pt x="15460" y="294"/>
                  </a:lnTo>
                  <a:lnTo>
                    <a:pt x="15387" y="196"/>
                  </a:lnTo>
                  <a:lnTo>
                    <a:pt x="15289" y="98"/>
                  </a:lnTo>
                  <a:lnTo>
                    <a:pt x="15167" y="49"/>
                  </a:lnTo>
                  <a:lnTo>
                    <a:pt x="15045"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5" name="Google Shape;795;p31"/>
          <p:cNvGrpSpPr/>
          <p:nvPr/>
        </p:nvGrpSpPr>
        <p:grpSpPr>
          <a:xfrm>
            <a:off x="4301106" y="3211532"/>
            <a:ext cx="352207" cy="333836"/>
            <a:chOff x="5300400" y="3670175"/>
            <a:chExt cx="421300" cy="399325"/>
          </a:xfrm>
        </p:grpSpPr>
        <p:sp>
          <p:nvSpPr>
            <p:cNvPr id="796" name="Google Shape;796;p31"/>
            <p:cNvSpPr/>
            <p:nvPr/>
          </p:nvSpPr>
          <p:spPr>
            <a:xfrm>
              <a:off x="5300400" y="3708025"/>
              <a:ext cx="421300" cy="267450"/>
            </a:xfrm>
            <a:custGeom>
              <a:rect b="b" l="l" r="r" t="t"/>
              <a:pathLst>
                <a:path extrusionOk="0" h="10698" w="16852">
                  <a:moveTo>
                    <a:pt x="16364" y="489"/>
                  </a:moveTo>
                  <a:lnTo>
                    <a:pt x="16364" y="10209"/>
                  </a:lnTo>
                  <a:lnTo>
                    <a:pt x="489" y="10209"/>
                  </a:lnTo>
                  <a:lnTo>
                    <a:pt x="489" y="489"/>
                  </a:lnTo>
                  <a:close/>
                  <a:moveTo>
                    <a:pt x="391" y="0"/>
                  </a:moveTo>
                  <a:lnTo>
                    <a:pt x="293" y="25"/>
                  </a:lnTo>
                  <a:lnTo>
                    <a:pt x="196" y="74"/>
                  </a:lnTo>
                  <a:lnTo>
                    <a:pt x="122" y="147"/>
                  </a:lnTo>
                  <a:lnTo>
                    <a:pt x="73" y="220"/>
                  </a:lnTo>
                  <a:lnTo>
                    <a:pt x="25" y="293"/>
                  </a:lnTo>
                  <a:lnTo>
                    <a:pt x="0" y="391"/>
                  </a:lnTo>
                  <a:lnTo>
                    <a:pt x="0" y="489"/>
                  </a:lnTo>
                  <a:lnTo>
                    <a:pt x="0" y="10209"/>
                  </a:lnTo>
                  <a:lnTo>
                    <a:pt x="0" y="10307"/>
                  </a:lnTo>
                  <a:lnTo>
                    <a:pt x="25" y="10405"/>
                  </a:lnTo>
                  <a:lnTo>
                    <a:pt x="73" y="10478"/>
                  </a:lnTo>
                  <a:lnTo>
                    <a:pt x="122" y="10551"/>
                  </a:lnTo>
                  <a:lnTo>
                    <a:pt x="196" y="10600"/>
                  </a:lnTo>
                  <a:lnTo>
                    <a:pt x="293" y="10649"/>
                  </a:lnTo>
                  <a:lnTo>
                    <a:pt x="391" y="10673"/>
                  </a:lnTo>
                  <a:lnTo>
                    <a:pt x="489" y="10698"/>
                  </a:lnTo>
                  <a:lnTo>
                    <a:pt x="16364" y="10698"/>
                  </a:lnTo>
                  <a:lnTo>
                    <a:pt x="16461" y="10673"/>
                  </a:lnTo>
                  <a:lnTo>
                    <a:pt x="16559" y="10649"/>
                  </a:lnTo>
                  <a:lnTo>
                    <a:pt x="16657" y="10600"/>
                  </a:lnTo>
                  <a:lnTo>
                    <a:pt x="16730" y="10551"/>
                  </a:lnTo>
                  <a:lnTo>
                    <a:pt x="16779" y="10478"/>
                  </a:lnTo>
                  <a:lnTo>
                    <a:pt x="16828" y="10405"/>
                  </a:lnTo>
                  <a:lnTo>
                    <a:pt x="16852" y="10307"/>
                  </a:lnTo>
                  <a:lnTo>
                    <a:pt x="16852" y="10209"/>
                  </a:lnTo>
                  <a:lnTo>
                    <a:pt x="16852" y="489"/>
                  </a:lnTo>
                  <a:lnTo>
                    <a:pt x="16852" y="391"/>
                  </a:lnTo>
                  <a:lnTo>
                    <a:pt x="16828" y="293"/>
                  </a:lnTo>
                  <a:lnTo>
                    <a:pt x="16779" y="220"/>
                  </a:lnTo>
                  <a:lnTo>
                    <a:pt x="16730" y="147"/>
                  </a:lnTo>
                  <a:lnTo>
                    <a:pt x="16657" y="74"/>
                  </a:lnTo>
                  <a:lnTo>
                    <a:pt x="16559" y="25"/>
                  </a:lnTo>
                  <a:lnTo>
                    <a:pt x="16461"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31"/>
            <p:cNvSpPr/>
            <p:nvPr/>
          </p:nvSpPr>
          <p:spPr>
            <a:xfrm>
              <a:off x="5498825" y="3670175"/>
              <a:ext cx="24450" cy="25650"/>
            </a:xfrm>
            <a:custGeom>
              <a:rect b="b" l="l" r="r" t="t"/>
              <a:pathLst>
                <a:path extrusionOk="0" h="1026" w="978">
                  <a:moveTo>
                    <a:pt x="489" y="0"/>
                  </a:moveTo>
                  <a:lnTo>
                    <a:pt x="391" y="25"/>
                  </a:lnTo>
                  <a:lnTo>
                    <a:pt x="294" y="49"/>
                  </a:lnTo>
                  <a:lnTo>
                    <a:pt x="220" y="98"/>
                  </a:lnTo>
                  <a:lnTo>
                    <a:pt x="147" y="147"/>
                  </a:lnTo>
                  <a:lnTo>
                    <a:pt x="74" y="220"/>
                  </a:lnTo>
                  <a:lnTo>
                    <a:pt x="49" y="318"/>
                  </a:lnTo>
                  <a:lnTo>
                    <a:pt x="1" y="391"/>
                  </a:lnTo>
                  <a:lnTo>
                    <a:pt x="1" y="489"/>
                  </a:lnTo>
                  <a:lnTo>
                    <a:pt x="1" y="1026"/>
                  </a:lnTo>
                  <a:lnTo>
                    <a:pt x="978" y="1026"/>
                  </a:lnTo>
                  <a:lnTo>
                    <a:pt x="978" y="489"/>
                  </a:lnTo>
                  <a:lnTo>
                    <a:pt x="978" y="391"/>
                  </a:lnTo>
                  <a:lnTo>
                    <a:pt x="929" y="318"/>
                  </a:lnTo>
                  <a:lnTo>
                    <a:pt x="904" y="220"/>
                  </a:lnTo>
                  <a:lnTo>
                    <a:pt x="831" y="147"/>
                  </a:lnTo>
                  <a:lnTo>
                    <a:pt x="758" y="98"/>
                  </a:lnTo>
                  <a:lnTo>
                    <a:pt x="684" y="49"/>
                  </a:lnTo>
                  <a:lnTo>
                    <a:pt x="587" y="25"/>
                  </a:lnTo>
                  <a:lnTo>
                    <a:pt x="489"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31"/>
            <p:cNvSpPr/>
            <p:nvPr/>
          </p:nvSpPr>
          <p:spPr>
            <a:xfrm>
              <a:off x="5366325" y="3987675"/>
              <a:ext cx="61100" cy="81825"/>
            </a:xfrm>
            <a:custGeom>
              <a:rect b="b" l="l" r="r" t="t"/>
              <a:pathLst>
                <a:path extrusionOk="0" h="3273" w="2444">
                  <a:moveTo>
                    <a:pt x="1344" y="0"/>
                  </a:moveTo>
                  <a:lnTo>
                    <a:pt x="50" y="2565"/>
                  </a:lnTo>
                  <a:lnTo>
                    <a:pt x="25" y="2638"/>
                  </a:lnTo>
                  <a:lnTo>
                    <a:pt x="1" y="2736"/>
                  </a:lnTo>
                  <a:lnTo>
                    <a:pt x="1" y="2833"/>
                  </a:lnTo>
                  <a:lnTo>
                    <a:pt x="25" y="2931"/>
                  </a:lnTo>
                  <a:lnTo>
                    <a:pt x="74" y="3004"/>
                  </a:lnTo>
                  <a:lnTo>
                    <a:pt x="123" y="3102"/>
                  </a:lnTo>
                  <a:lnTo>
                    <a:pt x="196" y="3151"/>
                  </a:lnTo>
                  <a:lnTo>
                    <a:pt x="269" y="3224"/>
                  </a:lnTo>
                  <a:lnTo>
                    <a:pt x="392" y="3248"/>
                  </a:lnTo>
                  <a:lnTo>
                    <a:pt x="489" y="3273"/>
                  </a:lnTo>
                  <a:lnTo>
                    <a:pt x="636" y="3248"/>
                  </a:lnTo>
                  <a:lnTo>
                    <a:pt x="758" y="3200"/>
                  </a:lnTo>
                  <a:lnTo>
                    <a:pt x="856" y="3102"/>
                  </a:lnTo>
                  <a:lnTo>
                    <a:pt x="929" y="3004"/>
                  </a:lnTo>
                  <a:lnTo>
                    <a:pt x="2443"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31"/>
            <p:cNvSpPr/>
            <p:nvPr/>
          </p:nvSpPr>
          <p:spPr>
            <a:xfrm>
              <a:off x="5594700" y="3987675"/>
              <a:ext cx="61075" cy="81825"/>
            </a:xfrm>
            <a:custGeom>
              <a:rect b="b" l="l" r="r" t="t"/>
              <a:pathLst>
                <a:path extrusionOk="0" h="3273" w="2443">
                  <a:moveTo>
                    <a:pt x="0" y="0"/>
                  </a:moveTo>
                  <a:lnTo>
                    <a:pt x="1514" y="3004"/>
                  </a:lnTo>
                  <a:lnTo>
                    <a:pt x="1588" y="3102"/>
                  </a:lnTo>
                  <a:lnTo>
                    <a:pt x="1685" y="3200"/>
                  </a:lnTo>
                  <a:lnTo>
                    <a:pt x="1807" y="3248"/>
                  </a:lnTo>
                  <a:lnTo>
                    <a:pt x="1954" y="3273"/>
                  </a:lnTo>
                  <a:lnTo>
                    <a:pt x="2052" y="3248"/>
                  </a:lnTo>
                  <a:lnTo>
                    <a:pt x="2174" y="3224"/>
                  </a:lnTo>
                  <a:lnTo>
                    <a:pt x="2247" y="3151"/>
                  </a:lnTo>
                  <a:lnTo>
                    <a:pt x="2320" y="3102"/>
                  </a:lnTo>
                  <a:lnTo>
                    <a:pt x="2369" y="3004"/>
                  </a:lnTo>
                  <a:lnTo>
                    <a:pt x="2418" y="2931"/>
                  </a:lnTo>
                  <a:lnTo>
                    <a:pt x="2442" y="2833"/>
                  </a:lnTo>
                  <a:lnTo>
                    <a:pt x="2442" y="2736"/>
                  </a:lnTo>
                  <a:lnTo>
                    <a:pt x="2418" y="2638"/>
                  </a:lnTo>
                  <a:lnTo>
                    <a:pt x="2393" y="2565"/>
                  </a:lnTo>
                  <a:lnTo>
                    <a:pt x="1099"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31"/>
            <p:cNvSpPr/>
            <p:nvPr/>
          </p:nvSpPr>
          <p:spPr>
            <a:xfrm>
              <a:off x="5324825" y="3732450"/>
              <a:ext cx="372475" cy="218600"/>
            </a:xfrm>
            <a:custGeom>
              <a:rect b="b" l="l" r="r" t="t"/>
              <a:pathLst>
                <a:path extrusionOk="0" h="8744" w="14899">
                  <a:moveTo>
                    <a:pt x="12578" y="1319"/>
                  </a:moveTo>
                  <a:lnTo>
                    <a:pt x="12676" y="1344"/>
                  </a:lnTo>
                  <a:lnTo>
                    <a:pt x="12749" y="1392"/>
                  </a:lnTo>
                  <a:lnTo>
                    <a:pt x="12822" y="1441"/>
                  </a:lnTo>
                  <a:lnTo>
                    <a:pt x="12895" y="1515"/>
                  </a:lnTo>
                  <a:lnTo>
                    <a:pt x="12920" y="1612"/>
                  </a:lnTo>
                  <a:lnTo>
                    <a:pt x="12969" y="1710"/>
                  </a:lnTo>
                  <a:lnTo>
                    <a:pt x="12969" y="1808"/>
                  </a:lnTo>
                  <a:lnTo>
                    <a:pt x="12969" y="4079"/>
                  </a:lnTo>
                  <a:lnTo>
                    <a:pt x="12969" y="4177"/>
                  </a:lnTo>
                  <a:lnTo>
                    <a:pt x="12920" y="4274"/>
                  </a:lnTo>
                  <a:lnTo>
                    <a:pt x="12895" y="4348"/>
                  </a:lnTo>
                  <a:lnTo>
                    <a:pt x="12822" y="4421"/>
                  </a:lnTo>
                  <a:lnTo>
                    <a:pt x="12749" y="4470"/>
                  </a:lnTo>
                  <a:lnTo>
                    <a:pt x="12676" y="4519"/>
                  </a:lnTo>
                  <a:lnTo>
                    <a:pt x="12578" y="4543"/>
                  </a:lnTo>
                  <a:lnTo>
                    <a:pt x="12480" y="4567"/>
                  </a:lnTo>
                  <a:lnTo>
                    <a:pt x="12383" y="4543"/>
                  </a:lnTo>
                  <a:lnTo>
                    <a:pt x="12285" y="4519"/>
                  </a:lnTo>
                  <a:lnTo>
                    <a:pt x="12212" y="4470"/>
                  </a:lnTo>
                  <a:lnTo>
                    <a:pt x="12138" y="4421"/>
                  </a:lnTo>
                  <a:lnTo>
                    <a:pt x="12065" y="4348"/>
                  </a:lnTo>
                  <a:lnTo>
                    <a:pt x="12041" y="4274"/>
                  </a:lnTo>
                  <a:lnTo>
                    <a:pt x="11992" y="4177"/>
                  </a:lnTo>
                  <a:lnTo>
                    <a:pt x="11992" y="4079"/>
                  </a:lnTo>
                  <a:lnTo>
                    <a:pt x="11992" y="3004"/>
                  </a:lnTo>
                  <a:lnTo>
                    <a:pt x="7986" y="7010"/>
                  </a:lnTo>
                  <a:lnTo>
                    <a:pt x="7913" y="7059"/>
                  </a:lnTo>
                  <a:lnTo>
                    <a:pt x="7815" y="7107"/>
                  </a:lnTo>
                  <a:lnTo>
                    <a:pt x="7742" y="7132"/>
                  </a:lnTo>
                  <a:lnTo>
                    <a:pt x="7644" y="7156"/>
                  </a:lnTo>
                  <a:lnTo>
                    <a:pt x="7547" y="7132"/>
                  </a:lnTo>
                  <a:lnTo>
                    <a:pt x="7449" y="7107"/>
                  </a:lnTo>
                  <a:lnTo>
                    <a:pt x="7376" y="7059"/>
                  </a:lnTo>
                  <a:lnTo>
                    <a:pt x="7303" y="7010"/>
                  </a:lnTo>
                  <a:lnTo>
                    <a:pt x="5349" y="5056"/>
                  </a:lnTo>
                  <a:lnTo>
                    <a:pt x="2760" y="7620"/>
                  </a:lnTo>
                  <a:lnTo>
                    <a:pt x="2687" y="7694"/>
                  </a:lnTo>
                  <a:lnTo>
                    <a:pt x="2613" y="7742"/>
                  </a:lnTo>
                  <a:lnTo>
                    <a:pt x="2516" y="7767"/>
                  </a:lnTo>
                  <a:lnTo>
                    <a:pt x="2320" y="7767"/>
                  </a:lnTo>
                  <a:lnTo>
                    <a:pt x="2247" y="7742"/>
                  </a:lnTo>
                  <a:lnTo>
                    <a:pt x="2149" y="7694"/>
                  </a:lnTo>
                  <a:lnTo>
                    <a:pt x="2076" y="7620"/>
                  </a:lnTo>
                  <a:lnTo>
                    <a:pt x="2003" y="7547"/>
                  </a:lnTo>
                  <a:lnTo>
                    <a:pt x="1978" y="7474"/>
                  </a:lnTo>
                  <a:lnTo>
                    <a:pt x="1929" y="7376"/>
                  </a:lnTo>
                  <a:lnTo>
                    <a:pt x="1929" y="7278"/>
                  </a:lnTo>
                  <a:lnTo>
                    <a:pt x="1929" y="7205"/>
                  </a:lnTo>
                  <a:lnTo>
                    <a:pt x="1978" y="7107"/>
                  </a:lnTo>
                  <a:lnTo>
                    <a:pt x="2003" y="7010"/>
                  </a:lnTo>
                  <a:lnTo>
                    <a:pt x="2076" y="6936"/>
                  </a:lnTo>
                  <a:lnTo>
                    <a:pt x="5007" y="4006"/>
                  </a:lnTo>
                  <a:lnTo>
                    <a:pt x="5080" y="3957"/>
                  </a:lnTo>
                  <a:lnTo>
                    <a:pt x="5153" y="3908"/>
                  </a:lnTo>
                  <a:lnTo>
                    <a:pt x="5251" y="3884"/>
                  </a:lnTo>
                  <a:lnTo>
                    <a:pt x="5446" y="3884"/>
                  </a:lnTo>
                  <a:lnTo>
                    <a:pt x="5520" y="3908"/>
                  </a:lnTo>
                  <a:lnTo>
                    <a:pt x="5617" y="3957"/>
                  </a:lnTo>
                  <a:lnTo>
                    <a:pt x="5691" y="4006"/>
                  </a:lnTo>
                  <a:lnTo>
                    <a:pt x="7644" y="5960"/>
                  </a:lnTo>
                  <a:lnTo>
                    <a:pt x="11332" y="2296"/>
                  </a:lnTo>
                  <a:lnTo>
                    <a:pt x="10209" y="2296"/>
                  </a:lnTo>
                  <a:lnTo>
                    <a:pt x="10111" y="2272"/>
                  </a:lnTo>
                  <a:lnTo>
                    <a:pt x="10013" y="2247"/>
                  </a:lnTo>
                  <a:lnTo>
                    <a:pt x="9916" y="2198"/>
                  </a:lnTo>
                  <a:lnTo>
                    <a:pt x="9843" y="2150"/>
                  </a:lnTo>
                  <a:lnTo>
                    <a:pt x="9794" y="2076"/>
                  </a:lnTo>
                  <a:lnTo>
                    <a:pt x="9745" y="1979"/>
                  </a:lnTo>
                  <a:lnTo>
                    <a:pt x="9720" y="1905"/>
                  </a:lnTo>
                  <a:lnTo>
                    <a:pt x="9720" y="1808"/>
                  </a:lnTo>
                  <a:lnTo>
                    <a:pt x="9720" y="1710"/>
                  </a:lnTo>
                  <a:lnTo>
                    <a:pt x="9745" y="1612"/>
                  </a:lnTo>
                  <a:lnTo>
                    <a:pt x="9794" y="1515"/>
                  </a:lnTo>
                  <a:lnTo>
                    <a:pt x="9843" y="1441"/>
                  </a:lnTo>
                  <a:lnTo>
                    <a:pt x="9916" y="1392"/>
                  </a:lnTo>
                  <a:lnTo>
                    <a:pt x="10013" y="1344"/>
                  </a:lnTo>
                  <a:lnTo>
                    <a:pt x="10111" y="1319"/>
                  </a:lnTo>
                  <a:close/>
                  <a:moveTo>
                    <a:pt x="0" y="0"/>
                  </a:moveTo>
                  <a:lnTo>
                    <a:pt x="0" y="8744"/>
                  </a:lnTo>
                  <a:lnTo>
                    <a:pt x="14898" y="8744"/>
                  </a:lnTo>
                  <a:lnTo>
                    <a:pt x="14898"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1" name="Google Shape;801;p31"/>
          <p:cNvSpPr/>
          <p:nvPr/>
        </p:nvSpPr>
        <p:spPr>
          <a:xfrm>
            <a:off x="4844905" y="3182557"/>
            <a:ext cx="392042" cy="392021"/>
          </a:xfrm>
          <a:custGeom>
            <a:rect b="b" l="l" r="r" t="t"/>
            <a:pathLst>
              <a:path extrusionOk="0" h="18757" w="18758">
                <a:moveTo>
                  <a:pt x="10039" y="2467"/>
                </a:moveTo>
                <a:lnTo>
                  <a:pt x="10380" y="2491"/>
                </a:lnTo>
                <a:lnTo>
                  <a:pt x="10674" y="2516"/>
                </a:lnTo>
                <a:lnTo>
                  <a:pt x="10869" y="2540"/>
                </a:lnTo>
                <a:lnTo>
                  <a:pt x="10967" y="2564"/>
                </a:lnTo>
                <a:lnTo>
                  <a:pt x="10991" y="2589"/>
                </a:lnTo>
                <a:lnTo>
                  <a:pt x="10967" y="2638"/>
                </a:lnTo>
                <a:lnTo>
                  <a:pt x="10893" y="2784"/>
                </a:lnTo>
                <a:lnTo>
                  <a:pt x="10771" y="2955"/>
                </a:lnTo>
                <a:lnTo>
                  <a:pt x="10600" y="3151"/>
                </a:lnTo>
                <a:lnTo>
                  <a:pt x="10405" y="3322"/>
                </a:lnTo>
                <a:lnTo>
                  <a:pt x="10209" y="3468"/>
                </a:lnTo>
                <a:lnTo>
                  <a:pt x="10039" y="3590"/>
                </a:lnTo>
                <a:lnTo>
                  <a:pt x="9941" y="3615"/>
                </a:lnTo>
                <a:lnTo>
                  <a:pt x="9843" y="3639"/>
                </a:lnTo>
                <a:lnTo>
                  <a:pt x="9745" y="3663"/>
                </a:lnTo>
                <a:lnTo>
                  <a:pt x="9648" y="3737"/>
                </a:lnTo>
                <a:lnTo>
                  <a:pt x="9550" y="3810"/>
                </a:lnTo>
                <a:lnTo>
                  <a:pt x="9452" y="3883"/>
                </a:lnTo>
                <a:lnTo>
                  <a:pt x="9355" y="3957"/>
                </a:lnTo>
                <a:lnTo>
                  <a:pt x="9257" y="3981"/>
                </a:lnTo>
                <a:lnTo>
                  <a:pt x="9159" y="4005"/>
                </a:lnTo>
                <a:lnTo>
                  <a:pt x="9086" y="4005"/>
                </a:lnTo>
                <a:lnTo>
                  <a:pt x="8988" y="4054"/>
                </a:lnTo>
                <a:lnTo>
                  <a:pt x="8866" y="4128"/>
                </a:lnTo>
                <a:lnTo>
                  <a:pt x="8793" y="4201"/>
                </a:lnTo>
                <a:lnTo>
                  <a:pt x="8695" y="4274"/>
                </a:lnTo>
                <a:lnTo>
                  <a:pt x="8598" y="4323"/>
                </a:lnTo>
                <a:lnTo>
                  <a:pt x="8500" y="4372"/>
                </a:lnTo>
                <a:lnTo>
                  <a:pt x="8304" y="4372"/>
                </a:lnTo>
                <a:lnTo>
                  <a:pt x="8207" y="4323"/>
                </a:lnTo>
                <a:lnTo>
                  <a:pt x="8109" y="4274"/>
                </a:lnTo>
                <a:lnTo>
                  <a:pt x="8036" y="4201"/>
                </a:lnTo>
                <a:lnTo>
                  <a:pt x="7963" y="4103"/>
                </a:lnTo>
                <a:lnTo>
                  <a:pt x="7938" y="4005"/>
                </a:lnTo>
                <a:lnTo>
                  <a:pt x="7963" y="3908"/>
                </a:lnTo>
                <a:lnTo>
                  <a:pt x="8036" y="3810"/>
                </a:lnTo>
                <a:lnTo>
                  <a:pt x="8109" y="3712"/>
                </a:lnTo>
                <a:lnTo>
                  <a:pt x="8158" y="3615"/>
                </a:lnTo>
                <a:lnTo>
                  <a:pt x="8207" y="3517"/>
                </a:lnTo>
                <a:lnTo>
                  <a:pt x="8207" y="3419"/>
                </a:lnTo>
                <a:lnTo>
                  <a:pt x="8182" y="3273"/>
                </a:lnTo>
                <a:lnTo>
                  <a:pt x="8158" y="3199"/>
                </a:lnTo>
                <a:lnTo>
                  <a:pt x="8109" y="3151"/>
                </a:lnTo>
                <a:lnTo>
                  <a:pt x="8060" y="3102"/>
                </a:lnTo>
                <a:lnTo>
                  <a:pt x="7987" y="3077"/>
                </a:lnTo>
                <a:lnTo>
                  <a:pt x="7840" y="3053"/>
                </a:lnTo>
                <a:lnTo>
                  <a:pt x="7669" y="3028"/>
                </a:lnTo>
                <a:lnTo>
                  <a:pt x="7596" y="2980"/>
                </a:lnTo>
                <a:lnTo>
                  <a:pt x="7547" y="2955"/>
                </a:lnTo>
                <a:lnTo>
                  <a:pt x="7523" y="2906"/>
                </a:lnTo>
                <a:lnTo>
                  <a:pt x="7547" y="2833"/>
                </a:lnTo>
                <a:lnTo>
                  <a:pt x="7572" y="2760"/>
                </a:lnTo>
                <a:lnTo>
                  <a:pt x="7645" y="2662"/>
                </a:lnTo>
                <a:lnTo>
                  <a:pt x="7694" y="2638"/>
                </a:lnTo>
                <a:lnTo>
                  <a:pt x="7792" y="2589"/>
                </a:lnTo>
                <a:lnTo>
                  <a:pt x="8036" y="2540"/>
                </a:lnTo>
                <a:lnTo>
                  <a:pt x="8329" y="2491"/>
                </a:lnTo>
                <a:lnTo>
                  <a:pt x="8671" y="2467"/>
                </a:lnTo>
                <a:close/>
                <a:moveTo>
                  <a:pt x="11455" y="4763"/>
                </a:moveTo>
                <a:lnTo>
                  <a:pt x="11528" y="4787"/>
                </a:lnTo>
                <a:lnTo>
                  <a:pt x="11577" y="4811"/>
                </a:lnTo>
                <a:lnTo>
                  <a:pt x="11626" y="4885"/>
                </a:lnTo>
                <a:lnTo>
                  <a:pt x="11650" y="4958"/>
                </a:lnTo>
                <a:lnTo>
                  <a:pt x="11626" y="5031"/>
                </a:lnTo>
                <a:lnTo>
                  <a:pt x="11577" y="5153"/>
                </a:lnTo>
                <a:lnTo>
                  <a:pt x="11528" y="5251"/>
                </a:lnTo>
                <a:lnTo>
                  <a:pt x="11455" y="5324"/>
                </a:lnTo>
                <a:lnTo>
                  <a:pt x="11357" y="5398"/>
                </a:lnTo>
                <a:lnTo>
                  <a:pt x="11260" y="5471"/>
                </a:lnTo>
                <a:lnTo>
                  <a:pt x="11162" y="5520"/>
                </a:lnTo>
                <a:lnTo>
                  <a:pt x="10991" y="5520"/>
                </a:lnTo>
                <a:lnTo>
                  <a:pt x="10942" y="5471"/>
                </a:lnTo>
                <a:lnTo>
                  <a:pt x="10893" y="5398"/>
                </a:lnTo>
                <a:lnTo>
                  <a:pt x="10869" y="5324"/>
                </a:lnTo>
                <a:lnTo>
                  <a:pt x="10893" y="5251"/>
                </a:lnTo>
                <a:lnTo>
                  <a:pt x="10942" y="5153"/>
                </a:lnTo>
                <a:lnTo>
                  <a:pt x="10991" y="5031"/>
                </a:lnTo>
                <a:lnTo>
                  <a:pt x="11064" y="4958"/>
                </a:lnTo>
                <a:lnTo>
                  <a:pt x="11162" y="4885"/>
                </a:lnTo>
                <a:lnTo>
                  <a:pt x="11260" y="4811"/>
                </a:lnTo>
                <a:lnTo>
                  <a:pt x="11357" y="4787"/>
                </a:lnTo>
                <a:lnTo>
                  <a:pt x="11455" y="4763"/>
                </a:lnTo>
                <a:close/>
                <a:moveTo>
                  <a:pt x="16437" y="12260"/>
                </a:moveTo>
                <a:lnTo>
                  <a:pt x="16511" y="12285"/>
                </a:lnTo>
                <a:lnTo>
                  <a:pt x="16535" y="12334"/>
                </a:lnTo>
                <a:lnTo>
                  <a:pt x="16559" y="12407"/>
                </a:lnTo>
                <a:lnTo>
                  <a:pt x="16584" y="12578"/>
                </a:lnTo>
                <a:lnTo>
                  <a:pt x="16584" y="12651"/>
                </a:lnTo>
                <a:lnTo>
                  <a:pt x="16535" y="12749"/>
                </a:lnTo>
                <a:lnTo>
                  <a:pt x="16486" y="12871"/>
                </a:lnTo>
                <a:lnTo>
                  <a:pt x="16413" y="12944"/>
                </a:lnTo>
                <a:lnTo>
                  <a:pt x="16340" y="13042"/>
                </a:lnTo>
                <a:lnTo>
                  <a:pt x="16266" y="13140"/>
                </a:lnTo>
                <a:lnTo>
                  <a:pt x="16218" y="13237"/>
                </a:lnTo>
                <a:lnTo>
                  <a:pt x="16218" y="13335"/>
                </a:lnTo>
                <a:lnTo>
                  <a:pt x="16193" y="13482"/>
                </a:lnTo>
                <a:lnTo>
                  <a:pt x="16144" y="13555"/>
                </a:lnTo>
                <a:lnTo>
                  <a:pt x="16120" y="13628"/>
                </a:lnTo>
                <a:lnTo>
                  <a:pt x="16071" y="13653"/>
                </a:lnTo>
                <a:lnTo>
                  <a:pt x="15973" y="13653"/>
                </a:lnTo>
                <a:lnTo>
                  <a:pt x="15924" y="13628"/>
                </a:lnTo>
                <a:lnTo>
                  <a:pt x="15900" y="13555"/>
                </a:lnTo>
                <a:lnTo>
                  <a:pt x="15851" y="13433"/>
                </a:lnTo>
                <a:lnTo>
                  <a:pt x="15851" y="13286"/>
                </a:lnTo>
                <a:lnTo>
                  <a:pt x="15827" y="13140"/>
                </a:lnTo>
                <a:lnTo>
                  <a:pt x="15851" y="12969"/>
                </a:lnTo>
                <a:lnTo>
                  <a:pt x="15924" y="12798"/>
                </a:lnTo>
                <a:lnTo>
                  <a:pt x="15998" y="12627"/>
                </a:lnTo>
                <a:lnTo>
                  <a:pt x="16120" y="12480"/>
                </a:lnTo>
                <a:lnTo>
                  <a:pt x="16242" y="12383"/>
                </a:lnTo>
                <a:lnTo>
                  <a:pt x="16340" y="12309"/>
                </a:lnTo>
                <a:lnTo>
                  <a:pt x="16437" y="12260"/>
                </a:lnTo>
                <a:close/>
                <a:moveTo>
                  <a:pt x="13922" y="3615"/>
                </a:moveTo>
                <a:lnTo>
                  <a:pt x="14239" y="3639"/>
                </a:lnTo>
                <a:lnTo>
                  <a:pt x="14483" y="3639"/>
                </a:lnTo>
                <a:lnTo>
                  <a:pt x="14679" y="3688"/>
                </a:lnTo>
                <a:lnTo>
                  <a:pt x="14777" y="3712"/>
                </a:lnTo>
                <a:lnTo>
                  <a:pt x="14825" y="3737"/>
                </a:lnTo>
                <a:lnTo>
                  <a:pt x="14874" y="3761"/>
                </a:lnTo>
                <a:lnTo>
                  <a:pt x="14923" y="3737"/>
                </a:lnTo>
                <a:lnTo>
                  <a:pt x="14972" y="3712"/>
                </a:lnTo>
                <a:lnTo>
                  <a:pt x="15045" y="3688"/>
                </a:lnTo>
                <a:lnTo>
                  <a:pt x="15143" y="3663"/>
                </a:lnTo>
                <a:lnTo>
                  <a:pt x="15485" y="3639"/>
                </a:lnTo>
                <a:lnTo>
                  <a:pt x="15900" y="4103"/>
                </a:lnTo>
                <a:lnTo>
                  <a:pt x="16291" y="4616"/>
                </a:lnTo>
                <a:lnTo>
                  <a:pt x="16633" y="5153"/>
                </a:lnTo>
                <a:lnTo>
                  <a:pt x="16926" y="5715"/>
                </a:lnTo>
                <a:lnTo>
                  <a:pt x="17194" y="6301"/>
                </a:lnTo>
                <a:lnTo>
                  <a:pt x="17390" y="6912"/>
                </a:lnTo>
                <a:lnTo>
                  <a:pt x="17561" y="7547"/>
                </a:lnTo>
                <a:lnTo>
                  <a:pt x="17683" y="8182"/>
                </a:lnTo>
                <a:lnTo>
                  <a:pt x="17414" y="8157"/>
                </a:lnTo>
                <a:lnTo>
                  <a:pt x="17317" y="8133"/>
                </a:lnTo>
                <a:lnTo>
                  <a:pt x="17268" y="8084"/>
                </a:lnTo>
                <a:lnTo>
                  <a:pt x="17219" y="8060"/>
                </a:lnTo>
                <a:lnTo>
                  <a:pt x="17146" y="8035"/>
                </a:lnTo>
                <a:lnTo>
                  <a:pt x="16975" y="8011"/>
                </a:lnTo>
                <a:lnTo>
                  <a:pt x="16877" y="7986"/>
                </a:lnTo>
                <a:lnTo>
                  <a:pt x="16779" y="7938"/>
                </a:lnTo>
                <a:lnTo>
                  <a:pt x="16682" y="7889"/>
                </a:lnTo>
                <a:lnTo>
                  <a:pt x="16584" y="7815"/>
                </a:lnTo>
                <a:lnTo>
                  <a:pt x="16511" y="7742"/>
                </a:lnTo>
                <a:lnTo>
                  <a:pt x="16437" y="7693"/>
                </a:lnTo>
                <a:lnTo>
                  <a:pt x="16364" y="7693"/>
                </a:lnTo>
                <a:lnTo>
                  <a:pt x="16315" y="7718"/>
                </a:lnTo>
                <a:lnTo>
                  <a:pt x="16291" y="7767"/>
                </a:lnTo>
                <a:lnTo>
                  <a:pt x="16291" y="7840"/>
                </a:lnTo>
                <a:lnTo>
                  <a:pt x="16340" y="7913"/>
                </a:lnTo>
                <a:lnTo>
                  <a:pt x="16413" y="8011"/>
                </a:lnTo>
                <a:lnTo>
                  <a:pt x="16486" y="8084"/>
                </a:lnTo>
                <a:lnTo>
                  <a:pt x="16584" y="8133"/>
                </a:lnTo>
                <a:lnTo>
                  <a:pt x="16706" y="8182"/>
                </a:lnTo>
                <a:lnTo>
                  <a:pt x="16779" y="8182"/>
                </a:lnTo>
                <a:lnTo>
                  <a:pt x="16877" y="8206"/>
                </a:lnTo>
                <a:lnTo>
                  <a:pt x="16975" y="8255"/>
                </a:lnTo>
                <a:lnTo>
                  <a:pt x="17072" y="8304"/>
                </a:lnTo>
                <a:lnTo>
                  <a:pt x="17170" y="8377"/>
                </a:lnTo>
                <a:lnTo>
                  <a:pt x="17194" y="8426"/>
                </a:lnTo>
                <a:lnTo>
                  <a:pt x="17219" y="8475"/>
                </a:lnTo>
                <a:lnTo>
                  <a:pt x="17194" y="8621"/>
                </a:lnTo>
                <a:lnTo>
                  <a:pt x="17097" y="8792"/>
                </a:lnTo>
                <a:lnTo>
                  <a:pt x="16975" y="8963"/>
                </a:lnTo>
                <a:lnTo>
                  <a:pt x="16804" y="9110"/>
                </a:lnTo>
                <a:lnTo>
                  <a:pt x="16657" y="9232"/>
                </a:lnTo>
                <a:lnTo>
                  <a:pt x="16511" y="9305"/>
                </a:lnTo>
                <a:lnTo>
                  <a:pt x="16413" y="9330"/>
                </a:lnTo>
                <a:lnTo>
                  <a:pt x="16242" y="9354"/>
                </a:lnTo>
                <a:lnTo>
                  <a:pt x="16169" y="9378"/>
                </a:lnTo>
                <a:lnTo>
                  <a:pt x="16120" y="9427"/>
                </a:lnTo>
                <a:lnTo>
                  <a:pt x="16071" y="9452"/>
                </a:lnTo>
                <a:lnTo>
                  <a:pt x="16022" y="9476"/>
                </a:lnTo>
                <a:lnTo>
                  <a:pt x="15973" y="9452"/>
                </a:lnTo>
                <a:lnTo>
                  <a:pt x="15924" y="9427"/>
                </a:lnTo>
                <a:lnTo>
                  <a:pt x="15900" y="9378"/>
                </a:lnTo>
                <a:lnTo>
                  <a:pt x="15851" y="9305"/>
                </a:lnTo>
                <a:lnTo>
                  <a:pt x="15827" y="9134"/>
                </a:lnTo>
                <a:lnTo>
                  <a:pt x="15802" y="9037"/>
                </a:lnTo>
                <a:lnTo>
                  <a:pt x="15729" y="8890"/>
                </a:lnTo>
                <a:lnTo>
                  <a:pt x="15607" y="8743"/>
                </a:lnTo>
                <a:lnTo>
                  <a:pt x="15460" y="8573"/>
                </a:lnTo>
                <a:lnTo>
                  <a:pt x="15314" y="8402"/>
                </a:lnTo>
                <a:lnTo>
                  <a:pt x="15192" y="8255"/>
                </a:lnTo>
                <a:lnTo>
                  <a:pt x="15094" y="8108"/>
                </a:lnTo>
                <a:lnTo>
                  <a:pt x="15070" y="8011"/>
                </a:lnTo>
                <a:lnTo>
                  <a:pt x="15070" y="7938"/>
                </a:lnTo>
                <a:lnTo>
                  <a:pt x="15045" y="7889"/>
                </a:lnTo>
                <a:lnTo>
                  <a:pt x="15021" y="7889"/>
                </a:lnTo>
                <a:lnTo>
                  <a:pt x="14972" y="7913"/>
                </a:lnTo>
                <a:lnTo>
                  <a:pt x="14948" y="7962"/>
                </a:lnTo>
                <a:lnTo>
                  <a:pt x="14899" y="8035"/>
                </a:lnTo>
                <a:lnTo>
                  <a:pt x="14874" y="8182"/>
                </a:lnTo>
                <a:lnTo>
                  <a:pt x="14899" y="8279"/>
                </a:lnTo>
                <a:lnTo>
                  <a:pt x="14972" y="8402"/>
                </a:lnTo>
                <a:lnTo>
                  <a:pt x="15045" y="8548"/>
                </a:lnTo>
                <a:lnTo>
                  <a:pt x="15167" y="8670"/>
                </a:lnTo>
                <a:lnTo>
                  <a:pt x="15265" y="8792"/>
                </a:lnTo>
                <a:lnTo>
                  <a:pt x="15363" y="8914"/>
                </a:lnTo>
                <a:lnTo>
                  <a:pt x="15436" y="9037"/>
                </a:lnTo>
                <a:lnTo>
                  <a:pt x="15460" y="9134"/>
                </a:lnTo>
                <a:lnTo>
                  <a:pt x="15460" y="9232"/>
                </a:lnTo>
                <a:lnTo>
                  <a:pt x="15509" y="9330"/>
                </a:lnTo>
                <a:lnTo>
                  <a:pt x="15558" y="9427"/>
                </a:lnTo>
                <a:lnTo>
                  <a:pt x="15631" y="9525"/>
                </a:lnTo>
                <a:lnTo>
                  <a:pt x="15753" y="9598"/>
                </a:lnTo>
                <a:lnTo>
                  <a:pt x="15900" y="9647"/>
                </a:lnTo>
                <a:lnTo>
                  <a:pt x="16047" y="9696"/>
                </a:lnTo>
                <a:lnTo>
                  <a:pt x="16218" y="9720"/>
                </a:lnTo>
                <a:lnTo>
                  <a:pt x="16364" y="9720"/>
                </a:lnTo>
                <a:lnTo>
                  <a:pt x="16486" y="9769"/>
                </a:lnTo>
                <a:lnTo>
                  <a:pt x="16559" y="9818"/>
                </a:lnTo>
                <a:lnTo>
                  <a:pt x="16584" y="9867"/>
                </a:lnTo>
                <a:lnTo>
                  <a:pt x="16584" y="9916"/>
                </a:lnTo>
                <a:lnTo>
                  <a:pt x="16559" y="10013"/>
                </a:lnTo>
                <a:lnTo>
                  <a:pt x="16437" y="10209"/>
                </a:lnTo>
                <a:lnTo>
                  <a:pt x="16242" y="10429"/>
                </a:lnTo>
                <a:lnTo>
                  <a:pt x="16022" y="10673"/>
                </a:lnTo>
                <a:lnTo>
                  <a:pt x="15802" y="10917"/>
                </a:lnTo>
                <a:lnTo>
                  <a:pt x="15631" y="11186"/>
                </a:lnTo>
                <a:lnTo>
                  <a:pt x="15485" y="11430"/>
                </a:lnTo>
                <a:lnTo>
                  <a:pt x="15460" y="11528"/>
                </a:lnTo>
                <a:lnTo>
                  <a:pt x="15460" y="11625"/>
                </a:lnTo>
                <a:lnTo>
                  <a:pt x="15460" y="11772"/>
                </a:lnTo>
                <a:lnTo>
                  <a:pt x="15485" y="11918"/>
                </a:lnTo>
                <a:lnTo>
                  <a:pt x="15509" y="12016"/>
                </a:lnTo>
                <a:lnTo>
                  <a:pt x="15558" y="12089"/>
                </a:lnTo>
                <a:lnTo>
                  <a:pt x="15583" y="12138"/>
                </a:lnTo>
                <a:lnTo>
                  <a:pt x="15607" y="12212"/>
                </a:lnTo>
                <a:lnTo>
                  <a:pt x="15631" y="12383"/>
                </a:lnTo>
                <a:lnTo>
                  <a:pt x="15607" y="12480"/>
                </a:lnTo>
                <a:lnTo>
                  <a:pt x="15509" y="12651"/>
                </a:lnTo>
                <a:lnTo>
                  <a:pt x="15363" y="12847"/>
                </a:lnTo>
                <a:lnTo>
                  <a:pt x="15167" y="13042"/>
                </a:lnTo>
                <a:lnTo>
                  <a:pt x="14972" y="13237"/>
                </a:lnTo>
                <a:lnTo>
                  <a:pt x="14825" y="13433"/>
                </a:lnTo>
                <a:lnTo>
                  <a:pt x="14728" y="13604"/>
                </a:lnTo>
                <a:lnTo>
                  <a:pt x="14679" y="13701"/>
                </a:lnTo>
                <a:lnTo>
                  <a:pt x="14654" y="13823"/>
                </a:lnTo>
                <a:lnTo>
                  <a:pt x="14581" y="13970"/>
                </a:lnTo>
                <a:lnTo>
                  <a:pt x="14459" y="14117"/>
                </a:lnTo>
                <a:lnTo>
                  <a:pt x="14313" y="14288"/>
                </a:lnTo>
                <a:lnTo>
                  <a:pt x="14142" y="14434"/>
                </a:lnTo>
                <a:lnTo>
                  <a:pt x="13995" y="14556"/>
                </a:lnTo>
                <a:lnTo>
                  <a:pt x="13848" y="14629"/>
                </a:lnTo>
                <a:lnTo>
                  <a:pt x="13726" y="14654"/>
                </a:lnTo>
                <a:lnTo>
                  <a:pt x="13653" y="14654"/>
                </a:lnTo>
                <a:lnTo>
                  <a:pt x="13555" y="14605"/>
                </a:lnTo>
                <a:lnTo>
                  <a:pt x="13458" y="14556"/>
                </a:lnTo>
                <a:lnTo>
                  <a:pt x="13360" y="14483"/>
                </a:lnTo>
                <a:lnTo>
                  <a:pt x="13287" y="14385"/>
                </a:lnTo>
                <a:lnTo>
                  <a:pt x="13213" y="14288"/>
                </a:lnTo>
                <a:lnTo>
                  <a:pt x="13189" y="14190"/>
                </a:lnTo>
                <a:lnTo>
                  <a:pt x="13165" y="14092"/>
                </a:lnTo>
                <a:lnTo>
                  <a:pt x="13140" y="13921"/>
                </a:lnTo>
                <a:lnTo>
                  <a:pt x="13116" y="13848"/>
                </a:lnTo>
                <a:lnTo>
                  <a:pt x="13067" y="13799"/>
                </a:lnTo>
                <a:lnTo>
                  <a:pt x="13043" y="13750"/>
                </a:lnTo>
                <a:lnTo>
                  <a:pt x="12994" y="13677"/>
                </a:lnTo>
                <a:lnTo>
                  <a:pt x="12969" y="13530"/>
                </a:lnTo>
                <a:lnTo>
                  <a:pt x="12945" y="13359"/>
                </a:lnTo>
                <a:lnTo>
                  <a:pt x="12920" y="13286"/>
                </a:lnTo>
                <a:lnTo>
                  <a:pt x="12872" y="13237"/>
                </a:lnTo>
                <a:lnTo>
                  <a:pt x="12847" y="13164"/>
                </a:lnTo>
                <a:lnTo>
                  <a:pt x="12823" y="13066"/>
                </a:lnTo>
                <a:lnTo>
                  <a:pt x="12798" y="12920"/>
                </a:lnTo>
                <a:lnTo>
                  <a:pt x="12774" y="12749"/>
                </a:lnTo>
                <a:lnTo>
                  <a:pt x="12798" y="12602"/>
                </a:lnTo>
                <a:lnTo>
                  <a:pt x="12823" y="12456"/>
                </a:lnTo>
                <a:lnTo>
                  <a:pt x="12847" y="12358"/>
                </a:lnTo>
                <a:lnTo>
                  <a:pt x="12872" y="12285"/>
                </a:lnTo>
                <a:lnTo>
                  <a:pt x="12920" y="12236"/>
                </a:lnTo>
                <a:lnTo>
                  <a:pt x="12945" y="12163"/>
                </a:lnTo>
                <a:lnTo>
                  <a:pt x="12969" y="11992"/>
                </a:lnTo>
                <a:lnTo>
                  <a:pt x="12945" y="11894"/>
                </a:lnTo>
                <a:lnTo>
                  <a:pt x="12896" y="11772"/>
                </a:lnTo>
                <a:lnTo>
                  <a:pt x="12798" y="11650"/>
                </a:lnTo>
                <a:lnTo>
                  <a:pt x="12701" y="11528"/>
                </a:lnTo>
                <a:lnTo>
                  <a:pt x="12578" y="11381"/>
                </a:lnTo>
                <a:lnTo>
                  <a:pt x="12481" y="11210"/>
                </a:lnTo>
                <a:lnTo>
                  <a:pt x="12432" y="11015"/>
                </a:lnTo>
                <a:lnTo>
                  <a:pt x="12408" y="10844"/>
                </a:lnTo>
                <a:lnTo>
                  <a:pt x="12408" y="10697"/>
                </a:lnTo>
                <a:lnTo>
                  <a:pt x="12383" y="10551"/>
                </a:lnTo>
                <a:lnTo>
                  <a:pt x="12334" y="10453"/>
                </a:lnTo>
                <a:lnTo>
                  <a:pt x="12310" y="10380"/>
                </a:lnTo>
                <a:lnTo>
                  <a:pt x="12261" y="10331"/>
                </a:lnTo>
                <a:lnTo>
                  <a:pt x="12188" y="10307"/>
                </a:lnTo>
                <a:lnTo>
                  <a:pt x="12017" y="10282"/>
                </a:lnTo>
                <a:lnTo>
                  <a:pt x="11870" y="10307"/>
                </a:lnTo>
                <a:lnTo>
                  <a:pt x="11797" y="10331"/>
                </a:lnTo>
                <a:lnTo>
                  <a:pt x="11748" y="10380"/>
                </a:lnTo>
                <a:lnTo>
                  <a:pt x="11675" y="10429"/>
                </a:lnTo>
                <a:lnTo>
                  <a:pt x="11553" y="10453"/>
                </a:lnTo>
                <a:lnTo>
                  <a:pt x="11406" y="10478"/>
                </a:lnTo>
                <a:lnTo>
                  <a:pt x="11260" y="10478"/>
                </a:lnTo>
                <a:lnTo>
                  <a:pt x="11089" y="10453"/>
                </a:lnTo>
                <a:lnTo>
                  <a:pt x="10893" y="10355"/>
                </a:lnTo>
                <a:lnTo>
                  <a:pt x="10674" y="10233"/>
                </a:lnTo>
                <a:lnTo>
                  <a:pt x="10503" y="10087"/>
                </a:lnTo>
                <a:lnTo>
                  <a:pt x="10429" y="10013"/>
                </a:lnTo>
                <a:lnTo>
                  <a:pt x="10356" y="9891"/>
                </a:lnTo>
                <a:lnTo>
                  <a:pt x="10234" y="9598"/>
                </a:lnTo>
                <a:lnTo>
                  <a:pt x="10161" y="9281"/>
                </a:lnTo>
                <a:lnTo>
                  <a:pt x="10112" y="8963"/>
                </a:lnTo>
                <a:lnTo>
                  <a:pt x="10136" y="8792"/>
                </a:lnTo>
                <a:lnTo>
                  <a:pt x="10161" y="8621"/>
                </a:lnTo>
                <a:lnTo>
                  <a:pt x="10258" y="8279"/>
                </a:lnTo>
                <a:lnTo>
                  <a:pt x="10332" y="8108"/>
                </a:lnTo>
                <a:lnTo>
                  <a:pt x="10405" y="7962"/>
                </a:lnTo>
                <a:lnTo>
                  <a:pt x="10503" y="7815"/>
                </a:lnTo>
                <a:lnTo>
                  <a:pt x="10600" y="7718"/>
                </a:lnTo>
                <a:lnTo>
                  <a:pt x="10796" y="7522"/>
                </a:lnTo>
                <a:lnTo>
                  <a:pt x="10991" y="7376"/>
                </a:lnTo>
                <a:lnTo>
                  <a:pt x="11162" y="7278"/>
                </a:lnTo>
                <a:lnTo>
                  <a:pt x="11260" y="7229"/>
                </a:lnTo>
                <a:lnTo>
                  <a:pt x="11431" y="7205"/>
                </a:lnTo>
                <a:lnTo>
                  <a:pt x="11504" y="7180"/>
                </a:lnTo>
                <a:lnTo>
                  <a:pt x="11553" y="7132"/>
                </a:lnTo>
                <a:lnTo>
                  <a:pt x="11626" y="7107"/>
                </a:lnTo>
                <a:lnTo>
                  <a:pt x="11724" y="7083"/>
                </a:lnTo>
                <a:lnTo>
                  <a:pt x="11870" y="7058"/>
                </a:lnTo>
                <a:lnTo>
                  <a:pt x="12188" y="7058"/>
                </a:lnTo>
                <a:lnTo>
                  <a:pt x="12359" y="7107"/>
                </a:lnTo>
                <a:lnTo>
                  <a:pt x="12481" y="7156"/>
                </a:lnTo>
                <a:lnTo>
                  <a:pt x="12603" y="7229"/>
                </a:lnTo>
                <a:lnTo>
                  <a:pt x="12676" y="7303"/>
                </a:lnTo>
                <a:lnTo>
                  <a:pt x="12774" y="7376"/>
                </a:lnTo>
                <a:lnTo>
                  <a:pt x="12896" y="7425"/>
                </a:lnTo>
                <a:lnTo>
                  <a:pt x="12969" y="7425"/>
                </a:lnTo>
                <a:lnTo>
                  <a:pt x="13140" y="7449"/>
                </a:lnTo>
                <a:lnTo>
                  <a:pt x="13213" y="7498"/>
                </a:lnTo>
                <a:lnTo>
                  <a:pt x="13262" y="7522"/>
                </a:lnTo>
                <a:lnTo>
                  <a:pt x="13311" y="7547"/>
                </a:lnTo>
                <a:lnTo>
                  <a:pt x="13360" y="7571"/>
                </a:lnTo>
                <a:lnTo>
                  <a:pt x="13409" y="7547"/>
                </a:lnTo>
                <a:lnTo>
                  <a:pt x="13458" y="7522"/>
                </a:lnTo>
                <a:lnTo>
                  <a:pt x="13507" y="7498"/>
                </a:lnTo>
                <a:lnTo>
                  <a:pt x="13580" y="7449"/>
                </a:lnTo>
                <a:lnTo>
                  <a:pt x="13726" y="7425"/>
                </a:lnTo>
                <a:lnTo>
                  <a:pt x="13897" y="7449"/>
                </a:lnTo>
                <a:lnTo>
                  <a:pt x="13971" y="7498"/>
                </a:lnTo>
                <a:lnTo>
                  <a:pt x="14019" y="7522"/>
                </a:lnTo>
                <a:lnTo>
                  <a:pt x="14093" y="7571"/>
                </a:lnTo>
                <a:lnTo>
                  <a:pt x="14190" y="7596"/>
                </a:lnTo>
                <a:lnTo>
                  <a:pt x="14337" y="7620"/>
                </a:lnTo>
                <a:lnTo>
                  <a:pt x="14654" y="7620"/>
                </a:lnTo>
                <a:lnTo>
                  <a:pt x="14801" y="7596"/>
                </a:lnTo>
                <a:lnTo>
                  <a:pt x="14899" y="7571"/>
                </a:lnTo>
                <a:lnTo>
                  <a:pt x="14972" y="7522"/>
                </a:lnTo>
                <a:lnTo>
                  <a:pt x="15021" y="7473"/>
                </a:lnTo>
                <a:lnTo>
                  <a:pt x="15045" y="7400"/>
                </a:lnTo>
                <a:lnTo>
                  <a:pt x="15070" y="7229"/>
                </a:lnTo>
                <a:lnTo>
                  <a:pt x="15070" y="7205"/>
                </a:lnTo>
                <a:lnTo>
                  <a:pt x="15045" y="7156"/>
                </a:lnTo>
                <a:lnTo>
                  <a:pt x="14948" y="7107"/>
                </a:lnTo>
                <a:lnTo>
                  <a:pt x="14825" y="7058"/>
                </a:lnTo>
                <a:lnTo>
                  <a:pt x="14679" y="7058"/>
                </a:lnTo>
                <a:lnTo>
                  <a:pt x="14532" y="7034"/>
                </a:lnTo>
                <a:lnTo>
                  <a:pt x="14361" y="6985"/>
                </a:lnTo>
                <a:lnTo>
                  <a:pt x="14215" y="6936"/>
                </a:lnTo>
                <a:lnTo>
                  <a:pt x="14117" y="6863"/>
                </a:lnTo>
                <a:lnTo>
                  <a:pt x="14019" y="6790"/>
                </a:lnTo>
                <a:lnTo>
                  <a:pt x="13922" y="6716"/>
                </a:lnTo>
                <a:lnTo>
                  <a:pt x="13824" y="6692"/>
                </a:lnTo>
                <a:lnTo>
                  <a:pt x="13726" y="6668"/>
                </a:lnTo>
                <a:lnTo>
                  <a:pt x="13653" y="6643"/>
                </a:lnTo>
                <a:lnTo>
                  <a:pt x="13555" y="6619"/>
                </a:lnTo>
                <a:lnTo>
                  <a:pt x="13458" y="6545"/>
                </a:lnTo>
                <a:lnTo>
                  <a:pt x="13360" y="6472"/>
                </a:lnTo>
                <a:lnTo>
                  <a:pt x="13287" y="6399"/>
                </a:lnTo>
                <a:lnTo>
                  <a:pt x="13189" y="6374"/>
                </a:lnTo>
                <a:lnTo>
                  <a:pt x="13116" y="6350"/>
                </a:lnTo>
                <a:lnTo>
                  <a:pt x="13067" y="6374"/>
                </a:lnTo>
                <a:lnTo>
                  <a:pt x="13018" y="6399"/>
                </a:lnTo>
                <a:lnTo>
                  <a:pt x="12945" y="6399"/>
                </a:lnTo>
                <a:lnTo>
                  <a:pt x="12872" y="6350"/>
                </a:lnTo>
                <a:lnTo>
                  <a:pt x="12774" y="6277"/>
                </a:lnTo>
                <a:lnTo>
                  <a:pt x="12701" y="6228"/>
                </a:lnTo>
                <a:lnTo>
                  <a:pt x="12627" y="6179"/>
                </a:lnTo>
                <a:lnTo>
                  <a:pt x="12505" y="6179"/>
                </a:lnTo>
                <a:lnTo>
                  <a:pt x="12456" y="6228"/>
                </a:lnTo>
                <a:lnTo>
                  <a:pt x="12383" y="6252"/>
                </a:lnTo>
                <a:lnTo>
                  <a:pt x="12212" y="6277"/>
                </a:lnTo>
                <a:lnTo>
                  <a:pt x="12114" y="6326"/>
                </a:lnTo>
                <a:lnTo>
                  <a:pt x="11968" y="6399"/>
                </a:lnTo>
                <a:lnTo>
                  <a:pt x="11797" y="6521"/>
                </a:lnTo>
                <a:lnTo>
                  <a:pt x="11650" y="6668"/>
                </a:lnTo>
                <a:lnTo>
                  <a:pt x="11479" y="6814"/>
                </a:lnTo>
                <a:lnTo>
                  <a:pt x="11309" y="6936"/>
                </a:lnTo>
                <a:lnTo>
                  <a:pt x="11186" y="7009"/>
                </a:lnTo>
                <a:lnTo>
                  <a:pt x="11064" y="7058"/>
                </a:lnTo>
                <a:lnTo>
                  <a:pt x="10918" y="7009"/>
                </a:lnTo>
                <a:lnTo>
                  <a:pt x="10844" y="6985"/>
                </a:lnTo>
                <a:lnTo>
                  <a:pt x="10796" y="6961"/>
                </a:lnTo>
                <a:lnTo>
                  <a:pt x="10747" y="6912"/>
                </a:lnTo>
                <a:lnTo>
                  <a:pt x="10722" y="6838"/>
                </a:lnTo>
                <a:lnTo>
                  <a:pt x="10698" y="6668"/>
                </a:lnTo>
                <a:lnTo>
                  <a:pt x="10722" y="6497"/>
                </a:lnTo>
                <a:lnTo>
                  <a:pt x="10747" y="6423"/>
                </a:lnTo>
                <a:lnTo>
                  <a:pt x="10796" y="6374"/>
                </a:lnTo>
                <a:lnTo>
                  <a:pt x="10844" y="6350"/>
                </a:lnTo>
                <a:lnTo>
                  <a:pt x="10967" y="6326"/>
                </a:lnTo>
                <a:lnTo>
                  <a:pt x="11113" y="6301"/>
                </a:lnTo>
                <a:lnTo>
                  <a:pt x="11260" y="6277"/>
                </a:lnTo>
                <a:lnTo>
                  <a:pt x="11406" y="6277"/>
                </a:lnTo>
                <a:lnTo>
                  <a:pt x="11528" y="6228"/>
                </a:lnTo>
                <a:lnTo>
                  <a:pt x="11602" y="6179"/>
                </a:lnTo>
                <a:lnTo>
                  <a:pt x="11626" y="6130"/>
                </a:lnTo>
                <a:lnTo>
                  <a:pt x="11650" y="6106"/>
                </a:lnTo>
                <a:lnTo>
                  <a:pt x="11602" y="5935"/>
                </a:lnTo>
                <a:lnTo>
                  <a:pt x="11577" y="5862"/>
                </a:lnTo>
                <a:lnTo>
                  <a:pt x="11553" y="5813"/>
                </a:lnTo>
                <a:lnTo>
                  <a:pt x="11504" y="5764"/>
                </a:lnTo>
                <a:lnTo>
                  <a:pt x="11504" y="5715"/>
                </a:lnTo>
                <a:lnTo>
                  <a:pt x="11504" y="5666"/>
                </a:lnTo>
                <a:lnTo>
                  <a:pt x="11553" y="5617"/>
                </a:lnTo>
                <a:lnTo>
                  <a:pt x="11602" y="5593"/>
                </a:lnTo>
                <a:lnTo>
                  <a:pt x="11675" y="5544"/>
                </a:lnTo>
                <a:lnTo>
                  <a:pt x="11821" y="5520"/>
                </a:lnTo>
                <a:lnTo>
                  <a:pt x="11919" y="5520"/>
                </a:lnTo>
                <a:lnTo>
                  <a:pt x="12017" y="5471"/>
                </a:lnTo>
                <a:lnTo>
                  <a:pt x="12114" y="5398"/>
                </a:lnTo>
                <a:lnTo>
                  <a:pt x="12212" y="5324"/>
                </a:lnTo>
                <a:lnTo>
                  <a:pt x="12285" y="5251"/>
                </a:lnTo>
                <a:lnTo>
                  <a:pt x="12359" y="5153"/>
                </a:lnTo>
                <a:lnTo>
                  <a:pt x="12383" y="5031"/>
                </a:lnTo>
                <a:lnTo>
                  <a:pt x="12408" y="4958"/>
                </a:lnTo>
                <a:lnTo>
                  <a:pt x="12383" y="4787"/>
                </a:lnTo>
                <a:lnTo>
                  <a:pt x="12334" y="4714"/>
                </a:lnTo>
                <a:lnTo>
                  <a:pt x="12310" y="4665"/>
                </a:lnTo>
                <a:lnTo>
                  <a:pt x="12310" y="4640"/>
                </a:lnTo>
                <a:lnTo>
                  <a:pt x="12310" y="4592"/>
                </a:lnTo>
                <a:lnTo>
                  <a:pt x="12383" y="4469"/>
                </a:lnTo>
                <a:lnTo>
                  <a:pt x="12505" y="4298"/>
                </a:lnTo>
                <a:lnTo>
                  <a:pt x="12701" y="4103"/>
                </a:lnTo>
                <a:lnTo>
                  <a:pt x="12798" y="4005"/>
                </a:lnTo>
                <a:lnTo>
                  <a:pt x="12945" y="3908"/>
                </a:lnTo>
                <a:lnTo>
                  <a:pt x="13091" y="3834"/>
                </a:lnTo>
                <a:lnTo>
                  <a:pt x="13262" y="3761"/>
                </a:lnTo>
                <a:lnTo>
                  <a:pt x="13604" y="3663"/>
                </a:lnTo>
                <a:lnTo>
                  <a:pt x="13775" y="3639"/>
                </a:lnTo>
                <a:lnTo>
                  <a:pt x="13922" y="3615"/>
                </a:lnTo>
                <a:close/>
                <a:moveTo>
                  <a:pt x="6888" y="2467"/>
                </a:moveTo>
                <a:lnTo>
                  <a:pt x="6986" y="2491"/>
                </a:lnTo>
                <a:lnTo>
                  <a:pt x="7083" y="2516"/>
                </a:lnTo>
                <a:lnTo>
                  <a:pt x="7132" y="2540"/>
                </a:lnTo>
                <a:lnTo>
                  <a:pt x="7181" y="2589"/>
                </a:lnTo>
                <a:lnTo>
                  <a:pt x="7181" y="2638"/>
                </a:lnTo>
                <a:lnTo>
                  <a:pt x="7181" y="2711"/>
                </a:lnTo>
                <a:lnTo>
                  <a:pt x="7132" y="2784"/>
                </a:lnTo>
                <a:lnTo>
                  <a:pt x="7083" y="2858"/>
                </a:lnTo>
                <a:lnTo>
                  <a:pt x="6937" y="3028"/>
                </a:lnTo>
                <a:lnTo>
                  <a:pt x="6864" y="3175"/>
                </a:lnTo>
                <a:lnTo>
                  <a:pt x="6839" y="3322"/>
                </a:lnTo>
                <a:lnTo>
                  <a:pt x="6864" y="3395"/>
                </a:lnTo>
                <a:lnTo>
                  <a:pt x="6888" y="3419"/>
                </a:lnTo>
                <a:lnTo>
                  <a:pt x="6961" y="3517"/>
                </a:lnTo>
                <a:lnTo>
                  <a:pt x="7010" y="3615"/>
                </a:lnTo>
                <a:lnTo>
                  <a:pt x="7059" y="3712"/>
                </a:lnTo>
                <a:lnTo>
                  <a:pt x="7083" y="3810"/>
                </a:lnTo>
                <a:lnTo>
                  <a:pt x="7059" y="3908"/>
                </a:lnTo>
                <a:lnTo>
                  <a:pt x="7010" y="4005"/>
                </a:lnTo>
                <a:lnTo>
                  <a:pt x="6961" y="4103"/>
                </a:lnTo>
                <a:lnTo>
                  <a:pt x="6888" y="4201"/>
                </a:lnTo>
                <a:lnTo>
                  <a:pt x="6839" y="4225"/>
                </a:lnTo>
                <a:lnTo>
                  <a:pt x="6644" y="4225"/>
                </a:lnTo>
                <a:lnTo>
                  <a:pt x="6473" y="4128"/>
                </a:lnTo>
                <a:lnTo>
                  <a:pt x="6302" y="4005"/>
                </a:lnTo>
                <a:lnTo>
                  <a:pt x="6155" y="3859"/>
                </a:lnTo>
                <a:lnTo>
                  <a:pt x="5984" y="3786"/>
                </a:lnTo>
                <a:lnTo>
                  <a:pt x="5838" y="3761"/>
                </a:lnTo>
                <a:lnTo>
                  <a:pt x="5789" y="3786"/>
                </a:lnTo>
                <a:lnTo>
                  <a:pt x="5740" y="3810"/>
                </a:lnTo>
                <a:lnTo>
                  <a:pt x="5642" y="3883"/>
                </a:lnTo>
                <a:lnTo>
                  <a:pt x="5545" y="3957"/>
                </a:lnTo>
                <a:lnTo>
                  <a:pt x="5447" y="3981"/>
                </a:lnTo>
                <a:lnTo>
                  <a:pt x="5349" y="4005"/>
                </a:lnTo>
                <a:lnTo>
                  <a:pt x="5203" y="4030"/>
                </a:lnTo>
                <a:lnTo>
                  <a:pt x="5129" y="4054"/>
                </a:lnTo>
                <a:lnTo>
                  <a:pt x="5081" y="4103"/>
                </a:lnTo>
                <a:lnTo>
                  <a:pt x="5032" y="4128"/>
                </a:lnTo>
                <a:lnTo>
                  <a:pt x="4959" y="4152"/>
                </a:lnTo>
                <a:lnTo>
                  <a:pt x="4788" y="4201"/>
                </a:lnTo>
                <a:lnTo>
                  <a:pt x="4690" y="4201"/>
                </a:lnTo>
                <a:lnTo>
                  <a:pt x="4592" y="4250"/>
                </a:lnTo>
                <a:lnTo>
                  <a:pt x="4494" y="4298"/>
                </a:lnTo>
                <a:lnTo>
                  <a:pt x="4397" y="4372"/>
                </a:lnTo>
                <a:lnTo>
                  <a:pt x="4372" y="4421"/>
                </a:lnTo>
                <a:lnTo>
                  <a:pt x="4372" y="4494"/>
                </a:lnTo>
                <a:lnTo>
                  <a:pt x="4372" y="4616"/>
                </a:lnTo>
                <a:lnTo>
                  <a:pt x="4470" y="4787"/>
                </a:lnTo>
                <a:lnTo>
                  <a:pt x="4592" y="4958"/>
                </a:lnTo>
                <a:lnTo>
                  <a:pt x="4690" y="5031"/>
                </a:lnTo>
                <a:lnTo>
                  <a:pt x="4788" y="5056"/>
                </a:lnTo>
                <a:lnTo>
                  <a:pt x="4885" y="5080"/>
                </a:lnTo>
                <a:lnTo>
                  <a:pt x="5007" y="5080"/>
                </a:lnTo>
                <a:lnTo>
                  <a:pt x="5129" y="5056"/>
                </a:lnTo>
                <a:lnTo>
                  <a:pt x="5227" y="5007"/>
                </a:lnTo>
                <a:lnTo>
                  <a:pt x="5349" y="4933"/>
                </a:lnTo>
                <a:lnTo>
                  <a:pt x="5447" y="4860"/>
                </a:lnTo>
                <a:lnTo>
                  <a:pt x="5642" y="4665"/>
                </a:lnTo>
                <a:lnTo>
                  <a:pt x="5838" y="4518"/>
                </a:lnTo>
                <a:lnTo>
                  <a:pt x="6009" y="4421"/>
                </a:lnTo>
                <a:lnTo>
                  <a:pt x="6131" y="4372"/>
                </a:lnTo>
                <a:lnTo>
                  <a:pt x="6204" y="4396"/>
                </a:lnTo>
                <a:lnTo>
                  <a:pt x="6253" y="4445"/>
                </a:lnTo>
                <a:lnTo>
                  <a:pt x="6302" y="4494"/>
                </a:lnTo>
                <a:lnTo>
                  <a:pt x="6302" y="4567"/>
                </a:lnTo>
                <a:lnTo>
                  <a:pt x="6326" y="4640"/>
                </a:lnTo>
                <a:lnTo>
                  <a:pt x="6375" y="4714"/>
                </a:lnTo>
                <a:lnTo>
                  <a:pt x="6424" y="4738"/>
                </a:lnTo>
                <a:lnTo>
                  <a:pt x="6497" y="4763"/>
                </a:lnTo>
                <a:lnTo>
                  <a:pt x="6595" y="4787"/>
                </a:lnTo>
                <a:lnTo>
                  <a:pt x="6693" y="4811"/>
                </a:lnTo>
                <a:lnTo>
                  <a:pt x="6790" y="4885"/>
                </a:lnTo>
                <a:lnTo>
                  <a:pt x="6888" y="4958"/>
                </a:lnTo>
                <a:lnTo>
                  <a:pt x="6937" y="5031"/>
                </a:lnTo>
                <a:lnTo>
                  <a:pt x="6961" y="5153"/>
                </a:lnTo>
                <a:lnTo>
                  <a:pt x="6937" y="5251"/>
                </a:lnTo>
                <a:lnTo>
                  <a:pt x="6888" y="5324"/>
                </a:lnTo>
                <a:lnTo>
                  <a:pt x="6790" y="5398"/>
                </a:lnTo>
                <a:lnTo>
                  <a:pt x="6693" y="5471"/>
                </a:lnTo>
                <a:lnTo>
                  <a:pt x="6595" y="5520"/>
                </a:lnTo>
                <a:lnTo>
                  <a:pt x="6497" y="5520"/>
                </a:lnTo>
                <a:lnTo>
                  <a:pt x="6399" y="5544"/>
                </a:lnTo>
                <a:lnTo>
                  <a:pt x="6253" y="5642"/>
                </a:lnTo>
                <a:lnTo>
                  <a:pt x="6082" y="5764"/>
                </a:lnTo>
                <a:lnTo>
                  <a:pt x="5935" y="5910"/>
                </a:lnTo>
                <a:lnTo>
                  <a:pt x="5764" y="6057"/>
                </a:lnTo>
                <a:lnTo>
                  <a:pt x="5594" y="6179"/>
                </a:lnTo>
                <a:lnTo>
                  <a:pt x="5471" y="6252"/>
                </a:lnTo>
                <a:lnTo>
                  <a:pt x="5349" y="6277"/>
                </a:lnTo>
                <a:lnTo>
                  <a:pt x="5227" y="6326"/>
                </a:lnTo>
                <a:lnTo>
                  <a:pt x="5056" y="6448"/>
                </a:lnTo>
                <a:lnTo>
                  <a:pt x="4812" y="6643"/>
                </a:lnTo>
                <a:lnTo>
                  <a:pt x="4568" y="6887"/>
                </a:lnTo>
                <a:lnTo>
                  <a:pt x="4226" y="7229"/>
                </a:lnTo>
                <a:lnTo>
                  <a:pt x="4104" y="7327"/>
                </a:lnTo>
                <a:lnTo>
                  <a:pt x="3957" y="7449"/>
                </a:lnTo>
                <a:lnTo>
                  <a:pt x="3640" y="7644"/>
                </a:lnTo>
                <a:lnTo>
                  <a:pt x="3347" y="7767"/>
                </a:lnTo>
                <a:lnTo>
                  <a:pt x="3200" y="7791"/>
                </a:lnTo>
                <a:lnTo>
                  <a:pt x="3078" y="7815"/>
                </a:lnTo>
                <a:lnTo>
                  <a:pt x="2834" y="7815"/>
                </a:lnTo>
                <a:lnTo>
                  <a:pt x="2614" y="7864"/>
                </a:lnTo>
                <a:lnTo>
                  <a:pt x="2443" y="7938"/>
                </a:lnTo>
                <a:lnTo>
                  <a:pt x="2321" y="8011"/>
                </a:lnTo>
                <a:lnTo>
                  <a:pt x="2248" y="8084"/>
                </a:lnTo>
                <a:lnTo>
                  <a:pt x="2174" y="8182"/>
                </a:lnTo>
                <a:lnTo>
                  <a:pt x="2125" y="8279"/>
                </a:lnTo>
                <a:lnTo>
                  <a:pt x="2125" y="8377"/>
                </a:lnTo>
                <a:lnTo>
                  <a:pt x="2125" y="8475"/>
                </a:lnTo>
                <a:lnTo>
                  <a:pt x="2174" y="8573"/>
                </a:lnTo>
                <a:lnTo>
                  <a:pt x="2248" y="8670"/>
                </a:lnTo>
                <a:lnTo>
                  <a:pt x="2321" y="8768"/>
                </a:lnTo>
                <a:lnTo>
                  <a:pt x="2394" y="8841"/>
                </a:lnTo>
                <a:lnTo>
                  <a:pt x="2492" y="8890"/>
                </a:lnTo>
                <a:lnTo>
                  <a:pt x="2614" y="8939"/>
                </a:lnTo>
                <a:lnTo>
                  <a:pt x="2687" y="8939"/>
                </a:lnTo>
                <a:lnTo>
                  <a:pt x="2809" y="8988"/>
                </a:lnTo>
                <a:lnTo>
                  <a:pt x="2956" y="9085"/>
                </a:lnTo>
                <a:lnTo>
                  <a:pt x="3151" y="9232"/>
                </a:lnTo>
                <a:lnTo>
                  <a:pt x="3371" y="9427"/>
                </a:lnTo>
                <a:lnTo>
                  <a:pt x="3566" y="9623"/>
                </a:lnTo>
                <a:lnTo>
                  <a:pt x="3762" y="9769"/>
                </a:lnTo>
                <a:lnTo>
                  <a:pt x="3908" y="9867"/>
                </a:lnTo>
                <a:lnTo>
                  <a:pt x="4030" y="9891"/>
                </a:lnTo>
                <a:lnTo>
                  <a:pt x="4177" y="9867"/>
                </a:lnTo>
                <a:lnTo>
                  <a:pt x="4250" y="9843"/>
                </a:lnTo>
                <a:lnTo>
                  <a:pt x="4324" y="9818"/>
                </a:lnTo>
                <a:lnTo>
                  <a:pt x="4372" y="9769"/>
                </a:lnTo>
                <a:lnTo>
                  <a:pt x="4494" y="9745"/>
                </a:lnTo>
                <a:lnTo>
                  <a:pt x="4641" y="9720"/>
                </a:lnTo>
                <a:lnTo>
                  <a:pt x="4959" y="9720"/>
                </a:lnTo>
                <a:lnTo>
                  <a:pt x="5105" y="9769"/>
                </a:lnTo>
                <a:lnTo>
                  <a:pt x="5252" y="9818"/>
                </a:lnTo>
                <a:lnTo>
                  <a:pt x="5349" y="9916"/>
                </a:lnTo>
                <a:lnTo>
                  <a:pt x="5447" y="9989"/>
                </a:lnTo>
                <a:lnTo>
                  <a:pt x="5545" y="10038"/>
                </a:lnTo>
                <a:lnTo>
                  <a:pt x="5642" y="10087"/>
                </a:lnTo>
                <a:lnTo>
                  <a:pt x="5740" y="10087"/>
                </a:lnTo>
                <a:lnTo>
                  <a:pt x="5838" y="10136"/>
                </a:lnTo>
                <a:lnTo>
                  <a:pt x="5984" y="10209"/>
                </a:lnTo>
                <a:lnTo>
                  <a:pt x="6155" y="10331"/>
                </a:lnTo>
                <a:lnTo>
                  <a:pt x="6302" y="10478"/>
                </a:lnTo>
                <a:lnTo>
                  <a:pt x="6473" y="10624"/>
                </a:lnTo>
                <a:lnTo>
                  <a:pt x="6644" y="10746"/>
                </a:lnTo>
                <a:lnTo>
                  <a:pt x="6790" y="10819"/>
                </a:lnTo>
                <a:lnTo>
                  <a:pt x="6888" y="10844"/>
                </a:lnTo>
                <a:lnTo>
                  <a:pt x="6961" y="10868"/>
                </a:lnTo>
                <a:lnTo>
                  <a:pt x="7083" y="10917"/>
                </a:lnTo>
                <a:lnTo>
                  <a:pt x="7181" y="10966"/>
                </a:lnTo>
                <a:lnTo>
                  <a:pt x="7254" y="11039"/>
                </a:lnTo>
                <a:lnTo>
                  <a:pt x="7352" y="11113"/>
                </a:lnTo>
                <a:lnTo>
                  <a:pt x="7450" y="11186"/>
                </a:lnTo>
                <a:lnTo>
                  <a:pt x="7547" y="11210"/>
                </a:lnTo>
                <a:lnTo>
                  <a:pt x="7645" y="11235"/>
                </a:lnTo>
                <a:lnTo>
                  <a:pt x="7743" y="11259"/>
                </a:lnTo>
                <a:lnTo>
                  <a:pt x="7840" y="11283"/>
                </a:lnTo>
                <a:lnTo>
                  <a:pt x="7938" y="11357"/>
                </a:lnTo>
                <a:lnTo>
                  <a:pt x="8036" y="11430"/>
                </a:lnTo>
                <a:lnTo>
                  <a:pt x="8109" y="11528"/>
                </a:lnTo>
                <a:lnTo>
                  <a:pt x="8158" y="11625"/>
                </a:lnTo>
                <a:lnTo>
                  <a:pt x="8207" y="11723"/>
                </a:lnTo>
                <a:lnTo>
                  <a:pt x="8207" y="11796"/>
                </a:lnTo>
                <a:lnTo>
                  <a:pt x="8207" y="11894"/>
                </a:lnTo>
                <a:lnTo>
                  <a:pt x="8158" y="11992"/>
                </a:lnTo>
                <a:lnTo>
                  <a:pt x="8109" y="12089"/>
                </a:lnTo>
                <a:lnTo>
                  <a:pt x="8036" y="12187"/>
                </a:lnTo>
                <a:lnTo>
                  <a:pt x="7963" y="12285"/>
                </a:lnTo>
                <a:lnTo>
                  <a:pt x="7889" y="12383"/>
                </a:lnTo>
                <a:lnTo>
                  <a:pt x="7840" y="12480"/>
                </a:lnTo>
                <a:lnTo>
                  <a:pt x="7840" y="12578"/>
                </a:lnTo>
                <a:lnTo>
                  <a:pt x="7816" y="12676"/>
                </a:lnTo>
                <a:lnTo>
                  <a:pt x="7718" y="12822"/>
                </a:lnTo>
                <a:lnTo>
                  <a:pt x="7596" y="12969"/>
                </a:lnTo>
                <a:lnTo>
                  <a:pt x="7450" y="13140"/>
                </a:lnTo>
                <a:lnTo>
                  <a:pt x="7303" y="13311"/>
                </a:lnTo>
                <a:lnTo>
                  <a:pt x="7181" y="13457"/>
                </a:lnTo>
                <a:lnTo>
                  <a:pt x="7108" y="13604"/>
                </a:lnTo>
                <a:lnTo>
                  <a:pt x="7083" y="13701"/>
                </a:lnTo>
                <a:lnTo>
                  <a:pt x="7034" y="13823"/>
                </a:lnTo>
                <a:lnTo>
                  <a:pt x="6961" y="13970"/>
                </a:lnTo>
                <a:lnTo>
                  <a:pt x="6839" y="14117"/>
                </a:lnTo>
                <a:lnTo>
                  <a:pt x="6693" y="14288"/>
                </a:lnTo>
                <a:lnTo>
                  <a:pt x="6546" y="14434"/>
                </a:lnTo>
                <a:lnTo>
                  <a:pt x="6424" y="14605"/>
                </a:lnTo>
                <a:lnTo>
                  <a:pt x="6351" y="14752"/>
                </a:lnTo>
                <a:lnTo>
                  <a:pt x="6302" y="14849"/>
                </a:lnTo>
                <a:lnTo>
                  <a:pt x="6277" y="14947"/>
                </a:lnTo>
                <a:lnTo>
                  <a:pt x="6229" y="15069"/>
                </a:lnTo>
                <a:lnTo>
                  <a:pt x="6131" y="15216"/>
                </a:lnTo>
                <a:lnTo>
                  <a:pt x="6033" y="15338"/>
                </a:lnTo>
                <a:lnTo>
                  <a:pt x="5911" y="15460"/>
                </a:lnTo>
                <a:lnTo>
                  <a:pt x="5813" y="15582"/>
                </a:lnTo>
                <a:lnTo>
                  <a:pt x="5764" y="15704"/>
                </a:lnTo>
                <a:lnTo>
                  <a:pt x="5740" y="15802"/>
                </a:lnTo>
                <a:lnTo>
                  <a:pt x="5764" y="15973"/>
                </a:lnTo>
                <a:lnTo>
                  <a:pt x="5789" y="16046"/>
                </a:lnTo>
                <a:lnTo>
                  <a:pt x="5838" y="16095"/>
                </a:lnTo>
                <a:lnTo>
                  <a:pt x="5862" y="16144"/>
                </a:lnTo>
                <a:lnTo>
                  <a:pt x="5911" y="16217"/>
                </a:lnTo>
                <a:lnTo>
                  <a:pt x="5935" y="16388"/>
                </a:lnTo>
                <a:lnTo>
                  <a:pt x="5911" y="16461"/>
                </a:lnTo>
                <a:lnTo>
                  <a:pt x="5862" y="16510"/>
                </a:lnTo>
                <a:lnTo>
                  <a:pt x="5813" y="16559"/>
                </a:lnTo>
                <a:lnTo>
                  <a:pt x="5642" y="16559"/>
                </a:lnTo>
                <a:lnTo>
                  <a:pt x="5545" y="16510"/>
                </a:lnTo>
                <a:lnTo>
                  <a:pt x="5447" y="16461"/>
                </a:lnTo>
                <a:lnTo>
                  <a:pt x="5349" y="16388"/>
                </a:lnTo>
                <a:lnTo>
                  <a:pt x="5276" y="16266"/>
                </a:lnTo>
                <a:lnTo>
                  <a:pt x="5227" y="16119"/>
                </a:lnTo>
                <a:lnTo>
                  <a:pt x="5178" y="15973"/>
                </a:lnTo>
                <a:lnTo>
                  <a:pt x="5178" y="15802"/>
                </a:lnTo>
                <a:lnTo>
                  <a:pt x="5154" y="15655"/>
                </a:lnTo>
                <a:lnTo>
                  <a:pt x="5105" y="15484"/>
                </a:lnTo>
                <a:lnTo>
                  <a:pt x="5056" y="15338"/>
                </a:lnTo>
                <a:lnTo>
                  <a:pt x="4983" y="15240"/>
                </a:lnTo>
                <a:lnTo>
                  <a:pt x="4934" y="15191"/>
                </a:lnTo>
                <a:lnTo>
                  <a:pt x="4910" y="15093"/>
                </a:lnTo>
                <a:lnTo>
                  <a:pt x="4836" y="14849"/>
                </a:lnTo>
                <a:lnTo>
                  <a:pt x="4812" y="14556"/>
                </a:lnTo>
                <a:lnTo>
                  <a:pt x="4788" y="14214"/>
                </a:lnTo>
                <a:lnTo>
                  <a:pt x="4788" y="13970"/>
                </a:lnTo>
                <a:lnTo>
                  <a:pt x="4788" y="13799"/>
                </a:lnTo>
                <a:lnTo>
                  <a:pt x="4739" y="13604"/>
                </a:lnTo>
                <a:lnTo>
                  <a:pt x="4714" y="13433"/>
                </a:lnTo>
                <a:lnTo>
                  <a:pt x="4641" y="13237"/>
                </a:lnTo>
                <a:lnTo>
                  <a:pt x="4568" y="13066"/>
                </a:lnTo>
                <a:lnTo>
                  <a:pt x="4494" y="12920"/>
                </a:lnTo>
                <a:lnTo>
                  <a:pt x="4397" y="12773"/>
                </a:lnTo>
                <a:lnTo>
                  <a:pt x="4324" y="12676"/>
                </a:lnTo>
                <a:lnTo>
                  <a:pt x="4128" y="12456"/>
                </a:lnTo>
                <a:lnTo>
                  <a:pt x="3982" y="12260"/>
                </a:lnTo>
                <a:lnTo>
                  <a:pt x="3884" y="12114"/>
                </a:lnTo>
                <a:lnTo>
                  <a:pt x="3835" y="11992"/>
                </a:lnTo>
                <a:lnTo>
                  <a:pt x="3811" y="11845"/>
                </a:lnTo>
                <a:lnTo>
                  <a:pt x="3786" y="11772"/>
                </a:lnTo>
                <a:lnTo>
                  <a:pt x="3737" y="11723"/>
                </a:lnTo>
                <a:lnTo>
                  <a:pt x="3713" y="11650"/>
                </a:lnTo>
                <a:lnTo>
                  <a:pt x="3664" y="11528"/>
                </a:lnTo>
                <a:lnTo>
                  <a:pt x="3664" y="11381"/>
                </a:lnTo>
                <a:lnTo>
                  <a:pt x="3640" y="11235"/>
                </a:lnTo>
                <a:lnTo>
                  <a:pt x="3664" y="11088"/>
                </a:lnTo>
                <a:lnTo>
                  <a:pt x="3664" y="10942"/>
                </a:lnTo>
                <a:lnTo>
                  <a:pt x="3713" y="10819"/>
                </a:lnTo>
                <a:lnTo>
                  <a:pt x="3737" y="10771"/>
                </a:lnTo>
                <a:lnTo>
                  <a:pt x="3786" y="10697"/>
                </a:lnTo>
                <a:lnTo>
                  <a:pt x="3811" y="10648"/>
                </a:lnTo>
                <a:lnTo>
                  <a:pt x="3835" y="10478"/>
                </a:lnTo>
                <a:lnTo>
                  <a:pt x="3811" y="10307"/>
                </a:lnTo>
                <a:lnTo>
                  <a:pt x="3786" y="10233"/>
                </a:lnTo>
                <a:lnTo>
                  <a:pt x="3737" y="10184"/>
                </a:lnTo>
                <a:lnTo>
                  <a:pt x="3689" y="10160"/>
                </a:lnTo>
                <a:lnTo>
                  <a:pt x="3615" y="10111"/>
                </a:lnTo>
                <a:lnTo>
                  <a:pt x="3444" y="10087"/>
                </a:lnTo>
                <a:lnTo>
                  <a:pt x="3347" y="10062"/>
                </a:lnTo>
                <a:lnTo>
                  <a:pt x="3200" y="9989"/>
                </a:lnTo>
                <a:lnTo>
                  <a:pt x="3054" y="9867"/>
                </a:lnTo>
                <a:lnTo>
                  <a:pt x="2883" y="9720"/>
                </a:lnTo>
                <a:lnTo>
                  <a:pt x="2712" y="9574"/>
                </a:lnTo>
                <a:lnTo>
                  <a:pt x="2565" y="9452"/>
                </a:lnTo>
                <a:lnTo>
                  <a:pt x="2419" y="9354"/>
                </a:lnTo>
                <a:lnTo>
                  <a:pt x="2321" y="9330"/>
                </a:lnTo>
                <a:lnTo>
                  <a:pt x="2199" y="9281"/>
                </a:lnTo>
                <a:lnTo>
                  <a:pt x="2003" y="9159"/>
                </a:lnTo>
                <a:lnTo>
                  <a:pt x="1784" y="8988"/>
                </a:lnTo>
                <a:lnTo>
                  <a:pt x="1539" y="8768"/>
                </a:lnTo>
                <a:lnTo>
                  <a:pt x="1246" y="8402"/>
                </a:lnTo>
                <a:lnTo>
                  <a:pt x="1078" y="8185"/>
                </a:lnTo>
                <a:lnTo>
                  <a:pt x="1124" y="7840"/>
                </a:lnTo>
                <a:lnTo>
                  <a:pt x="1197" y="7473"/>
                </a:lnTo>
                <a:lnTo>
                  <a:pt x="1295" y="7132"/>
                </a:lnTo>
                <a:lnTo>
                  <a:pt x="1393" y="6790"/>
                </a:lnTo>
                <a:lnTo>
                  <a:pt x="1515" y="6448"/>
                </a:lnTo>
                <a:lnTo>
                  <a:pt x="1637" y="6106"/>
                </a:lnTo>
                <a:lnTo>
                  <a:pt x="1784" y="5788"/>
                </a:lnTo>
                <a:lnTo>
                  <a:pt x="1954" y="5471"/>
                </a:lnTo>
                <a:lnTo>
                  <a:pt x="2125" y="5153"/>
                </a:lnTo>
                <a:lnTo>
                  <a:pt x="2296" y="4860"/>
                </a:lnTo>
                <a:lnTo>
                  <a:pt x="2516" y="4567"/>
                </a:lnTo>
                <a:lnTo>
                  <a:pt x="2712" y="4298"/>
                </a:lnTo>
                <a:lnTo>
                  <a:pt x="3151" y="3737"/>
                </a:lnTo>
                <a:lnTo>
                  <a:pt x="3664" y="3248"/>
                </a:lnTo>
                <a:lnTo>
                  <a:pt x="4079" y="3248"/>
                </a:lnTo>
                <a:lnTo>
                  <a:pt x="4299" y="3297"/>
                </a:lnTo>
                <a:lnTo>
                  <a:pt x="4470" y="3346"/>
                </a:lnTo>
                <a:lnTo>
                  <a:pt x="4592" y="3419"/>
                </a:lnTo>
                <a:lnTo>
                  <a:pt x="4690" y="3493"/>
                </a:lnTo>
                <a:lnTo>
                  <a:pt x="4788" y="3517"/>
                </a:lnTo>
                <a:lnTo>
                  <a:pt x="4885" y="3493"/>
                </a:lnTo>
                <a:lnTo>
                  <a:pt x="4983" y="3419"/>
                </a:lnTo>
                <a:lnTo>
                  <a:pt x="5056" y="3346"/>
                </a:lnTo>
                <a:lnTo>
                  <a:pt x="5178" y="3297"/>
                </a:lnTo>
                <a:lnTo>
                  <a:pt x="5276" y="3248"/>
                </a:lnTo>
                <a:lnTo>
                  <a:pt x="5349" y="3248"/>
                </a:lnTo>
                <a:lnTo>
                  <a:pt x="5471" y="3199"/>
                </a:lnTo>
                <a:lnTo>
                  <a:pt x="5594" y="3126"/>
                </a:lnTo>
                <a:lnTo>
                  <a:pt x="5764" y="3004"/>
                </a:lnTo>
                <a:lnTo>
                  <a:pt x="5935" y="2858"/>
                </a:lnTo>
                <a:lnTo>
                  <a:pt x="6131" y="2711"/>
                </a:lnTo>
                <a:lnTo>
                  <a:pt x="6375" y="2589"/>
                </a:lnTo>
                <a:lnTo>
                  <a:pt x="6619" y="2516"/>
                </a:lnTo>
                <a:lnTo>
                  <a:pt x="6888" y="2467"/>
                </a:lnTo>
                <a:close/>
                <a:moveTo>
                  <a:pt x="9379" y="0"/>
                </a:moveTo>
                <a:lnTo>
                  <a:pt x="8891" y="24"/>
                </a:lnTo>
                <a:lnTo>
                  <a:pt x="8427" y="49"/>
                </a:lnTo>
                <a:lnTo>
                  <a:pt x="7963" y="122"/>
                </a:lnTo>
                <a:lnTo>
                  <a:pt x="7499" y="195"/>
                </a:lnTo>
                <a:lnTo>
                  <a:pt x="7034" y="293"/>
                </a:lnTo>
                <a:lnTo>
                  <a:pt x="6595" y="440"/>
                </a:lnTo>
                <a:lnTo>
                  <a:pt x="6155" y="586"/>
                </a:lnTo>
                <a:lnTo>
                  <a:pt x="5740" y="733"/>
                </a:lnTo>
                <a:lnTo>
                  <a:pt x="5325" y="928"/>
                </a:lnTo>
                <a:lnTo>
                  <a:pt x="4910" y="1148"/>
                </a:lnTo>
                <a:lnTo>
                  <a:pt x="4519" y="1368"/>
                </a:lnTo>
                <a:lnTo>
                  <a:pt x="4128" y="1612"/>
                </a:lnTo>
                <a:lnTo>
                  <a:pt x="3762" y="1881"/>
                </a:lnTo>
                <a:lnTo>
                  <a:pt x="3420" y="2149"/>
                </a:lnTo>
                <a:lnTo>
                  <a:pt x="3078" y="2442"/>
                </a:lnTo>
                <a:lnTo>
                  <a:pt x="2760" y="2760"/>
                </a:lnTo>
                <a:lnTo>
                  <a:pt x="2443" y="3077"/>
                </a:lnTo>
                <a:lnTo>
                  <a:pt x="2150" y="3419"/>
                </a:lnTo>
                <a:lnTo>
                  <a:pt x="1881" y="3761"/>
                </a:lnTo>
                <a:lnTo>
                  <a:pt x="1613" y="4128"/>
                </a:lnTo>
                <a:lnTo>
                  <a:pt x="1368" y="4518"/>
                </a:lnTo>
                <a:lnTo>
                  <a:pt x="1149" y="4909"/>
                </a:lnTo>
                <a:lnTo>
                  <a:pt x="929" y="5324"/>
                </a:lnTo>
                <a:lnTo>
                  <a:pt x="733" y="5739"/>
                </a:lnTo>
                <a:lnTo>
                  <a:pt x="587" y="6155"/>
                </a:lnTo>
                <a:lnTo>
                  <a:pt x="440" y="6594"/>
                </a:lnTo>
                <a:lnTo>
                  <a:pt x="294" y="7034"/>
                </a:lnTo>
                <a:lnTo>
                  <a:pt x="196" y="7498"/>
                </a:lnTo>
                <a:lnTo>
                  <a:pt x="123" y="7962"/>
                </a:lnTo>
                <a:lnTo>
                  <a:pt x="49" y="8426"/>
                </a:lnTo>
                <a:lnTo>
                  <a:pt x="25" y="8890"/>
                </a:lnTo>
                <a:lnTo>
                  <a:pt x="1" y="9378"/>
                </a:lnTo>
                <a:lnTo>
                  <a:pt x="25" y="9867"/>
                </a:lnTo>
                <a:lnTo>
                  <a:pt x="49" y="10331"/>
                </a:lnTo>
                <a:lnTo>
                  <a:pt x="123" y="10795"/>
                </a:lnTo>
                <a:lnTo>
                  <a:pt x="196" y="11259"/>
                </a:lnTo>
                <a:lnTo>
                  <a:pt x="294" y="11723"/>
                </a:lnTo>
                <a:lnTo>
                  <a:pt x="440" y="12163"/>
                </a:lnTo>
                <a:lnTo>
                  <a:pt x="587" y="12602"/>
                </a:lnTo>
                <a:lnTo>
                  <a:pt x="733" y="13018"/>
                </a:lnTo>
                <a:lnTo>
                  <a:pt x="929" y="13433"/>
                </a:lnTo>
                <a:lnTo>
                  <a:pt x="1149" y="13848"/>
                </a:lnTo>
                <a:lnTo>
                  <a:pt x="1368" y="14239"/>
                </a:lnTo>
                <a:lnTo>
                  <a:pt x="1613" y="14629"/>
                </a:lnTo>
                <a:lnTo>
                  <a:pt x="1881" y="14996"/>
                </a:lnTo>
                <a:lnTo>
                  <a:pt x="2150" y="15338"/>
                </a:lnTo>
                <a:lnTo>
                  <a:pt x="2443" y="15680"/>
                </a:lnTo>
                <a:lnTo>
                  <a:pt x="2760" y="15997"/>
                </a:lnTo>
                <a:lnTo>
                  <a:pt x="3078" y="16315"/>
                </a:lnTo>
                <a:lnTo>
                  <a:pt x="3420" y="16608"/>
                </a:lnTo>
                <a:lnTo>
                  <a:pt x="3762" y="16876"/>
                </a:lnTo>
                <a:lnTo>
                  <a:pt x="4128" y="17145"/>
                </a:lnTo>
                <a:lnTo>
                  <a:pt x="4519" y="17389"/>
                </a:lnTo>
                <a:lnTo>
                  <a:pt x="4910" y="17609"/>
                </a:lnTo>
                <a:lnTo>
                  <a:pt x="5325" y="17829"/>
                </a:lnTo>
                <a:lnTo>
                  <a:pt x="5740" y="18024"/>
                </a:lnTo>
                <a:lnTo>
                  <a:pt x="6155" y="18171"/>
                </a:lnTo>
                <a:lnTo>
                  <a:pt x="6595" y="18317"/>
                </a:lnTo>
                <a:lnTo>
                  <a:pt x="7034" y="18464"/>
                </a:lnTo>
                <a:lnTo>
                  <a:pt x="7499" y="18562"/>
                </a:lnTo>
                <a:lnTo>
                  <a:pt x="7963" y="18635"/>
                </a:lnTo>
                <a:lnTo>
                  <a:pt x="8427" y="18708"/>
                </a:lnTo>
                <a:lnTo>
                  <a:pt x="8891" y="18733"/>
                </a:lnTo>
                <a:lnTo>
                  <a:pt x="9379" y="18757"/>
                </a:lnTo>
                <a:lnTo>
                  <a:pt x="9868" y="18733"/>
                </a:lnTo>
                <a:lnTo>
                  <a:pt x="10332" y="18708"/>
                </a:lnTo>
                <a:lnTo>
                  <a:pt x="10796" y="18635"/>
                </a:lnTo>
                <a:lnTo>
                  <a:pt x="11260" y="18562"/>
                </a:lnTo>
                <a:lnTo>
                  <a:pt x="11724" y="18464"/>
                </a:lnTo>
                <a:lnTo>
                  <a:pt x="12163" y="18317"/>
                </a:lnTo>
                <a:lnTo>
                  <a:pt x="12603" y="18171"/>
                </a:lnTo>
                <a:lnTo>
                  <a:pt x="13018" y="18024"/>
                </a:lnTo>
                <a:lnTo>
                  <a:pt x="13433" y="17829"/>
                </a:lnTo>
                <a:lnTo>
                  <a:pt x="13848" y="17609"/>
                </a:lnTo>
                <a:lnTo>
                  <a:pt x="14239" y="17389"/>
                </a:lnTo>
                <a:lnTo>
                  <a:pt x="14630" y="17145"/>
                </a:lnTo>
                <a:lnTo>
                  <a:pt x="14996" y="16876"/>
                </a:lnTo>
                <a:lnTo>
                  <a:pt x="15338" y="16608"/>
                </a:lnTo>
                <a:lnTo>
                  <a:pt x="15680" y="16315"/>
                </a:lnTo>
                <a:lnTo>
                  <a:pt x="15998" y="15997"/>
                </a:lnTo>
                <a:lnTo>
                  <a:pt x="16315" y="15680"/>
                </a:lnTo>
                <a:lnTo>
                  <a:pt x="16608" y="15338"/>
                </a:lnTo>
                <a:lnTo>
                  <a:pt x="16877" y="14996"/>
                </a:lnTo>
                <a:lnTo>
                  <a:pt x="17146" y="14629"/>
                </a:lnTo>
                <a:lnTo>
                  <a:pt x="17390" y="14239"/>
                </a:lnTo>
                <a:lnTo>
                  <a:pt x="17610" y="13848"/>
                </a:lnTo>
                <a:lnTo>
                  <a:pt x="17829" y="13433"/>
                </a:lnTo>
                <a:lnTo>
                  <a:pt x="18025" y="13018"/>
                </a:lnTo>
                <a:lnTo>
                  <a:pt x="18171" y="12602"/>
                </a:lnTo>
                <a:lnTo>
                  <a:pt x="18318" y="12163"/>
                </a:lnTo>
                <a:lnTo>
                  <a:pt x="18464" y="11723"/>
                </a:lnTo>
                <a:lnTo>
                  <a:pt x="18562" y="11259"/>
                </a:lnTo>
                <a:lnTo>
                  <a:pt x="18635" y="10795"/>
                </a:lnTo>
                <a:lnTo>
                  <a:pt x="18709" y="10331"/>
                </a:lnTo>
                <a:lnTo>
                  <a:pt x="18733" y="9867"/>
                </a:lnTo>
                <a:lnTo>
                  <a:pt x="18758" y="9378"/>
                </a:lnTo>
                <a:lnTo>
                  <a:pt x="18733" y="8890"/>
                </a:lnTo>
                <a:lnTo>
                  <a:pt x="18709" y="8426"/>
                </a:lnTo>
                <a:lnTo>
                  <a:pt x="18635" y="7962"/>
                </a:lnTo>
                <a:lnTo>
                  <a:pt x="18562" y="7498"/>
                </a:lnTo>
                <a:lnTo>
                  <a:pt x="18464" y="7034"/>
                </a:lnTo>
                <a:lnTo>
                  <a:pt x="18318" y="6594"/>
                </a:lnTo>
                <a:lnTo>
                  <a:pt x="18171" y="6155"/>
                </a:lnTo>
                <a:lnTo>
                  <a:pt x="18025" y="5739"/>
                </a:lnTo>
                <a:lnTo>
                  <a:pt x="17829" y="5324"/>
                </a:lnTo>
                <a:lnTo>
                  <a:pt x="17610" y="4909"/>
                </a:lnTo>
                <a:lnTo>
                  <a:pt x="17390" y="4518"/>
                </a:lnTo>
                <a:lnTo>
                  <a:pt x="17146" y="4128"/>
                </a:lnTo>
                <a:lnTo>
                  <a:pt x="16877" y="3761"/>
                </a:lnTo>
                <a:lnTo>
                  <a:pt x="16608" y="3419"/>
                </a:lnTo>
                <a:lnTo>
                  <a:pt x="16315" y="3077"/>
                </a:lnTo>
                <a:lnTo>
                  <a:pt x="15998" y="2760"/>
                </a:lnTo>
                <a:lnTo>
                  <a:pt x="15680" y="2442"/>
                </a:lnTo>
                <a:lnTo>
                  <a:pt x="15338" y="2149"/>
                </a:lnTo>
                <a:lnTo>
                  <a:pt x="14996" y="1881"/>
                </a:lnTo>
                <a:lnTo>
                  <a:pt x="14630" y="1612"/>
                </a:lnTo>
                <a:lnTo>
                  <a:pt x="14239" y="1368"/>
                </a:lnTo>
                <a:lnTo>
                  <a:pt x="13848" y="1148"/>
                </a:lnTo>
                <a:lnTo>
                  <a:pt x="13433" y="928"/>
                </a:lnTo>
                <a:lnTo>
                  <a:pt x="13018" y="733"/>
                </a:lnTo>
                <a:lnTo>
                  <a:pt x="12603" y="586"/>
                </a:lnTo>
                <a:lnTo>
                  <a:pt x="12163" y="440"/>
                </a:lnTo>
                <a:lnTo>
                  <a:pt x="11724" y="293"/>
                </a:lnTo>
                <a:lnTo>
                  <a:pt x="11260" y="195"/>
                </a:lnTo>
                <a:lnTo>
                  <a:pt x="10796" y="122"/>
                </a:lnTo>
                <a:lnTo>
                  <a:pt x="10332" y="49"/>
                </a:lnTo>
                <a:lnTo>
                  <a:pt x="9868" y="24"/>
                </a:lnTo>
                <a:lnTo>
                  <a:pt x="9379"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2" name="Google Shape;802;p31"/>
          <p:cNvGrpSpPr/>
          <p:nvPr/>
        </p:nvGrpSpPr>
        <p:grpSpPr>
          <a:xfrm>
            <a:off x="5433259" y="3207435"/>
            <a:ext cx="342008" cy="342028"/>
            <a:chOff x="6654650" y="3665275"/>
            <a:chExt cx="409100" cy="409125"/>
          </a:xfrm>
        </p:grpSpPr>
        <p:sp>
          <p:nvSpPr>
            <p:cNvPr id="803" name="Google Shape;803;p31"/>
            <p:cNvSpPr/>
            <p:nvPr/>
          </p:nvSpPr>
          <p:spPr>
            <a:xfrm>
              <a:off x="6808525" y="3819150"/>
              <a:ext cx="211875" cy="211900"/>
            </a:xfrm>
            <a:custGeom>
              <a:rect b="b" l="l" r="r" t="t"/>
              <a:pathLst>
                <a:path extrusionOk="0" h="8476" w="8475">
                  <a:moveTo>
                    <a:pt x="8157" y="0"/>
                  </a:moveTo>
                  <a:lnTo>
                    <a:pt x="7327" y="1075"/>
                  </a:lnTo>
                  <a:lnTo>
                    <a:pt x="6399" y="2150"/>
                  </a:lnTo>
                  <a:lnTo>
                    <a:pt x="5422" y="3249"/>
                  </a:lnTo>
                  <a:lnTo>
                    <a:pt x="4347" y="4348"/>
                  </a:lnTo>
                  <a:lnTo>
                    <a:pt x="3248" y="5422"/>
                  </a:lnTo>
                  <a:lnTo>
                    <a:pt x="2149" y="6399"/>
                  </a:lnTo>
                  <a:lnTo>
                    <a:pt x="1075" y="7327"/>
                  </a:lnTo>
                  <a:lnTo>
                    <a:pt x="0" y="8158"/>
                  </a:lnTo>
                  <a:lnTo>
                    <a:pt x="440" y="8280"/>
                  </a:lnTo>
                  <a:lnTo>
                    <a:pt x="855" y="8377"/>
                  </a:lnTo>
                  <a:lnTo>
                    <a:pt x="1294" y="8426"/>
                  </a:lnTo>
                  <a:lnTo>
                    <a:pt x="1734" y="8475"/>
                  </a:lnTo>
                  <a:lnTo>
                    <a:pt x="2174" y="8475"/>
                  </a:lnTo>
                  <a:lnTo>
                    <a:pt x="2613" y="8451"/>
                  </a:lnTo>
                  <a:lnTo>
                    <a:pt x="3028" y="8402"/>
                  </a:lnTo>
                  <a:lnTo>
                    <a:pt x="3468" y="8304"/>
                  </a:lnTo>
                  <a:lnTo>
                    <a:pt x="3883" y="8207"/>
                  </a:lnTo>
                  <a:lnTo>
                    <a:pt x="4323" y="8060"/>
                  </a:lnTo>
                  <a:lnTo>
                    <a:pt x="4714" y="7889"/>
                  </a:lnTo>
                  <a:lnTo>
                    <a:pt x="5129" y="7694"/>
                  </a:lnTo>
                  <a:lnTo>
                    <a:pt x="5520" y="7449"/>
                  </a:lnTo>
                  <a:lnTo>
                    <a:pt x="5886" y="7205"/>
                  </a:lnTo>
                  <a:lnTo>
                    <a:pt x="6252" y="6912"/>
                  </a:lnTo>
                  <a:lnTo>
                    <a:pt x="6594" y="6595"/>
                  </a:lnTo>
                  <a:lnTo>
                    <a:pt x="6912" y="6253"/>
                  </a:lnTo>
                  <a:lnTo>
                    <a:pt x="7205" y="5886"/>
                  </a:lnTo>
                  <a:lnTo>
                    <a:pt x="7449" y="5520"/>
                  </a:lnTo>
                  <a:lnTo>
                    <a:pt x="7693" y="5129"/>
                  </a:lnTo>
                  <a:lnTo>
                    <a:pt x="7889" y="4714"/>
                  </a:lnTo>
                  <a:lnTo>
                    <a:pt x="8060" y="4323"/>
                  </a:lnTo>
                  <a:lnTo>
                    <a:pt x="8206" y="3884"/>
                  </a:lnTo>
                  <a:lnTo>
                    <a:pt x="8304" y="3468"/>
                  </a:lnTo>
                  <a:lnTo>
                    <a:pt x="8402" y="3029"/>
                  </a:lnTo>
                  <a:lnTo>
                    <a:pt x="8450" y="2614"/>
                  </a:lnTo>
                  <a:lnTo>
                    <a:pt x="8475" y="2174"/>
                  </a:lnTo>
                  <a:lnTo>
                    <a:pt x="8475" y="1734"/>
                  </a:lnTo>
                  <a:lnTo>
                    <a:pt x="8426" y="1295"/>
                  </a:lnTo>
                  <a:lnTo>
                    <a:pt x="8377" y="855"/>
                  </a:lnTo>
                  <a:lnTo>
                    <a:pt x="8279" y="440"/>
                  </a:lnTo>
                  <a:lnTo>
                    <a:pt x="8157"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31"/>
            <p:cNvSpPr/>
            <p:nvPr/>
          </p:nvSpPr>
          <p:spPr>
            <a:xfrm>
              <a:off x="6654650" y="3665275"/>
              <a:ext cx="409100" cy="409125"/>
            </a:xfrm>
            <a:custGeom>
              <a:rect b="b" l="l" r="r" t="t"/>
              <a:pathLst>
                <a:path extrusionOk="0" h="16365" w="16364">
                  <a:moveTo>
                    <a:pt x="13580" y="1686"/>
                  </a:moveTo>
                  <a:lnTo>
                    <a:pt x="13677" y="1735"/>
                  </a:lnTo>
                  <a:lnTo>
                    <a:pt x="13775" y="1759"/>
                  </a:lnTo>
                  <a:lnTo>
                    <a:pt x="13848" y="1832"/>
                  </a:lnTo>
                  <a:lnTo>
                    <a:pt x="13897" y="1906"/>
                  </a:lnTo>
                  <a:lnTo>
                    <a:pt x="13946" y="1979"/>
                  </a:lnTo>
                  <a:lnTo>
                    <a:pt x="13970" y="2077"/>
                  </a:lnTo>
                  <a:lnTo>
                    <a:pt x="13995" y="2174"/>
                  </a:lnTo>
                  <a:lnTo>
                    <a:pt x="13995" y="2419"/>
                  </a:lnTo>
                  <a:lnTo>
                    <a:pt x="13922" y="2687"/>
                  </a:lnTo>
                  <a:lnTo>
                    <a:pt x="13824" y="3029"/>
                  </a:lnTo>
                  <a:lnTo>
                    <a:pt x="13677" y="3371"/>
                  </a:lnTo>
                  <a:lnTo>
                    <a:pt x="13482" y="3762"/>
                  </a:lnTo>
                  <a:lnTo>
                    <a:pt x="13238" y="4177"/>
                  </a:lnTo>
                  <a:lnTo>
                    <a:pt x="12993" y="3908"/>
                  </a:lnTo>
                  <a:lnTo>
                    <a:pt x="12749" y="3615"/>
                  </a:lnTo>
                  <a:lnTo>
                    <a:pt x="12407" y="3298"/>
                  </a:lnTo>
                  <a:lnTo>
                    <a:pt x="12041" y="3029"/>
                  </a:lnTo>
                  <a:lnTo>
                    <a:pt x="11675" y="2761"/>
                  </a:lnTo>
                  <a:lnTo>
                    <a:pt x="11308" y="2541"/>
                  </a:lnTo>
                  <a:lnTo>
                    <a:pt x="11748" y="2272"/>
                  </a:lnTo>
                  <a:lnTo>
                    <a:pt x="12187" y="2052"/>
                  </a:lnTo>
                  <a:lnTo>
                    <a:pt x="12554" y="1881"/>
                  </a:lnTo>
                  <a:lnTo>
                    <a:pt x="12920" y="1759"/>
                  </a:lnTo>
                  <a:lnTo>
                    <a:pt x="13213" y="1686"/>
                  </a:lnTo>
                  <a:close/>
                  <a:moveTo>
                    <a:pt x="9721" y="3591"/>
                  </a:moveTo>
                  <a:lnTo>
                    <a:pt x="9794" y="3615"/>
                  </a:lnTo>
                  <a:lnTo>
                    <a:pt x="9916" y="3713"/>
                  </a:lnTo>
                  <a:lnTo>
                    <a:pt x="10014" y="3835"/>
                  </a:lnTo>
                  <a:lnTo>
                    <a:pt x="10038" y="3908"/>
                  </a:lnTo>
                  <a:lnTo>
                    <a:pt x="10038" y="3982"/>
                  </a:lnTo>
                  <a:lnTo>
                    <a:pt x="10038" y="4055"/>
                  </a:lnTo>
                  <a:lnTo>
                    <a:pt x="10014" y="4128"/>
                  </a:lnTo>
                  <a:lnTo>
                    <a:pt x="9916" y="4250"/>
                  </a:lnTo>
                  <a:lnTo>
                    <a:pt x="9794" y="4348"/>
                  </a:lnTo>
                  <a:lnTo>
                    <a:pt x="9721" y="4372"/>
                  </a:lnTo>
                  <a:lnTo>
                    <a:pt x="9574" y="4372"/>
                  </a:lnTo>
                  <a:lnTo>
                    <a:pt x="9501" y="4348"/>
                  </a:lnTo>
                  <a:lnTo>
                    <a:pt x="9379" y="4250"/>
                  </a:lnTo>
                  <a:lnTo>
                    <a:pt x="9281" y="4128"/>
                  </a:lnTo>
                  <a:lnTo>
                    <a:pt x="9257" y="4055"/>
                  </a:lnTo>
                  <a:lnTo>
                    <a:pt x="9257" y="3982"/>
                  </a:lnTo>
                  <a:lnTo>
                    <a:pt x="9257" y="3908"/>
                  </a:lnTo>
                  <a:lnTo>
                    <a:pt x="9281" y="3835"/>
                  </a:lnTo>
                  <a:lnTo>
                    <a:pt x="9379" y="3713"/>
                  </a:lnTo>
                  <a:lnTo>
                    <a:pt x="9501" y="3615"/>
                  </a:lnTo>
                  <a:lnTo>
                    <a:pt x="9574" y="3591"/>
                  </a:lnTo>
                  <a:close/>
                  <a:moveTo>
                    <a:pt x="8182" y="3322"/>
                  </a:moveTo>
                  <a:lnTo>
                    <a:pt x="8304" y="3347"/>
                  </a:lnTo>
                  <a:lnTo>
                    <a:pt x="8402" y="3371"/>
                  </a:lnTo>
                  <a:lnTo>
                    <a:pt x="8500" y="3420"/>
                  </a:lnTo>
                  <a:lnTo>
                    <a:pt x="8597" y="3493"/>
                  </a:lnTo>
                  <a:lnTo>
                    <a:pt x="8671" y="3591"/>
                  </a:lnTo>
                  <a:lnTo>
                    <a:pt x="8719" y="3689"/>
                  </a:lnTo>
                  <a:lnTo>
                    <a:pt x="8768" y="3786"/>
                  </a:lnTo>
                  <a:lnTo>
                    <a:pt x="8768" y="3908"/>
                  </a:lnTo>
                  <a:lnTo>
                    <a:pt x="8768" y="4031"/>
                  </a:lnTo>
                  <a:lnTo>
                    <a:pt x="8719" y="4153"/>
                  </a:lnTo>
                  <a:lnTo>
                    <a:pt x="8671" y="4250"/>
                  </a:lnTo>
                  <a:lnTo>
                    <a:pt x="8597" y="4324"/>
                  </a:lnTo>
                  <a:lnTo>
                    <a:pt x="8500" y="4397"/>
                  </a:lnTo>
                  <a:lnTo>
                    <a:pt x="8402" y="4446"/>
                  </a:lnTo>
                  <a:lnTo>
                    <a:pt x="8304" y="4495"/>
                  </a:lnTo>
                  <a:lnTo>
                    <a:pt x="8060" y="4495"/>
                  </a:lnTo>
                  <a:lnTo>
                    <a:pt x="7962" y="4446"/>
                  </a:lnTo>
                  <a:lnTo>
                    <a:pt x="7865" y="4397"/>
                  </a:lnTo>
                  <a:lnTo>
                    <a:pt x="7767" y="4324"/>
                  </a:lnTo>
                  <a:lnTo>
                    <a:pt x="7694" y="4250"/>
                  </a:lnTo>
                  <a:lnTo>
                    <a:pt x="7645" y="4153"/>
                  </a:lnTo>
                  <a:lnTo>
                    <a:pt x="7596" y="4031"/>
                  </a:lnTo>
                  <a:lnTo>
                    <a:pt x="7596" y="3908"/>
                  </a:lnTo>
                  <a:lnTo>
                    <a:pt x="7596" y="3786"/>
                  </a:lnTo>
                  <a:lnTo>
                    <a:pt x="7645" y="3689"/>
                  </a:lnTo>
                  <a:lnTo>
                    <a:pt x="7694" y="3591"/>
                  </a:lnTo>
                  <a:lnTo>
                    <a:pt x="7767" y="3493"/>
                  </a:lnTo>
                  <a:lnTo>
                    <a:pt x="7865" y="3420"/>
                  </a:lnTo>
                  <a:lnTo>
                    <a:pt x="7962" y="3371"/>
                  </a:lnTo>
                  <a:lnTo>
                    <a:pt x="8060" y="3347"/>
                  </a:lnTo>
                  <a:lnTo>
                    <a:pt x="8182" y="3322"/>
                  </a:lnTo>
                  <a:close/>
                  <a:moveTo>
                    <a:pt x="9086" y="4763"/>
                  </a:moveTo>
                  <a:lnTo>
                    <a:pt x="9159" y="4788"/>
                  </a:lnTo>
                  <a:lnTo>
                    <a:pt x="9281" y="4885"/>
                  </a:lnTo>
                  <a:lnTo>
                    <a:pt x="9354" y="5007"/>
                  </a:lnTo>
                  <a:lnTo>
                    <a:pt x="9379" y="5081"/>
                  </a:lnTo>
                  <a:lnTo>
                    <a:pt x="9379" y="5154"/>
                  </a:lnTo>
                  <a:lnTo>
                    <a:pt x="9379" y="5227"/>
                  </a:lnTo>
                  <a:lnTo>
                    <a:pt x="9354" y="5301"/>
                  </a:lnTo>
                  <a:lnTo>
                    <a:pt x="9281" y="5423"/>
                  </a:lnTo>
                  <a:lnTo>
                    <a:pt x="9159" y="5520"/>
                  </a:lnTo>
                  <a:lnTo>
                    <a:pt x="9086" y="5545"/>
                  </a:lnTo>
                  <a:lnTo>
                    <a:pt x="8915" y="5545"/>
                  </a:lnTo>
                  <a:lnTo>
                    <a:pt x="8842" y="5520"/>
                  </a:lnTo>
                  <a:lnTo>
                    <a:pt x="8719" y="5423"/>
                  </a:lnTo>
                  <a:lnTo>
                    <a:pt x="8646" y="5301"/>
                  </a:lnTo>
                  <a:lnTo>
                    <a:pt x="8622" y="5227"/>
                  </a:lnTo>
                  <a:lnTo>
                    <a:pt x="8597" y="5154"/>
                  </a:lnTo>
                  <a:lnTo>
                    <a:pt x="8622" y="5081"/>
                  </a:lnTo>
                  <a:lnTo>
                    <a:pt x="8646" y="5007"/>
                  </a:lnTo>
                  <a:lnTo>
                    <a:pt x="8719" y="4885"/>
                  </a:lnTo>
                  <a:lnTo>
                    <a:pt x="8842" y="4788"/>
                  </a:lnTo>
                  <a:lnTo>
                    <a:pt x="8915" y="4763"/>
                  </a:lnTo>
                  <a:close/>
                  <a:moveTo>
                    <a:pt x="2540" y="11309"/>
                  </a:moveTo>
                  <a:lnTo>
                    <a:pt x="2760" y="11675"/>
                  </a:lnTo>
                  <a:lnTo>
                    <a:pt x="3029" y="12041"/>
                  </a:lnTo>
                  <a:lnTo>
                    <a:pt x="3298" y="12408"/>
                  </a:lnTo>
                  <a:lnTo>
                    <a:pt x="3615" y="12750"/>
                  </a:lnTo>
                  <a:lnTo>
                    <a:pt x="3908" y="12994"/>
                  </a:lnTo>
                  <a:lnTo>
                    <a:pt x="4177" y="13238"/>
                  </a:lnTo>
                  <a:lnTo>
                    <a:pt x="3762" y="13482"/>
                  </a:lnTo>
                  <a:lnTo>
                    <a:pt x="3371" y="13678"/>
                  </a:lnTo>
                  <a:lnTo>
                    <a:pt x="3029" y="13824"/>
                  </a:lnTo>
                  <a:lnTo>
                    <a:pt x="2687" y="13922"/>
                  </a:lnTo>
                  <a:lnTo>
                    <a:pt x="2418" y="13995"/>
                  </a:lnTo>
                  <a:lnTo>
                    <a:pt x="2174" y="13995"/>
                  </a:lnTo>
                  <a:lnTo>
                    <a:pt x="2076" y="13971"/>
                  </a:lnTo>
                  <a:lnTo>
                    <a:pt x="1979" y="13946"/>
                  </a:lnTo>
                  <a:lnTo>
                    <a:pt x="1905" y="13897"/>
                  </a:lnTo>
                  <a:lnTo>
                    <a:pt x="1832" y="13849"/>
                  </a:lnTo>
                  <a:lnTo>
                    <a:pt x="1759" y="13775"/>
                  </a:lnTo>
                  <a:lnTo>
                    <a:pt x="1734" y="13678"/>
                  </a:lnTo>
                  <a:lnTo>
                    <a:pt x="1686" y="13580"/>
                  </a:lnTo>
                  <a:lnTo>
                    <a:pt x="1686" y="13482"/>
                  </a:lnTo>
                  <a:lnTo>
                    <a:pt x="1686" y="13214"/>
                  </a:lnTo>
                  <a:lnTo>
                    <a:pt x="1759" y="12921"/>
                  </a:lnTo>
                  <a:lnTo>
                    <a:pt x="1881" y="12554"/>
                  </a:lnTo>
                  <a:lnTo>
                    <a:pt x="2052" y="12188"/>
                  </a:lnTo>
                  <a:lnTo>
                    <a:pt x="2272" y="11748"/>
                  </a:lnTo>
                  <a:lnTo>
                    <a:pt x="2540" y="11309"/>
                  </a:lnTo>
                  <a:close/>
                  <a:moveTo>
                    <a:pt x="15362" y="1"/>
                  </a:moveTo>
                  <a:lnTo>
                    <a:pt x="15094" y="25"/>
                  </a:lnTo>
                  <a:lnTo>
                    <a:pt x="14801" y="74"/>
                  </a:lnTo>
                  <a:lnTo>
                    <a:pt x="14483" y="172"/>
                  </a:lnTo>
                  <a:lnTo>
                    <a:pt x="14141" y="294"/>
                  </a:lnTo>
                  <a:lnTo>
                    <a:pt x="13775" y="440"/>
                  </a:lnTo>
                  <a:lnTo>
                    <a:pt x="13384" y="611"/>
                  </a:lnTo>
                  <a:lnTo>
                    <a:pt x="12993" y="831"/>
                  </a:lnTo>
                  <a:lnTo>
                    <a:pt x="12578" y="1051"/>
                  </a:lnTo>
                  <a:lnTo>
                    <a:pt x="11699" y="1613"/>
                  </a:lnTo>
                  <a:lnTo>
                    <a:pt x="10747" y="2272"/>
                  </a:lnTo>
                  <a:lnTo>
                    <a:pt x="10307" y="2101"/>
                  </a:lnTo>
                  <a:lnTo>
                    <a:pt x="9843" y="1955"/>
                  </a:lnTo>
                  <a:lnTo>
                    <a:pt x="9379" y="1857"/>
                  </a:lnTo>
                  <a:lnTo>
                    <a:pt x="8915" y="1784"/>
                  </a:lnTo>
                  <a:lnTo>
                    <a:pt x="8451" y="1735"/>
                  </a:lnTo>
                  <a:lnTo>
                    <a:pt x="7962" y="1735"/>
                  </a:lnTo>
                  <a:lnTo>
                    <a:pt x="7498" y="1784"/>
                  </a:lnTo>
                  <a:lnTo>
                    <a:pt x="7034" y="1832"/>
                  </a:lnTo>
                  <a:lnTo>
                    <a:pt x="6570" y="1930"/>
                  </a:lnTo>
                  <a:lnTo>
                    <a:pt x="6106" y="2077"/>
                  </a:lnTo>
                  <a:lnTo>
                    <a:pt x="5667" y="2248"/>
                  </a:lnTo>
                  <a:lnTo>
                    <a:pt x="5227" y="2443"/>
                  </a:lnTo>
                  <a:lnTo>
                    <a:pt x="4787" y="2687"/>
                  </a:lnTo>
                  <a:lnTo>
                    <a:pt x="4397" y="2980"/>
                  </a:lnTo>
                  <a:lnTo>
                    <a:pt x="4006" y="3273"/>
                  </a:lnTo>
                  <a:lnTo>
                    <a:pt x="3615" y="3615"/>
                  </a:lnTo>
                  <a:lnTo>
                    <a:pt x="3273" y="4006"/>
                  </a:lnTo>
                  <a:lnTo>
                    <a:pt x="2980" y="4397"/>
                  </a:lnTo>
                  <a:lnTo>
                    <a:pt x="2687" y="4788"/>
                  </a:lnTo>
                  <a:lnTo>
                    <a:pt x="2443" y="5227"/>
                  </a:lnTo>
                  <a:lnTo>
                    <a:pt x="2247" y="5667"/>
                  </a:lnTo>
                  <a:lnTo>
                    <a:pt x="2076" y="6107"/>
                  </a:lnTo>
                  <a:lnTo>
                    <a:pt x="1930" y="6571"/>
                  </a:lnTo>
                  <a:lnTo>
                    <a:pt x="1832" y="7035"/>
                  </a:lnTo>
                  <a:lnTo>
                    <a:pt x="1783" y="7499"/>
                  </a:lnTo>
                  <a:lnTo>
                    <a:pt x="1734" y="7963"/>
                  </a:lnTo>
                  <a:lnTo>
                    <a:pt x="1734" y="8451"/>
                  </a:lnTo>
                  <a:lnTo>
                    <a:pt x="1783" y="8915"/>
                  </a:lnTo>
                  <a:lnTo>
                    <a:pt x="1857" y="9379"/>
                  </a:lnTo>
                  <a:lnTo>
                    <a:pt x="1954" y="9843"/>
                  </a:lnTo>
                  <a:lnTo>
                    <a:pt x="2101" y="10307"/>
                  </a:lnTo>
                  <a:lnTo>
                    <a:pt x="2272" y="10747"/>
                  </a:lnTo>
                  <a:lnTo>
                    <a:pt x="1612" y="11699"/>
                  </a:lnTo>
                  <a:lnTo>
                    <a:pt x="1051" y="12579"/>
                  </a:lnTo>
                  <a:lnTo>
                    <a:pt x="831" y="12994"/>
                  </a:lnTo>
                  <a:lnTo>
                    <a:pt x="611" y="13385"/>
                  </a:lnTo>
                  <a:lnTo>
                    <a:pt x="440" y="13775"/>
                  </a:lnTo>
                  <a:lnTo>
                    <a:pt x="293" y="14142"/>
                  </a:lnTo>
                  <a:lnTo>
                    <a:pt x="171" y="14484"/>
                  </a:lnTo>
                  <a:lnTo>
                    <a:pt x="74" y="14801"/>
                  </a:lnTo>
                  <a:lnTo>
                    <a:pt x="25" y="15094"/>
                  </a:lnTo>
                  <a:lnTo>
                    <a:pt x="0" y="15363"/>
                  </a:lnTo>
                  <a:lnTo>
                    <a:pt x="0" y="15583"/>
                  </a:lnTo>
                  <a:lnTo>
                    <a:pt x="49" y="15802"/>
                  </a:lnTo>
                  <a:lnTo>
                    <a:pt x="123" y="15973"/>
                  </a:lnTo>
                  <a:lnTo>
                    <a:pt x="245" y="16120"/>
                  </a:lnTo>
                  <a:lnTo>
                    <a:pt x="342" y="16218"/>
                  </a:lnTo>
                  <a:lnTo>
                    <a:pt x="489" y="16291"/>
                  </a:lnTo>
                  <a:lnTo>
                    <a:pt x="635" y="16340"/>
                  </a:lnTo>
                  <a:lnTo>
                    <a:pt x="806" y="16364"/>
                  </a:lnTo>
                  <a:lnTo>
                    <a:pt x="1173" y="16364"/>
                  </a:lnTo>
                  <a:lnTo>
                    <a:pt x="1393" y="16315"/>
                  </a:lnTo>
                  <a:lnTo>
                    <a:pt x="1637" y="16267"/>
                  </a:lnTo>
                  <a:lnTo>
                    <a:pt x="2150" y="16120"/>
                  </a:lnTo>
                  <a:lnTo>
                    <a:pt x="2711" y="15876"/>
                  </a:lnTo>
                  <a:lnTo>
                    <a:pt x="3322" y="15583"/>
                  </a:lnTo>
                  <a:lnTo>
                    <a:pt x="3957" y="15192"/>
                  </a:lnTo>
                  <a:lnTo>
                    <a:pt x="4665" y="14752"/>
                  </a:lnTo>
                  <a:lnTo>
                    <a:pt x="5373" y="14264"/>
                  </a:lnTo>
                  <a:lnTo>
                    <a:pt x="6131" y="13702"/>
                  </a:lnTo>
                  <a:lnTo>
                    <a:pt x="6912" y="13092"/>
                  </a:lnTo>
                  <a:lnTo>
                    <a:pt x="7718" y="12432"/>
                  </a:lnTo>
                  <a:lnTo>
                    <a:pt x="8524" y="11724"/>
                  </a:lnTo>
                  <a:lnTo>
                    <a:pt x="9330" y="10967"/>
                  </a:lnTo>
                  <a:lnTo>
                    <a:pt x="10160" y="10161"/>
                  </a:lnTo>
                  <a:lnTo>
                    <a:pt x="10966" y="9330"/>
                  </a:lnTo>
                  <a:lnTo>
                    <a:pt x="11723" y="8524"/>
                  </a:lnTo>
                  <a:lnTo>
                    <a:pt x="12432" y="7718"/>
                  </a:lnTo>
                  <a:lnTo>
                    <a:pt x="13091" y="6912"/>
                  </a:lnTo>
                  <a:lnTo>
                    <a:pt x="13702" y="6131"/>
                  </a:lnTo>
                  <a:lnTo>
                    <a:pt x="14263" y="5374"/>
                  </a:lnTo>
                  <a:lnTo>
                    <a:pt x="14752" y="4666"/>
                  </a:lnTo>
                  <a:lnTo>
                    <a:pt x="15192" y="3957"/>
                  </a:lnTo>
                  <a:lnTo>
                    <a:pt x="15582" y="3322"/>
                  </a:lnTo>
                  <a:lnTo>
                    <a:pt x="15875" y="2712"/>
                  </a:lnTo>
                  <a:lnTo>
                    <a:pt x="16120" y="2150"/>
                  </a:lnTo>
                  <a:lnTo>
                    <a:pt x="16266" y="1637"/>
                  </a:lnTo>
                  <a:lnTo>
                    <a:pt x="16315" y="1393"/>
                  </a:lnTo>
                  <a:lnTo>
                    <a:pt x="16364" y="1173"/>
                  </a:lnTo>
                  <a:lnTo>
                    <a:pt x="16364" y="978"/>
                  </a:lnTo>
                  <a:lnTo>
                    <a:pt x="16364" y="807"/>
                  </a:lnTo>
                  <a:lnTo>
                    <a:pt x="16339" y="636"/>
                  </a:lnTo>
                  <a:lnTo>
                    <a:pt x="16291" y="489"/>
                  </a:lnTo>
                  <a:lnTo>
                    <a:pt x="16217" y="343"/>
                  </a:lnTo>
                  <a:lnTo>
                    <a:pt x="16120" y="245"/>
                  </a:lnTo>
                  <a:lnTo>
                    <a:pt x="15973" y="123"/>
                  </a:lnTo>
                  <a:lnTo>
                    <a:pt x="15802" y="50"/>
                  </a:lnTo>
                  <a:lnTo>
                    <a:pt x="15582"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5" name="Google Shape;805;p31"/>
          <p:cNvGrpSpPr/>
          <p:nvPr/>
        </p:nvGrpSpPr>
        <p:grpSpPr>
          <a:xfrm>
            <a:off x="347223" y="3756666"/>
            <a:ext cx="370599" cy="370620"/>
            <a:chOff x="570875" y="4322250"/>
            <a:chExt cx="443300" cy="443325"/>
          </a:xfrm>
        </p:grpSpPr>
        <p:sp>
          <p:nvSpPr>
            <p:cNvPr id="806" name="Google Shape;806;p31"/>
            <p:cNvSpPr/>
            <p:nvPr/>
          </p:nvSpPr>
          <p:spPr>
            <a:xfrm>
              <a:off x="570875" y="4322250"/>
              <a:ext cx="443300" cy="443325"/>
            </a:xfrm>
            <a:custGeom>
              <a:rect b="b" l="l" r="r" t="t"/>
              <a:pathLst>
                <a:path extrusionOk="0" h="17733" w="17732">
                  <a:moveTo>
                    <a:pt x="13091" y="2712"/>
                  </a:moveTo>
                  <a:lnTo>
                    <a:pt x="13286" y="2736"/>
                  </a:lnTo>
                  <a:lnTo>
                    <a:pt x="13506" y="2785"/>
                  </a:lnTo>
                  <a:lnTo>
                    <a:pt x="13702" y="2858"/>
                  </a:lnTo>
                  <a:lnTo>
                    <a:pt x="13873" y="2956"/>
                  </a:lnTo>
                  <a:lnTo>
                    <a:pt x="14068" y="3054"/>
                  </a:lnTo>
                  <a:lnTo>
                    <a:pt x="14239" y="3176"/>
                  </a:lnTo>
                  <a:lnTo>
                    <a:pt x="14410" y="3323"/>
                  </a:lnTo>
                  <a:lnTo>
                    <a:pt x="14556" y="3493"/>
                  </a:lnTo>
                  <a:lnTo>
                    <a:pt x="14679" y="3664"/>
                  </a:lnTo>
                  <a:lnTo>
                    <a:pt x="14776" y="3860"/>
                  </a:lnTo>
                  <a:lnTo>
                    <a:pt x="14874" y="4031"/>
                  </a:lnTo>
                  <a:lnTo>
                    <a:pt x="14947" y="4226"/>
                  </a:lnTo>
                  <a:lnTo>
                    <a:pt x="14996" y="4446"/>
                  </a:lnTo>
                  <a:lnTo>
                    <a:pt x="15021" y="4641"/>
                  </a:lnTo>
                  <a:lnTo>
                    <a:pt x="15021" y="4861"/>
                  </a:lnTo>
                  <a:lnTo>
                    <a:pt x="15021" y="5057"/>
                  </a:lnTo>
                  <a:lnTo>
                    <a:pt x="14996" y="5252"/>
                  </a:lnTo>
                  <a:lnTo>
                    <a:pt x="14947" y="5472"/>
                  </a:lnTo>
                  <a:lnTo>
                    <a:pt x="14874" y="5667"/>
                  </a:lnTo>
                  <a:lnTo>
                    <a:pt x="14776" y="5838"/>
                  </a:lnTo>
                  <a:lnTo>
                    <a:pt x="14679" y="6033"/>
                  </a:lnTo>
                  <a:lnTo>
                    <a:pt x="14556" y="6204"/>
                  </a:lnTo>
                  <a:lnTo>
                    <a:pt x="14410" y="6375"/>
                  </a:lnTo>
                  <a:lnTo>
                    <a:pt x="13433" y="7328"/>
                  </a:lnTo>
                  <a:lnTo>
                    <a:pt x="13311" y="7426"/>
                  </a:lnTo>
                  <a:lnTo>
                    <a:pt x="13189" y="7499"/>
                  </a:lnTo>
                  <a:lnTo>
                    <a:pt x="13042" y="7548"/>
                  </a:lnTo>
                  <a:lnTo>
                    <a:pt x="12871" y="7572"/>
                  </a:lnTo>
                  <a:lnTo>
                    <a:pt x="12725" y="7548"/>
                  </a:lnTo>
                  <a:lnTo>
                    <a:pt x="12578" y="7499"/>
                  </a:lnTo>
                  <a:lnTo>
                    <a:pt x="12456" y="7426"/>
                  </a:lnTo>
                  <a:lnTo>
                    <a:pt x="12334" y="7328"/>
                  </a:lnTo>
                  <a:lnTo>
                    <a:pt x="10405" y="5398"/>
                  </a:lnTo>
                  <a:lnTo>
                    <a:pt x="10307" y="5276"/>
                  </a:lnTo>
                  <a:lnTo>
                    <a:pt x="10234" y="5154"/>
                  </a:lnTo>
                  <a:lnTo>
                    <a:pt x="10185" y="5008"/>
                  </a:lnTo>
                  <a:lnTo>
                    <a:pt x="10160" y="4861"/>
                  </a:lnTo>
                  <a:lnTo>
                    <a:pt x="10185" y="4690"/>
                  </a:lnTo>
                  <a:lnTo>
                    <a:pt x="10234" y="4544"/>
                  </a:lnTo>
                  <a:lnTo>
                    <a:pt x="10307" y="4422"/>
                  </a:lnTo>
                  <a:lnTo>
                    <a:pt x="10405" y="4299"/>
                  </a:lnTo>
                  <a:lnTo>
                    <a:pt x="11357" y="3323"/>
                  </a:lnTo>
                  <a:lnTo>
                    <a:pt x="11528" y="3176"/>
                  </a:lnTo>
                  <a:lnTo>
                    <a:pt x="11699" y="3054"/>
                  </a:lnTo>
                  <a:lnTo>
                    <a:pt x="11894" y="2956"/>
                  </a:lnTo>
                  <a:lnTo>
                    <a:pt x="12065" y="2858"/>
                  </a:lnTo>
                  <a:lnTo>
                    <a:pt x="12261" y="2785"/>
                  </a:lnTo>
                  <a:lnTo>
                    <a:pt x="12481" y="2736"/>
                  </a:lnTo>
                  <a:lnTo>
                    <a:pt x="12676" y="2712"/>
                  </a:lnTo>
                  <a:close/>
                  <a:moveTo>
                    <a:pt x="8377" y="8867"/>
                  </a:moveTo>
                  <a:lnTo>
                    <a:pt x="8475" y="8891"/>
                  </a:lnTo>
                  <a:lnTo>
                    <a:pt x="8548" y="8915"/>
                  </a:lnTo>
                  <a:lnTo>
                    <a:pt x="8646" y="8964"/>
                  </a:lnTo>
                  <a:lnTo>
                    <a:pt x="8719" y="9013"/>
                  </a:lnTo>
                  <a:lnTo>
                    <a:pt x="8768" y="9086"/>
                  </a:lnTo>
                  <a:lnTo>
                    <a:pt x="8817" y="9184"/>
                  </a:lnTo>
                  <a:lnTo>
                    <a:pt x="8841" y="9257"/>
                  </a:lnTo>
                  <a:lnTo>
                    <a:pt x="8866" y="9355"/>
                  </a:lnTo>
                  <a:lnTo>
                    <a:pt x="8841" y="9453"/>
                  </a:lnTo>
                  <a:lnTo>
                    <a:pt x="8817" y="9550"/>
                  </a:lnTo>
                  <a:lnTo>
                    <a:pt x="8768" y="9624"/>
                  </a:lnTo>
                  <a:lnTo>
                    <a:pt x="8719" y="9697"/>
                  </a:lnTo>
                  <a:lnTo>
                    <a:pt x="6179" y="12237"/>
                  </a:lnTo>
                  <a:lnTo>
                    <a:pt x="6106" y="12310"/>
                  </a:lnTo>
                  <a:lnTo>
                    <a:pt x="6033" y="12359"/>
                  </a:lnTo>
                  <a:lnTo>
                    <a:pt x="5935" y="12383"/>
                  </a:lnTo>
                  <a:lnTo>
                    <a:pt x="5740" y="12383"/>
                  </a:lnTo>
                  <a:lnTo>
                    <a:pt x="5642" y="12359"/>
                  </a:lnTo>
                  <a:lnTo>
                    <a:pt x="5569" y="12310"/>
                  </a:lnTo>
                  <a:lnTo>
                    <a:pt x="5496" y="12237"/>
                  </a:lnTo>
                  <a:lnTo>
                    <a:pt x="5422" y="12164"/>
                  </a:lnTo>
                  <a:lnTo>
                    <a:pt x="5373" y="12090"/>
                  </a:lnTo>
                  <a:lnTo>
                    <a:pt x="5349" y="11993"/>
                  </a:lnTo>
                  <a:lnTo>
                    <a:pt x="5349" y="11895"/>
                  </a:lnTo>
                  <a:lnTo>
                    <a:pt x="5349" y="11797"/>
                  </a:lnTo>
                  <a:lnTo>
                    <a:pt x="5373" y="11700"/>
                  </a:lnTo>
                  <a:lnTo>
                    <a:pt x="5422" y="11626"/>
                  </a:lnTo>
                  <a:lnTo>
                    <a:pt x="5496" y="11553"/>
                  </a:lnTo>
                  <a:lnTo>
                    <a:pt x="8036" y="9013"/>
                  </a:lnTo>
                  <a:lnTo>
                    <a:pt x="8109" y="8964"/>
                  </a:lnTo>
                  <a:lnTo>
                    <a:pt x="8182" y="8915"/>
                  </a:lnTo>
                  <a:lnTo>
                    <a:pt x="8280" y="8891"/>
                  </a:lnTo>
                  <a:lnTo>
                    <a:pt x="8377" y="8867"/>
                  </a:lnTo>
                  <a:close/>
                  <a:moveTo>
                    <a:pt x="14825" y="1"/>
                  </a:moveTo>
                  <a:lnTo>
                    <a:pt x="14288" y="25"/>
                  </a:lnTo>
                  <a:lnTo>
                    <a:pt x="13751" y="50"/>
                  </a:lnTo>
                  <a:lnTo>
                    <a:pt x="13213" y="123"/>
                  </a:lnTo>
                  <a:lnTo>
                    <a:pt x="12676" y="245"/>
                  </a:lnTo>
                  <a:lnTo>
                    <a:pt x="12163" y="367"/>
                  </a:lnTo>
                  <a:lnTo>
                    <a:pt x="11675" y="538"/>
                  </a:lnTo>
                  <a:lnTo>
                    <a:pt x="11235" y="758"/>
                  </a:lnTo>
                  <a:lnTo>
                    <a:pt x="11015" y="856"/>
                  </a:lnTo>
                  <a:lnTo>
                    <a:pt x="10844" y="1002"/>
                  </a:lnTo>
                  <a:lnTo>
                    <a:pt x="10649" y="1124"/>
                  </a:lnTo>
                  <a:lnTo>
                    <a:pt x="10502" y="1271"/>
                  </a:lnTo>
                  <a:lnTo>
                    <a:pt x="5544" y="6229"/>
                  </a:lnTo>
                  <a:lnTo>
                    <a:pt x="391" y="6229"/>
                  </a:lnTo>
                  <a:lnTo>
                    <a:pt x="245" y="6253"/>
                  </a:lnTo>
                  <a:lnTo>
                    <a:pt x="147" y="6278"/>
                  </a:lnTo>
                  <a:lnTo>
                    <a:pt x="49" y="6327"/>
                  </a:lnTo>
                  <a:lnTo>
                    <a:pt x="0" y="6400"/>
                  </a:lnTo>
                  <a:lnTo>
                    <a:pt x="0" y="6473"/>
                  </a:lnTo>
                  <a:lnTo>
                    <a:pt x="25" y="6571"/>
                  </a:lnTo>
                  <a:lnTo>
                    <a:pt x="74" y="6668"/>
                  </a:lnTo>
                  <a:lnTo>
                    <a:pt x="171" y="6791"/>
                  </a:lnTo>
                  <a:lnTo>
                    <a:pt x="2589" y="9184"/>
                  </a:lnTo>
                  <a:lnTo>
                    <a:pt x="2272" y="9502"/>
                  </a:lnTo>
                  <a:lnTo>
                    <a:pt x="953" y="9746"/>
                  </a:lnTo>
                  <a:lnTo>
                    <a:pt x="806" y="9795"/>
                  </a:lnTo>
                  <a:lnTo>
                    <a:pt x="684" y="9843"/>
                  </a:lnTo>
                  <a:lnTo>
                    <a:pt x="611" y="9941"/>
                  </a:lnTo>
                  <a:lnTo>
                    <a:pt x="562" y="10014"/>
                  </a:lnTo>
                  <a:lnTo>
                    <a:pt x="562" y="10112"/>
                  </a:lnTo>
                  <a:lnTo>
                    <a:pt x="586" y="10234"/>
                  </a:lnTo>
                  <a:lnTo>
                    <a:pt x="635" y="10332"/>
                  </a:lnTo>
                  <a:lnTo>
                    <a:pt x="733" y="10454"/>
                  </a:lnTo>
                  <a:lnTo>
                    <a:pt x="7278" y="16999"/>
                  </a:lnTo>
                  <a:lnTo>
                    <a:pt x="7401" y="17097"/>
                  </a:lnTo>
                  <a:lnTo>
                    <a:pt x="7498" y="17146"/>
                  </a:lnTo>
                  <a:lnTo>
                    <a:pt x="7620" y="17170"/>
                  </a:lnTo>
                  <a:lnTo>
                    <a:pt x="7718" y="17170"/>
                  </a:lnTo>
                  <a:lnTo>
                    <a:pt x="7791" y="17122"/>
                  </a:lnTo>
                  <a:lnTo>
                    <a:pt x="7889" y="17048"/>
                  </a:lnTo>
                  <a:lnTo>
                    <a:pt x="7938" y="16926"/>
                  </a:lnTo>
                  <a:lnTo>
                    <a:pt x="7987" y="16780"/>
                  </a:lnTo>
                  <a:lnTo>
                    <a:pt x="8231" y="15461"/>
                  </a:lnTo>
                  <a:lnTo>
                    <a:pt x="8548" y="15143"/>
                  </a:lnTo>
                  <a:lnTo>
                    <a:pt x="10942" y="17561"/>
                  </a:lnTo>
                  <a:lnTo>
                    <a:pt x="11064" y="17659"/>
                  </a:lnTo>
                  <a:lnTo>
                    <a:pt x="11162" y="17708"/>
                  </a:lnTo>
                  <a:lnTo>
                    <a:pt x="11259" y="17732"/>
                  </a:lnTo>
                  <a:lnTo>
                    <a:pt x="11333" y="17732"/>
                  </a:lnTo>
                  <a:lnTo>
                    <a:pt x="11406" y="17683"/>
                  </a:lnTo>
                  <a:lnTo>
                    <a:pt x="11455" y="17586"/>
                  </a:lnTo>
                  <a:lnTo>
                    <a:pt x="11479" y="17488"/>
                  </a:lnTo>
                  <a:lnTo>
                    <a:pt x="11504" y="17341"/>
                  </a:lnTo>
                  <a:lnTo>
                    <a:pt x="11504" y="12188"/>
                  </a:lnTo>
                  <a:lnTo>
                    <a:pt x="16461" y="7230"/>
                  </a:lnTo>
                  <a:lnTo>
                    <a:pt x="16608" y="7084"/>
                  </a:lnTo>
                  <a:lnTo>
                    <a:pt x="16730" y="6888"/>
                  </a:lnTo>
                  <a:lnTo>
                    <a:pt x="16877" y="6693"/>
                  </a:lnTo>
                  <a:lnTo>
                    <a:pt x="16974" y="6498"/>
                  </a:lnTo>
                  <a:lnTo>
                    <a:pt x="17194" y="6058"/>
                  </a:lnTo>
                  <a:lnTo>
                    <a:pt x="17365" y="5569"/>
                  </a:lnTo>
                  <a:lnTo>
                    <a:pt x="17487" y="5057"/>
                  </a:lnTo>
                  <a:lnTo>
                    <a:pt x="17609" y="4519"/>
                  </a:lnTo>
                  <a:lnTo>
                    <a:pt x="17683" y="3982"/>
                  </a:lnTo>
                  <a:lnTo>
                    <a:pt x="17707" y="3445"/>
                  </a:lnTo>
                  <a:lnTo>
                    <a:pt x="17731" y="2907"/>
                  </a:lnTo>
                  <a:lnTo>
                    <a:pt x="17731" y="2419"/>
                  </a:lnTo>
                  <a:lnTo>
                    <a:pt x="17707" y="1955"/>
                  </a:lnTo>
                  <a:lnTo>
                    <a:pt x="17658" y="1515"/>
                  </a:lnTo>
                  <a:lnTo>
                    <a:pt x="17585" y="1149"/>
                  </a:lnTo>
                  <a:lnTo>
                    <a:pt x="17512" y="831"/>
                  </a:lnTo>
                  <a:lnTo>
                    <a:pt x="17414" y="587"/>
                  </a:lnTo>
                  <a:lnTo>
                    <a:pt x="17341" y="489"/>
                  </a:lnTo>
                  <a:lnTo>
                    <a:pt x="17292" y="441"/>
                  </a:lnTo>
                  <a:lnTo>
                    <a:pt x="17243" y="392"/>
                  </a:lnTo>
                  <a:lnTo>
                    <a:pt x="17145" y="318"/>
                  </a:lnTo>
                  <a:lnTo>
                    <a:pt x="16901" y="221"/>
                  </a:lnTo>
                  <a:lnTo>
                    <a:pt x="16584" y="148"/>
                  </a:lnTo>
                  <a:lnTo>
                    <a:pt x="16217" y="74"/>
                  </a:lnTo>
                  <a:lnTo>
                    <a:pt x="15778" y="25"/>
                  </a:lnTo>
                  <a:lnTo>
                    <a:pt x="15314"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31"/>
            <p:cNvSpPr/>
            <p:nvPr/>
          </p:nvSpPr>
          <p:spPr>
            <a:xfrm>
              <a:off x="597725" y="4665400"/>
              <a:ext cx="73300" cy="73300"/>
            </a:xfrm>
            <a:custGeom>
              <a:rect b="b" l="l" r="r" t="t"/>
              <a:pathLst>
                <a:path extrusionOk="0" h="2932" w="2932">
                  <a:moveTo>
                    <a:pt x="2028" y="1"/>
                  </a:moveTo>
                  <a:lnTo>
                    <a:pt x="1857" y="25"/>
                  </a:lnTo>
                  <a:lnTo>
                    <a:pt x="1686" y="74"/>
                  </a:lnTo>
                  <a:lnTo>
                    <a:pt x="1515" y="147"/>
                  </a:lnTo>
                  <a:lnTo>
                    <a:pt x="1369" y="269"/>
                  </a:lnTo>
                  <a:lnTo>
                    <a:pt x="1222" y="489"/>
                  </a:lnTo>
                  <a:lnTo>
                    <a:pt x="1002" y="831"/>
                  </a:lnTo>
                  <a:lnTo>
                    <a:pt x="563" y="1735"/>
                  </a:lnTo>
                  <a:lnTo>
                    <a:pt x="172" y="2565"/>
                  </a:lnTo>
                  <a:lnTo>
                    <a:pt x="1" y="2932"/>
                  </a:lnTo>
                  <a:lnTo>
                    <a:pt x="1" y="2932"/>
                  </a:lnTo>
                  <a:lnTo>
                    <a:pt x="367" y="2761"/>
                  </a:lnTo>
                  <a:lnTo>
                    <a:pt x="1198" y="2370"/>
                  </a:lnTo>
                  <a:lnTo>
                    <a:pt x="2101" y="1930"/>
                  </a:lnTo>
                  <a:lnTo>
                    <a:pt x="2443" y="1710"/>
                  </a:lnTo>
                  <a:lnTo>
                    <a:pt x="2663" y="1564"/>
                  </a:lnTo>
                  <a:lnTo>
                    <a:pt x="2785" y="1417"/>
                  </a:lnTo>
                  <a:lnTo>
                    <a:pt x="2858" y="1246"/>
                  </a:lnTo>
                  <a:lnTo>
                    <a:pt x="2907" y="1075"/>
                  </a:lnTo>
                  <a:lnTo>
                    <a:pt x="2932" y="904"/>
                  </a:lnTo>
                  <a:lnTo>
                    <a:pt x="2907" y="733"/>
                  </a:lnTo>
                  <a:lnTo>
                    <a:pt x="2858" y="562"/>
                  </a:lnTo>
                  <a:lnTo>
                    <a:pt x="2785" y="416"/>
                  </a:lnTo>
                  <a:lnTo>
                    <a:pt x="2663" y="269"/>
                  </a:lnTo>
                  <a:lnTo>
                    <a:pt x="2517" y="147"/>
                  </a:lnTo>
                  <a:lnTo>
                    <a:pt x="2370" y="74"/>
                  </a:lnTo>
                  <a:lnTo>
                    <a:pt x="2199" y="25"/>
                  </a:lnTo>
                  <a:lnTo>
                    <a:pt x="2028"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31"/>
            <p:cNvSpPr/>
            <p:nvPr/>
          </p:nvSpPr>
          <p:spPr>
            <a:xfrm>
              <a:off x="654525" y="4708150"/>
              <a:ext cx="47025" cy="47025"/>
            </a:xfrm>
            <a:custGeom>
              <a:rect b="b" l="l" r="r" t="t"/>
              <a:pathLst>
                <a:path extrusionOk="0" h="1881" w="1881">
                  <a:moveTo>
                    <a:pt x="1124" y="0"/>
                  </a:moveTo>
                  <a:lnTo>
                    <a:pt x="977" y="25"/>
                  </a:lnTo>
                  <a:lnTo>
                    <a:pt x="831" y="74"/>
                  </a:lnTo>
                  <a:lnTo>
                    <a:pt x="709" y="147"/>
                  </a:lnTo>
                  <a:lnTo>
                    <a:pt x="586" y="245"/>
                  </a:lnTo>
                  <a:lnTo>
                    <a:pt x="464" y="391"/>
                  </a:lnTo>
                  <a:lnTo>
                    <a:pt x="367" y="611"/>
                  </a:lnTo>
                  <a:lnTo>
                    <a:pt x="269" y="880"/>
                  </a:lnTo>
                  <a:lnTo>
                    <a:pt x="171" y="1173"/>
                  </a:lnTo>
                  <a:lnTo>
                    <a:pt x="49" y="1686"/>
                  </a:lnTo>
                  <a:lnTo>
                    <a:pt x="0" y="1881"/>
                  </a:lnTo>
                  <a:lnTo>
                    <a:pt x="0" y="1881"/>
                  </a:lnTo>
                  <a:lnTo>
                    <a:pt x="220" y="1857"/>
                  </a:lnTo>
                  <a:lnTo>
                    <a:pt x="733" y="1710"/>
                  </a:lnTo>
                  <a:lnTo>
                    <a:pt x="1002" y="1637"/>
                  </a:lnTo>
                  <a:lnTo>
                    <a:pt x="1270" y="1539"/>
                  </a:lnTo>
                  <a:lnTo>
                    <a:pt x="1515" y="1417"/>
                  </a:lnTo>
                  <a:lnTo>
                    <a:pt x="1661" y="1319"/>
                  </a:lnTo>
                  <a:lnTo>
                    <a:pt x="1759" y="1197"/>
                  </a:lnTo>
                  <a:lnTo>
                    <a:pt x="1832" y="1051"/>
                  </a:lnTo>
                  <a:lnTo>
                    <a:pt x="1881" y="928"/>
                  </a:lnTo>
                  <a:lnTo>
                    <a:pt x="1881" y="782"/>
                  </a:lnTo>
                  <a:lnTo>
                    <a:pt x="1881" y="635"/>
                  </a:lnTo>
                  <a:lnTo>
                    <a:pt x="1832" y="489"/>
                  </a:lnTo>
                  <a:lnTo>
                    <a:pt x="1759" y="367"/>
                  </a:lnTo>
                  <a:lnTo>
                    <a:pt x="1661" y="245"/>
                  </a:lnTo>
                  <a:lnTo>
                    <a:pt x="1539" y="147"/>
                  </a:lnTo>
                  <a:lnTo>
                    <a:pt x="1417" y="74"/>
                  </a:lnTo>
                  <a:lnTo>
                    <a:pt x="1270" y="25"/>
                  </a:lnTo>
                  <a:lnTo>
                    <a:pt x="1124"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31"/>
            <p:cNvSpPr/>
            <p:nvPr/>
          </p:nvSpPr>
          <p:spPr>
            <a:xfrm>
              <a:off x="581250" y="4634875"/>
              <a:ext cx="47050" cy="47050"/>
            </a:xfrm>
            <a:custGeom>
              <a:rect b="b" l="l" r="r" t="t"/>
              <a:pathLst>
                <a:path extrusionOk="0" h="1882" w="1882">
                  <a:moveTo>
                    <a:pt x="953" y="1"/>
                  </a:moveTo>
                  <a:lnTo>
                    <a:pt x="831" y="49"/>
                  </a:lnTo>
                  <a:lnTo>
                    <a:pt x="684" y="123"/>
                  </a:lnTo>
                  <a:lnTo>
                    <a:pt x="562" y="220"/>
                  </a:lnTo>
                  <a:lnTo>
                    <a:pt x="465" y="367"/>
                  </a:lnTo>
                  <a:lnTo>
                    <a:pt x="342" y="611"/>
                  </a:lnTo>
                  <a:lnTo>
                    <a:pt x="245" y="880"/>
                  </a:lnTo>
                  <a:lnTo>
                    <a:pt x="171" y="1148"/>
                  </a:lnTo>
                  <a:lnTo>
                    <a:pt x="25" y="1661"/>
                  </a:lnTo>
                  <a:lnTo>
                    <a:pt x="1" y="1881"/>
                  </a:lnTo>
                  <a:lnTo>
                    <a:pt x="196" y="1832"/>
                  </a:lnTo>
                  <a:lnTo>
                    <a:pt x="709" y="1710"/>
                  </a:lnTo>
                  <a:lnTo>
                    <a:pt x="1002" y="1613"/>
                  </a:lnTo>
                  <a:lnTo>
                    <a:pt x="1271" y="1515"/>
                  </a:lnTo>
                  <a:lnTo>
                    <a:pt x="1490" y="1417"/>
                  </a:lnTo>
                  <a:lnTo>
                    <a:pt x="1637" y="1295"/>
                  </a:lnTo>
                  <a:lnTo>
                    <a:pt x="1735" y="1173"/>
                  </a:lnTo>
                  <a:lnTo>
                    <a:pt x="1808" y="1051"/>
                  </a:lnTo>
                  <a:lnTo>
                    <a:pt x="1857" y="904"/>
                  </a:lnTo>
                  <a:lnTo>
                    <a:pt x="1881" y="758"/>
                  </a:lnTo>
                  <a:lnTo>
                    <a:pt x="1857" y="611"/>
                  </a:lnTo>
                  <a:lnTo>
                    <a:pt x="1808" y="465"/>
                  </a:lnTo>
                  <a:lnTo>
                    <a:pt x="1735" y="343"/>
                  </a:lnTo>
                  <a:lnTo>
                    <a:pt x="1637" y="220"/>
                  </a:lnTo>
                  <a:lnTo>
                    <a:pt x="1515" y="123"/>
                  </a:lnTo>
                  <a:lnTo>
                    <a:pt x="1393" y="49"/>
                  </a:lnTo>
                  <a:lnTo>
                    <a:pt x="1246"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0" name="Google Shape;810;p31"/>
          <p:cNvSpPr/>
          <p:nvPr/>
        </p:nvSpPr>
        <p:spPr>
          <a:xfrm>
            <a:off x="895469" y="3828789"/>
            <a:ext cx="401238" cy="226661"/>
          </a:xfrm>
          <a:custGeom>
            <a:rect b="b" l="l" r="r" t="t"/>
            <a:pathLst>
              <a:path extrusionOk="0" h="10845" w="19198">
                <a:moveTo>
                  <a:pt x="7572" y="1"/>
                </a:moveTo>
                <a:lnTo>
                  <a:pt x="7108" y="25"/>
                </a:lnTo>
                <a:lnTo>
                  <a:pt x="6668" y="98"/>
                </a:lnTo>
                <a:lnTo>
                  <a:pt x="6229" y="196"/>
                </a:lnTo>
                <a:lnTo>
                  <a:pt x="5813" y="343"/>
                </a:lnTo>
                <a:lnTo>
                  <a:pt x="5423" y="538"/>
                </a:lnTo>
                <a:lnTo>
                  <a:pt x="5056" y="758"/>
                </a:lnTo>
                <a:lnTo>
                  <a:pt x="4714" y="1026"/>
                </a:lnTo>
                <a:lnTo>
                  <a:pt x="4397" y="1319"/>
                </a:lnTo>
                <a:lnTo>
                  <a:pt x="4104" y="1637"/>
                </a:lnTo>
                <a:lnTo>
                  <a:pt x="3835" y="1979"/>
                </a:lnTo>
                <a:lnTo>
                  <a:pt x="3615" y="2345"/>
                </a:lnTo>
                <a:lnTo>
                  <a:pt x="3420" y="2736"/>
                </a:lnTo>
                <a:lnTo>
                  <a:pt x="3273" y="3151"/>
                </a:lnTo>
                <a:lnTo>
                  <a:pt x="3151" y="3591"/>
                </a:lnTo>
                <a:lnTo>
                  <a:pt x="3102" y="4030"/>
                </a:lnTo>
                <a:lnTo>
                  <a:pt x="3078" y="4494"/>
                </a:lnTo>
                <a:lnTo>
                  <a:pt x="3078" y="4788"/>
                </a:lnTo>
                <a:lnTo>
                  <a:pt x="2712" y="4788"/>
                </a:lnTo>
                <a:lnTo>
                  <a:pt x="2419" y="4836"/>
                </a:lnTo>
                <a:lnTo>
                  <a:pt x="2125" y="4910"/>
                </a:lnTo>
                <a:lnTo>
                  <a:pt x="1832" y="5032"/>
                </a:lnTo>
                <a:lnTo>
                  <a:pt x="1588" y="5154"/>
                </a:lnTo>
                <a:lnTo>
                  <a:pt x="1320" y="5300"/>
                </a:lnTo>
                <a:lnTo>
                  <a:pt x="1100" y="5471"/>
                </a:lnTo>
                <a:lnTo>
                  <a:pt x="880" y="5667"/>
                </a:lnTo>
                <a:lnTo>
                  <a:pt x="685" y="5887"/>
                </a:lnTo>
                <a:lnTo>
                  <a:pt x="514" y="6131"/>
                </a:lnTo>
                <a:lnTo>
                  <a:pt x="367" y="6375"/>
                </a:lnTo>
                <a:lnTo>
                  <a:pt x="220" y="6644"/>
                </a:lnTo>
                <a:lnTo>
                  <a:pt x="123" y="6912"/>
                </a:lnTo>
                <a:lnTo>
                  <a:pt x="50" y="7205"/>
                </a:lnTo>
                <a:lnTo>
                  <a:pt x="1" y="7499"/>
                </a:lnTo>
                <a:lnTo>
                  <a:pt x="1" y="7816"/>
                </a:lnTo>
                <a:lnTo>
                  <a:pt x="1" y="8134"/>
                </a:lnTo>
                <a:lnTo>
                  <a:pt x="50" y="8427"/>
                </a:lnTo>
                <a:lnTo>
                  <a:pt x="123" y="8720"/>
                </a:lnTo>
                <a:lnTo>
                  <a:pt x="220" y="8988"/>
                </a:lnTo>
                <a:lnTo>
                  <a:pt x="367" y="9257"/>
                </a:lnTo>
                <a:lnTo>
                  <a:pt x="514" y="9501"/>
                </a:lnTo>
                <a:lnTo>
                  <a:pt x="685" y="9745"/>
                </a:lnTo>
                <a:lnTo>
                  <a:pt x="880" y="9965"/>
                </a:lnTo>
                <a:lnTo>
                  <a:pt x="1100" y="10161"/>
                </a:lnTo>
                <a:lnTo>
                  <a:pt x="1320" y="10332"/>
                </a:lnTo>
                <a:lnTo>
                  <a:pt x="1588" y="10478"/>
                </a:lnTo>
                <a:lnTo>
                  <a:pt x="1832" y="10600"/>
                </a:lnTo>
                <a:lnTo>
                  <a:pt x="2125" y="10722"/>
                </a:lnTo>
                <a:lnTo>
                  <a:pt x="2419" y="10796"/>
                </a:lnTo>
                <a:lnTo>
                  <a:pt x="2712" y="10844"/>
                </a:lnTo>
                <a:lnTo>
                  <a:pt x="16486" y="10844"/>
                </a:lnTo>
                <a:lnTo>
                  <a:pt x="16779" y="10796"/>
                </a:lnTo>
                <a:lnTo>
                  <a:pt x="17072" y="10722"/>
                </a:lnTo>
                <a:lnTo>
                  <a:pt x="17365" y="10600"/>
                </a:lnTo>
                <a:lnTo>
                  <a:pt x="17610" y="10478"/>
                </a:lnTo>
                <a:lnTo>
                  <a:pt x="17878" y="10332"/>
                </a:lnTo>
                <a:lnTo>
                  <a:pt x="18098" y="10161"/>
                </a:lnTo>
                <a:lnTo>
                  <a:pt x="18318" y="9965"/>
                </a:lnTo>
                <a:lnTo>
                  <a:pt x="18513" y="9745"/>
                </a:lnTo>
                <a:lnTo>
                  <a:pt x="18684" y="9501"/>
                </a:lnTo>
                <a:lnTo>
                  <a:pt x="18831" y="9257"/>
                </a:lnTo>
                <a:lnTo>
                  <a:pt x="18977" y="8988"/>
                </a:lnTo>
                <a:lnTo>
                  <a:pt x="19075" y="8720"/>
                </a:lnTo>
                <a:lnTo>
                  <a:pt x="19148" y="8427"/>
                </a:lnTo>
                <a:lnTo>
                  <a:pt x="19197" y="8134"/>
                </a:lnTo>
                <a:lnTo>
                  <a:pt x="19197" y="7816"/>
                </a:lnTo>
                <a:lnTo>
                  <a:pt x="19197" y="7499"/>
                </a:lnTo>
                <a:lnTo>
                  <a:pt x="19148" y="7205"/>
                </a:lnTo>
                <a:lnTo>
                  <a:pt x="19075" y="6912"/>
                </a:lnTo>
                <a:lnTo>
                  <a:pt x="18977" y="6644"/>
                </a:lnTo>
                <a:lnTo>
                  <a:pt x="18831" y="6375"/>
                </a:lnTo>
                <a:lnTo>
                  <a:pt x="18684" y="6131"/>
                </a:lnTo>
                <a:lnTo>
                  <a:pt x="18513" y="5887"/>
                </a:lnTo>
                <a:lnTo>
                  <a:pt x="18318" y="5667"/>
                </a:lnTo>
                <a:lnTo>
                  <a:pt x="18098" y="5471"/>
                </a:lnTo>
                <a:lnTo>
                  <a:pt x="17878" y="5300"/>
                </a:lnTo>
                <a:lnTo>
                  <a:pt x="17610" y="5154"/>
                </a:lnTo>
                <a:lnTo>
                  <a:pt x="17365" y="5032"/>
                </a:lnTo>
                <a:lnTo>
                  <a:pt x="17072" y="4910"/>
                </a:lnTo>
                <a:lnTo>
                  <a:pt x="16779" y="4836"/>
                </a:lnTo>
                <a:lnTo>
                  <a:pt x="16486" y="4788"/>
                </a:lnTo>
                <a:lnTo>
                  <a:pt x="15412" y="4788"/>
                </a:lnTo>
                <a:lnTo>
                  <a:pt x="15436" y="4494"/>
                </a:lnTo>
                <a:lnTo>
                  <a:pt x="15412" y="4201"/>
                </a:lnTo>
                <a:lnTo>
                  <a:pt x="15387" y="3933"/>
                </a:lnTo>
                <a:lnTo>
                  <a:pt x="15314" y="3664"/>
                </a:lnTo>
                <a:lnTo>
                  <a:pt x="15216" y="3420"/>
                </a:lnTo>
                <a:lnTo>
                  <a:pt x="15094" y="3176"/>
                </a:lnTo>
                <a:lnTo>
                  <a:pt x="14972" y="2956"/>
                </a:lnTo>
                <a:lnTo>
                  <a:pt x="14801" y="2736"/>
                </a:lnTo>
                <a:lnTo>
                  <a:pt x="14630" y="2541"/>
                </a:lnTo>
                <a:lnTo>
                  <a:pt x="14435" y="2370"/>
                </a:lnTo>
                <a:lnTo>
                  <a:pt x="14215" y="2199"/>
                </a:lnTo>
                <a:lnTo>
                  <a:pt x="13995" y="2077"/>
                </a:lnTo>
                <a:lnTo>
                  <a:pt x="13751" y="1954"/>
                </a:lnTo>
                <a:lnTo>
                  <a:pt x="13507" y="1857"/>
                </a:lnTo>
                <a:lnTo>
                  <a:pt x="13238" y="1784"/>
                </a:lnTo>
                <a:lnTo>
                  <a:pt x="12969" y="1759"/>
                </a:lnTo>
                <a:lnTo>
                  <a:pt x="12676" y="1735"/>
                </a:lnTo>
                <a:lnTo>
                  <a:pt x="12334" y="1759"/>
                </a:lnTo>
                <a:lnTo>
                  <a:pt x="11992" y="1832"/>
                </a:lnTo>
                <a:lnTo>
                  <a:pt x="11650" y="1930"/>
                </a:lnTo>
                <a:lnTo>
                  <a:pt x="11357" y="2077"/>
                </a:lnTo>
                <a:lnTo>
                  <a:pt x="11186" y="1857"/>
                </a:lnTo>
                <a:lnTo>
                  <a:pt x="11015" y="1637"/>
                </a:lnTo>
                <a:lnTo>
                  <a:pt x="10844" y="1417"/>
                </a:lnTo>
                <a:lnTo>
                  <a:pt x="10649" y="1222"/>
                </a:lnTo>
                <a:lnTo>
                  <a:pt x="10454" y="1051"/>
                </a:lnTo>
                <a:lnTo>
                  <a:pt x="10234" y="880"/>
                </a:lnTo>
                <a:lnTo>
                  <a:pt x="9990" y="709"/>
                </a:lnTo>
                <a:lnTo>
                  <a:pt x="9745" y="562"/>
                </a:lnTo>
                <a:lnTo>
                  <a:pt x="9501" y="440"/>
                </a:lnTo>
                <a:lnTo>
                  <a:pt x="9257" y="318"/>
                </a:lnTo>
                <a:lnTo>
                  <a:pt x="8988" y="220"/>
                </a:lnTo>
                <a:lnTo>
                  <a:pt x="8720" y="147"/>
                </a:lnTo>
                <a:lnTo>
                  <a:pt x="8427" y="74"/>
                </a:lnTo>
                <a:lnTo>
                  <a:pt x="8158" y="25"/>
                </a:lnTo>
                <a:lnTo>
                  <a:pt x="7865"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1" name="Google Shape;811;p31"/>
          <p:cNvGrpSpPr/>
          <p:nvPr/>
        </p:nvGrpSpPr>
        <p:grpSpPr>
          <a:xfrm>
            <a:off x="1524812" y="3729120"/>
            <a:ext cx="269526" cy="425712"/>
            <a:chOff x="1979475" y="4289300"/>
            <a:chExt cx="322400" cy="509225"/>
          </a:xfrm>
        </p:grpSpPr>
        <p:sp>
          <p:nvSpPr>
            <p:cNvPr id="812" name="Google Shape;812;p31"/>
            <p:cNvSpPr/>
            <p:nvPr/>
          </p:nvSpPr>
          <p:spPr>
            <a:xfrm>
              <a:off x="2187075" y="4509100"/>
              <a:ext cx="114800" cy="114800"/>
            </a:xfrm>
            <a:custGeom>
              <a:rect b="b" l="l" r="r" t="t"/>
              <a:pathLst>
                <a:path extrusionOk="0" h="4592" w="4592">
                  <a:moveTo>
                    <a:pt x="4396" y="0"/>
                  </a:moveTo>
                  <a:lnTo>
                    <a:pt x="3981" y="49"/>
                  </a:lnTo>
                  <a:lnTo>
                    <a:pt x="3419" y="171"/>
                  </a:lnTo>
                  <a:lnTo>
                    <a:pt x="2784" y="367"/>
                  </a:lnTo>
                  <a:lnTo>
                    <a:pt x="2100" y="587"/>
                  </a:lnTo>
                  <a:lnTo>
                    <a:pt x="1465" y="831"/>
                  </a:lnTo>
                  <a:lnTo>
                    <a:pt x="1172" y="953"/>
                  </a:lnTo>
                  <a:lnTo>
                    <a:pt x="928" y="1099"/>
                  </a:lnTo>
                  <a:lnTo>
                    <a:pt x="708" y="1246"/>
                  </a:lnTo>
                  <a:lnTo>
                    <a:pt x="562" y="1368"/>
                  </a:lnTo>
                  <a:lnTo>
                    <a:pt x="440" y="1515"/>
                  </a:lnTo>
                  <a:lnTo>
                    <a:pt x="318" y="1637"/>
                  </a:lnTo>
                  <a:lnTo>
                    <a:pt x="244" y="1808"/>
                  </a:lnTo>
                  <a:lnTo>
                    <a:pt x="171" y="1954"/>
                  </a:lnTo>
                  <a:lnTo>
                    <a:pt x="98" y="2101"/>
                  </a:lnTo>
                  <a:lnTo>
                    <a:pt x="49" y="2272"/>
                  </a:lnTo>
                  <a:lnTo>
                    <a:pt x="25" y="2443"/>
                  </a:lnTo>
                  <a:lnTo>
                    <a:pt x="0" y="2589"/>
                  </a:lnTo>
                  <a:lnTo>
                    <a:pt x="0" y="2760"/>
                  </a:lnTo>
                  <a:lnTo>
                    <a:pt x="25" y="2931"/>
                  </a:lnTo>
                  <a:lnTo>
                    <a:pt x="49" y="3102"/>
                  </a:lnTo>
                  <a:lnTo>
                    <a:pt x="98" y="3273"/>
                  </a:lnTo>
                  <a:lnTo>
                    <a:pt x="147" y="3420"/>
                  </a:lnTo>
                  <a:lnTo>
                    <a:pt x="220" y="3566"/>
                  </a:lnTo>
                  <a:lnTo>
                    <a:pt x="318" y="3737"/>
                  </a:lnTo>
                  <a:lnTo>
                    <a:pt x="415" y="3859"/>
                  </a:lnTo>
                  <a:lnTo>
                    <a:pt x="2418" y="1857"/>
                  </a:lnTo>
                  <a:lnTo>
                    <a:pt x="2491" y="1808"/>
                  </a:lnTo>
                  <a:lnTo>
                    <a:pt x="2638" y="1808"/>
                  </a:lnTo>
                  <a:lnTo>
                    <a:pt x="2711" y="1857"/>
                  </a:lnTo>
                  <a:lnTo>
                    <a:pt x="2760" y="1930"/>
                  </a:lnTo>
                  <a:lnTo>
                    <a:pt x="2784" y="2028"/>
                  </a:lnTo>
                  <a:lnTo>
                    <a:pt x="2760" y="2101"/>
                  </a:lnTo>
                  <a:lnTo>
                    <a:pt x="2711" y="2174"/>
                  </a:lnTo>
                  <a:lnTo>
                    <a:pt x="708" y="4177"/>
                  </a:lnTo>
                  <a:lnTo>
                    <a:pt x="855" y="4274"/>
                  </a:lnTo>
                  <a:lnTo>
                    <a:pt x="1001" y="4372"/>
                  </a:lnTo>
                  <a:lnTo>
                    <a:pt x="1172" y="4445"/>
                  </a:lnTo>
                  <a:lnTo>
                    <a:pt x="1319" y="4494"/>
                  </a:lnTo>
                  <a:lnTo>
                    <a:pt x="1490" y="4543"/>
                  </a:lnTo>
                  <a:lnTo>
                    <a:pt x="1661" y="4568"/>
                  </a:lnTo>
                  <a:lnTo>
                    <a:pt x="1807" y="4592"/>
                  </a:lnTo>
                  <a:lnTo>
                    <a:pt x="1978" y="4568"/>
                  </a:lnTo>
                  <a:lnTo>
                    <a:pt x="2149" y="4568"/>
                  </a:lnTo>
                  <a:lnTo>
                    <a:pt x="2320" y="4543"/>
                  </a:lnTo>
                  <a:lnTo>
                    <a:pt x="2491" y="4494"/>
                  </a:lnTo>
                  <a:lnTo>
                    <a:pt x="2638" y="4421"/>
                  </a:lnTo>
                  <a:lnTo>
                    <a:pt x="2784" y="4348"/>
                  </a:lnTo>
                  <a:lnTo>
                    <a:pt x="2931" y="4250"/>
                  </a:lnTo>
                  <a:lnTo>
                    <a:pt x="3077" y="4152"/>
                  </a:lnTo>
                  <a:lnTo>
                    <a:pt x="3200" y="4030"/>
                  </a:lnTo>
                  <a:lnTo>
                    <a:pt x="3346" y="3859"/>
                  </a:lnTo>
                  <a:lnTo>
                    <a:pt x="3493" y="3664"/>
                  </a:lnTo>
                  <a:lnTo>
                    <a:pt x="3615" y="3395"/>
                  </a:lnTo>
                  <a:lnTo>
                    <a:pt x="3761" y="3127"/>
                  </a:lnTo>
                  <a:lnTo>
                    <a:pt x="4005" y="2467"/>
                  </a:lnTo>
                  <a:lnTo>
                    <a:pt x="4225" y="1808"/>
                  </a:lnTo>
                  <a:lnTo>
                    <a:pt x="4421" y="1148"/>
                  </a:lnTo>
                  <a:lnTo>
                    <a:pt x="4543" y="611"/>
                  </a:lnTo>
                  <a:lnTo>
                    <a:pt x="4592" y="196"/>
                  </a:lnTo>
                  <a:lnTo>
                    <a:pt x="4592" y="74"/>
                  </a:lnTo>
                  <a:lnTo>
                    <a:pt x="4567"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31"/>
            <p:cNvSpPr/>
            <p:nvPr/>
          </p:nvSpPr>
          <p:spPr>
            <a:xfrm>
              <a:off x="1979475" y="4542675"/>
              <a:ext cx="156925" cy="156950"/>
            </a:xfrm>
            <a:custGeom>
              <a:rect b="b" l="l" r="r" t="t"/>
              <a:pathLst>
                <a:path extrusionOk="0" h="6278" w="6277">
                  <a:moveTo>
                    <a:pt x="122" y="1"/>
                  </a:moveTo>
                  <a:lnTo>
                    <a:pt x="25" y="25"/>
                  </a:lnTo>
                  <a:lnTo>
                    <a:pt x="0" y="123"/>
                  </a:lnTo>
                  <a:lnTo>
                    <a:pt x="0" y="294"/>
                  </a:lnTo>
                  <a:lnTo>
                    <a:pt x="25" y="538"/>
                  </a:lnTo>
                  <a:lnTo>
                    <a:pt x="74" y="856"/>
                  </a:lnTo>
                  <a:lnTo>
                    <a:pt x="244" y="1613"/>
                  </a:lnTo>
                  <a:lnTo>
                    <a:pt x="489" y="2492"/>
                  </a:lnTo>
                  <a:lnTo>
                    <a:pt x="806" y="3420"/>
                  </a:lnTo>
                  <a:lnTo>
                    <a:pt x="977" y="3860"/>
                  </a:lnTo>
                  <a:lnTo>
                    <a:pt x="1148" y="4275"/>
                  </a:lnTo>
                  <a:lnTo>
                    <a:pt x="1319" y="4666"/>
                  </a:lnTo>
                  <a:lnTo>
                    <a:pt x="1514" y="5007"/>
                  </a:lnTo>
                  <a:lnTo>
                    <a:pt x="1710" y="5301"/>
                  </a:lnTo>
                  <a:lnTo>
                    <a:pt x="1905" y="5520"/>
                  </a:lnTo>
                  <a:lnTo>
                    <a:pt x="2076" y="5691"/>
                  </a:lnTo>
                  <a:lnTo>
                    <a:pt x="2272" y="5838"/>
                  </a:lnTo>
                  <a:lnTo>
                    <a:pt x="2467" y="5960"/>
                  </a:lnTo>
                  <a:lnTo>
                    <a:pt x="2687" y="6058"/>
                  </a:lnTo>
                  <a:lnTo>
                    <a:pt x="2907" y="6155"/>
                  </a:lnTo>
                  <a:lnTo>
                    <a:pt x="3126" y="6204"/>
                  </a:lnTo>
                  <a:lnTo>
                    <a:pt x="3371" y="6253"/>
                  </a:lnTo>
                  <a:lnTo>
                    <a:pt x="3590" y="6277"/>
                  </a:lnTo>
                  <a:lnTo>
                    <a:pt x="3835" y="6277"/>
                  </a:lnTo>
                  <a:lnTo>
                    <a:pt x="4054" y="6253"/>
                  </a:lnTo>
                  <a:lnTo>
                    <a:pt x="4299" y="6204"/>
                  </a:lnTo>
                  <a:lnTo>
                    <a:pt x="4519" y="6155"/>
                  </a:lnTo>
                  <a:lnTo>
                    <a:pt x="4738" y="6058"/>
                  </a:lnTo>
                  <a:lnTo>
                    <a:pt x="4958" y="5960"/>
                  </a:lnTo>
                  <a:lnTo>
                    <a:pt x="5154" y="5838"/>
                  </a:lnTo>
                  <a:lnTo>
                    <a:pt x="5349" y="5691"/>
                  </a:lnTo>
                  <a:lnTo>
                    <a:pt x="2003" y="2345"/>
                  </a:lnTo>
                  <a:lnTo>
                    <a:pt x="1954" y="2272"/>
                  </a:lnTo>
                  <a:lnTo>
                    <a:pt x="1954" y="2174"/>
                  </a:lnTo>
                  <a:lnTo>
                    <a:pt x="1954" y="2101"/>
                  </a:lnTo>
                  <a:lnTo>
                    <a:pt x="2003" y="2003"/>
                  </a:lnTo>
                  <a:lnTo>
                    <a:pt x="2101" y="1955"/>
                  </a:lnTo>
                  <a:lnTo>
                    <a:pt x="2272" y="1955"/>
                  </a:lnTo>
                  <a:lnTo>
                    <a:pt x="2345" y="2003"/>
                  </a:lnTo>
                  <a:lnTo>
                    <a:pt x="5691" y="5349"/>
                  </a:lnTo>
                  <a:lnTo>
                    <a:pt x="5837" y="5154"/>
                  </a:lnTo>
                  <a:lnTo>
                    <a:pt x="5959" y="4959"/>
                  </a:lnTo>
                  <a:lnTo>
                    <a:pt x="6057" y="4739"/>
                  </a:lnTo>
                  <a:lnTo>
                    <a:pt x="6155" y="4519"/>
                  </a:lnTo>
                  <a:lnTo>
                    <a:pt x="6204" y="4299"/>
                  </a:lnTo>
                  <a:lnTo>
                    <a:pt x="6253" y="4055"/>
                  </a:lnTo>
                  <a:lnTo>
                    <a:pt x="6277" y="3835"/>
                  </a:lnTo>
                  <a:lnTo>
                    <a:pt x="6277" y="3591"/>
                  </a:lnTo>
                  <a:lnTo>
                    <a:pt x="6253" y="3371"/>
                  </a:lnTo>
                  <a:lnTo>
                    <a:pt x="6204" y="3127"/>
                  </a:lnTo>
                  <a:lnTo>
                    <a:pt x="6155" y="2907"/>
                  </a:lnTo>
                  <a:lnTo>
                    <a:pt x="6057" y="2687"/>
                  </a:lnTo>
                  <a:lnTo>
                    <a:pt x="5959" y="2467"/>
                  </a:lnTo>
                  <a:lnTo>
                    <a:pt x="5837" y="2272"/>
                  </a:lnTo>
                  <a:lnTo>
                    <a:pt x="5691" y="2077"/>
                  </a:lnTo>
                  <a:lnTo>
                    <a:pt x="5520" y="1906"/>
                  </a:lnTo>
                  <a:lnTo>
                    <a:pt x="5300" y="1710"/>
                  </a:lnTo>
                  <a:lnTo>
                    <a:pt x="5007" y="1515"/>
                  </a:lnTo>
                  <a:lnTo>
                    <a:pt x="4665" y="1320"/>
                  </a:lnTo>
                  <a:lnTo>
                    <a:pt x="4274" y="1149"/>
                  </a:lnTo>
                  <a:lnTo>
                    <a:pt x="3859" y="978"/>
                  </a:lnTo>
                  <a:lnTo>
                    <a:pt x="3419" y="807"/>
                  </a:lnTo>
                  <a:lnTo>
                    <a:pt x="2491" y="489"/>
                  </a:lnTo>
                  <a:lnTo>
                    <a:pt x="1612" y="245"/>
                  </a:lnTo>
                  <a:lnTo>
                    <a:pt x="855" y="74"/>
                  </a:lnTo>
                  <a:lnTo>
                    <a:pt x="538" y="25"/>
                  </a:lnTo>
                  <a:lnTo>
                    <a:pt x="293"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31"/>
            <p:cNvSpPr/>
            <p:nvPr/>
          </p:nvSpPr>
          <p:spPr>
            <a:xfrm>
              <a:off x="2041125" y="4289300"/>
              <a:ext cx="240000" cy="509225"/>
            </a:xfrm>
            <a:custGeom>
              <a:rect b="b" l="l" r="r" t="t"/>
              <a:pathLst>
                <a:path extrusionOk="0" h="20369" w="9600">
                  <a:moveTo>
                    <a:pt x="4788" y="3664"/>
                  </a:moveTo>
                  <a:lnTo>
                    <a:pt x="5032" y="3688"/>
                  </a:lnTo>
                  <a:lnTo>
                    <a:pt x="5228" y="3761"/>
                  </a:lnTo>
                  <a:lnTo>
                    <a:pt x="5423" y="3859"/>
                  </a:lnTo>
                  <a:lnTo>
                    <a:pt x="5594" y="3981"/>
                  </a:lnTo>
                  <a:lnTo>
                    <a:pt x="5716" y="4152"/>
                  </a:lnTo>
                  <a:lnTo>
                    <a:pt x="5838" y="4347"/>
                  </a:lnTo>
                  <a:lnTo>
                    <a:pt x="5887" y="4567"/>
                  </a:lnTo>
                  <a:lnTo>
                    <a:pt x="5911" y="4787"/>
                  </a:lnTo>
                  <a:lnTo>
                    <a:pt x="5887" y="5007"/>
                  </a:lnTo>
                  <a:lnTo>
                    <a:pt x="5838" y="5227"/>
                  </a:lnTo>
                  <a:lnTo>
                    <a:pt x="5716" y="5422"/>
                  </a:lnTo>
                  <a:lnTo>
                    <a:pt x="5594" y="5569"/>
                  </a:lnTo>
                  <a:lnTo>
                    <a:pt x="5423" y="5715"/>
                  </a:lnTo>
                  <a:lnTo>
                    <a:pt x="5228" y="5813"/>
                  </a:lnTo>
                  <a:lnTo>
                    <a:pt x="5032" y="5886"/>
                  </a:lnTo>
                  <a:lnTo>
                    <a:pt x="4788" y="5911"/>
                  </a:lnTo>
                  <a:lnTo>
                    <a:pt x="4568" y="5886"/>
                  </a:lnTo>
                  <a:lnTo>
                    <a:pt x="4348" y="5813"/>
                  </a:lnTo>
                  <a:lnTo>
                    <a:pt x="4177" y="5715"/>
                  </a:lnTo>
                  <a:lnTo>
                    <a:pt x="4006" y="5569"/>
                  </a:lnTo>
                  <a:lnTo>
                    <a:pt x="3860" y="5422"/>
                  </a:lnTo>
                  <a:lnTo>
                    <a:pt x="3762" y="5227"/>
                  </a:lnTo>
                  <a:lnTo>
                    <a:pt x="3689" y="5007"/>
                  </a:lnTo>
                  <a:lnTo>
                    <a:pt x="3664" y="4787"/>
                  </a:lnTo>
                  <a:lnTo>
                    <a:pt x="3689" y="4567"/>
                  </a:lnTo>
                  <a:lnTo>
                    <a:pt x="3762" y="4347"/>
                  </a:lnTo>
                  <a:lnTo>
                    <a:pt x="3860" y="4152"/>
                  </a:lnTo>
                  <a:lnTo>
                    <a:pt x="4006" y="3981"/>
                  </a:lnTo>
                  <a:lnTo>
                    <a:pt x="4177" y="3859"/>
                  </a:lnTo>
                  <a:lnTo>
                    <a:pt x="4348" y="3761"/>
                  </a:lnTo>
                  <a:lnTo>
                    <a:pt x="4568" y="3688"/>
                  </a:lnTo>
                  <a:lnTo>
                    <a:pt x="4788" y="3664"/>
                  </a:lnTo>
                  <a:close/>
                  <a:moveTo>
                    <a:pt x="4568" y="0"/>
                  </a:moveTo>
                  <a:lnTo>
                    <a:pt x="4348" y="49"/>
                  </a:lnTo>
                  <a:lnTo>
                    <a:pt x="4153" y="122"/>
                  </a:lnTo>
                  <a:lnTo>
                    <a:pt x="3933" y="220"/>
                  </a:lnTo>
                  <a:lnTo>
                    <a:pt x="3738" y="342"/>
                  </a:lnTo>
                  <a:lnTo>
                    <a:pt x="3542" y="489"/>
                  </a:lnTo>
                  <a:lnTo>
                    <a:pt x="3347" y="684"/>
                  </a:lnTo>
                  <a:lnTo>
                    <a:pt x="3176" y="904"/>
                  </a:lnTo>
                  <a:lnTo>
                    <a:pt x="2907" y="855"/>
                  </a:lnTo>
                  <a:lnTo>
                    <a:pt x="2663" y="855"/>
                  </a:lnTo>
                  <a:lnTo>
                    <a:pt x="2394" y="904"/>
                  </a:lnTo>
                  <a:lnTo>
                    <a:pt x="2175" y="953"/>
                  </a:lnTo>
                  <a:lnTo>
                    <a:pt x="1955" y="1026"/>
                  </a:lnTo>
                  <a:lnTo>
                    <a:pt x="1759" y="1124"/>
                  </a:lnTo>
                  <a:lnTo>
                    <a:pt x="1564" y="1246"/>
                  </a:lnTo>
                  <a:lnTo>
                    <a:pt x="1393" y="1392"/>
                  </a:lnTo>
                  <a:lnTo>
                    <a:pt x="1271" y="1563"/>
                  </a:lnTo>
                  <a:lnTo>
                    <a:pt x="1124" y="1734"/>
                  </a:lnTo>
                  <a:lnTo>
                    <a:pt x="1027" y="1930"/>
                  </a:lnTo>
                  <a:lnTo>
                    <a:pt x="953" y="2149"/>
                  </a:lnTo>
                  <a:lnTo>
                    <a:pt x="905" y="2394"/>
                  </a:lnTo>
                  <a:lnTo>
                    <a:pt x="880" y="2638"/>
                  </a:lnTo>
                  <a:lnTo>
                    <a:pt x="880" y="2906"/>
                  </a:lnTo>
                  <a:lnTo>
                    <a:pt x="905" y="3175"/>
                  </a:lnTo>
                  <a:lnTo>
                    <a:pt x="685" y="3346"/>
                  </a:lnTo>
                  <a:lnTo>
                    <a:pt x="514" y="3517"/>
                  </a:lnTo>
                  <a:lnTo>
                    <a:pt x="343" y="3712"/>
                  </a:lnTo>
                  <a:lnTo>
                    <a:pt x="221" y="3932"/>
                  </a:lnTo>
                  <a:lnTo>
                    <a:pt x="123" y="4128"/>
                  </a:lnTo>
                  <a:lnTo>
                    <a:pt x="50" y="4347"/>
                  </a:lnTo>
                  <a:lnTo>
                    <a:pt x="25" y="4567"/>
                  </a:lnTo>
                  <a:lnTo>
                    <a:pt x="1" y="4787"/>
                  </a:lnTo>
                  <a:lnTo>
                    <a:pt x="25" y="5007"/>
                  </a:lnTo>
                  <a:lnTo>
                    <a:pt x="50" y="5227"/>
                  </a:lnTo>
                  <a:lnTo>
                    <a:pt x="123" y="5422"/>
                  </a:lnTo>
                  <a:lnTo>
                    <a:pt x="221" y="5642"/>
                  </a:lnTo>
                  <a:lnTo>
                    <a:pt x="343" y="5837"/>
                  </a:lnTo>
                  <a:lnTo>
                    <a:pt x="514" y="6033"/>
                  </a:lnTo>
                  <a:lnTo>
                    <a:pt x="685" y="6228"/>
                  </a:lnTo>
                  <a:lnTo>
                    <a:pt x="905" y="6399"/>
                  </a:lnTo>
                  <a:lnTo>
                    <a:pt x="880" y="6668"/>
                  </a:lnTo>
                  <a:lnTo>
                    <a:pt x="880" y="6936"/>
                  </a:lnTo>
                  <a:lnTo>
                    <a:pt x="905" y="7181"/>
                  </a:lnTo>
                  <a:lnTo>
                    <a:pt x="953" y="7400"/>
                  </a:lnTo>
                  <a:lnTo>
                    <a:pt x="1027" y="7620"/>
                  </a:lnTo>
                  <a:lnTo>
                    <a:pt x="1124" y="7816"/>
                  </a:lnTo>
                  <a:lnTo>
                    <a:pt x="1271" y="8011"/>
                  </a:lnTo>
                  <a:lnTo>
                    <a:pt x="1393" y="8182"/>
                  </a:lnTo>
                  <a:lnTo>
                    <a:pt x="1564" y="8328"/>
                  </a:lnTo>
                  <a:lnTo>
                    <a:pt x="1759" y="8451"/>
                  </a:lnTo>
                  <a:lnTo>
                    <a:pt x="1955" y="8548"/>
                  </a:lnTo>
                  <a:lnTo>
                    <a:pt x="2175" y="8621"/>
                  </a:lnTo>
                  <a:lnTo>
                    <a:pt x="2394" y="8670"/>
                  </a:lnTo>
                  <a:lnTo>
                    <a:pt x="2663" y="8695"/>
                  </a:lnTo>
                  <a:lnTo>
                    <a:pt x="2907" y="8695"/>
                  </a:lnTo>
                  <a:lnTo>
                    <a:pt x="3176" y="8670"/>
                  </a:lnTo>
                  <a:lnTo>
                    <a:pt x="3420" y="8939"/>
                  </a:lnTo>
                  <a:lnTo>
                    <a:pt x="3664" y="9159"/>
                  </a:lnTo>
                  <a:lnTo>
                    <a:pt x="3933" y="9354"/>
                  </a:lnTo>
                  <a:lnTo>
                    <a:pt x="4202" y="9476"/>
                  </a:lnTo>
                  <a:lnTo>
                    <a:pt x="4202" y="19783"/>
                  </a:lnTo>
                  <a:lnTo>
                    <a:pt x="4226" y="19905"/>
                  </a:lnTo>
                  <a:lnTo>
                    <a:pt x="4251" y="20027"/>
                  </a:lnTo>
                  <a:lnTo>
                    <a:pt x="4299" y="20125"/>
                  </a:lnTo>
                  <a:lnTo>
                    <a:pt x="4373" y="20198"/>
                  </a:lnTo>
                  <a:lnTo>
                    <a:pt x="4470" y="20271"/>
                  </a:lnTo>
                  <a:lnTo>
                    <a:pt x="4568" y="20345"/>
                  </a:lnTo>
                  <a:lnTo>
                    <a:pt x="4666" y="20369"/>
                  </a:lnTo>
                  <a:lnTo>
                    <a:pt x="4910" y="20369"/>
                  </a:lnTo>
                  <a:lnTo>
                    <a:pt x="5032" y="20345"/>
                  </a:lnTo>
                  <a:lnTo>
                    <a:pt x="5130" y="20271"/>
                  </a:lnTo>
                  <a:lnTo>
                    <a:pt x="5203" y="20198"/>
                  </a:lnTo>
                  <a:lnTo>
                    <a:pt x="5276" y="20125"/>
                  </a:lnTo>
                  <a:lnTo>
                    <a:pt x="5350" y="20027"/>
                  </a:lnTo>
                  <a:lnTo>
                    <a:pt x="5374" y="19905"/>
                  </a:lnTo>
                  <a:lnTo>
                    <a:pt x="5374" y="19783"/>
                  </a:lnTo>
                  <a:lnTo>
                    <a:pt x="5374" y="9476"/>
                  </a:lnTo>
                  <a:lnTo>
                    <a:pt x="5667" y="9354"/>
                  </a:lnTo>
                  <a:lnTo>
                    <a:pt x="5936" y="9159"/>
                  </a:lnTo>
                  <a:lnTo>
                    <a:pt x="6180" y="8939"/>
                  </a:lnTo>
                  <a:lnTo>
                    <a:pt x="6400" y="8670"/>
                  </a:lnTo>
                  <a:lnTo>
                    <a:pt x="6668" y="8695"/>
                  </a:lnTo>
                  <a:lnTo>
                    <a:pt x="6937" y="8695"/>
                  </a:lnTo>
                  <a:lnTo>
                    <a:pt x="7181" y="8670"/>
                  </a:lnTo>
                  <a:lnTo>
                    <a:pt x="7426" y="8621"/>
                  </a:lnTo>
                  <a:lnTo>
                    <a:pt x="7645" y="8548"/>
                  </a:lnTo>
                  <a:lnTo>
                    <a:pt x="7841" y="8451"/>
                  </a:lnTo>
                  <a:lnTo>
                    <a:pt x="8012" y="8328"/>
                  </a:lnTo>
                  <a:lnTo>
                    <a:pt x="8183" y="8182"/>
                  </a:lnTo>
                  <a:lnTo>
                    <a:pt x="8329" y="8011"/>
                  </a:lnTo>
                  <a:lnTo>
                    <a:pt x="8451" y="7816"/>
                  </a:lnTo>
                  <a:lnTo>
                    <a:pt x="8549" y="7620"/>
                  </a:lnTo>
                  <a:lnTo>
                    <a:pt x="8622" y="7400"/>
                  </a:lnTo>
                  <a:lnTo>
                    <a:pt x="8696" y="7181"/>
                  </a:lnTo>
                  <a:lnTo>
                    <a:pt x="8720" y="6936"/>
                  </a:lnTo>
                  <a:lnTo>
                    <a:pt x="8720" y="6668"/>
                  </a:lnTo>
                  <a:lnTo>
                    <a:pt x="8696" y="6399"/>
                  </a:lnTo>
                  <a:lnTo>
                    <a:pt x="8891" y="6228"/>
                  </a:lnTo>
                  <a:lnTo>
                    <a:pt x="9086" y="6033"/>
                  </a:lnTo>
                  <a:lnTo>
                    <a:pt x="9233" y="5837"/>
                  </a:lnTo>
                  <a:lnTo>
                    <a:pt x="9355" y="5642"/>
                  </a:lnTo>
                  <a:lnTo>
                    <a:pt x="9453" y="5422"/>
                  </a:lnTo>
                  <a:lnTo>
                    <a:pt x="9526" y="5227"/>
                  </a:lnTo>
                  <a:lnTo>
                    <a:pt x="9575" y="5007"/>
                  </a:lnTo>
                  <a:lnTo>
                    <a:pt x="9599" y="4787"/>
                  </a:lnTo>
                  <a:lnTo>
                    <a:pt x="9575" y="4567"/>
                  </a:lnTo>
                  <a:lnTo>
                    <a:pt x="9526" y="4347"/>
                  </a:lnTo>
                  <a:lnTo>
                    <a:pt x="9453" y="4128"/>
                  </a:lnTo>
                  <a:lnTo>
                    <a:pt x="9355" y="3932"/>
                  </a:lnTo>
                  <a:lnTo>
                    <a:pt x="9233" y="3712"/>
                  </a:lnTo>
                  <a:lnTo>
                    <a:pt x="9086" y="3517"/>
                  </a:lnTo>
                  <a:lnTo>
                    <a:pt x="8891" y="3346"/>
                  </a:lnTo>
                  <a:lnTo>
                    <a:pt x="8696" y="3175"/>
                  </a:lnTo>
                  <a:lnTo>
                    <a:pt x="8720" y="2906"/>
                  </a:lnTo>
                  <a:lnTo>
                    <a:pt x="8720" y="2638"/>
                  </a:lnTo>
                  <a:lnTo>
                    <a:pt x="8696" y="2394"/>
                  </a:lnTo>
                  <a:lnTo>
                    <a:pt x="8622" y="2149"/>
                  </a:lnTo>
                  <a:lnTo>
                    <a:pt x="8549" y="1930"/>
                  </a:lnTo>
                  <a:lnTo>
                    <a:pt x="8451" y="1734"/>
                  </a:lnTo>
                  <a:lnTo>
                    <a:pt x="8329" y="1563"/>
                  </a:lnTo>
                  <a:lnTo>
                    <a:pt x="8183" y="1392"/>
                  </a:lnTo>
                  <a:lnTo>
                    <a:pt x="8012" y="1246"/>
                  </a:lnTo>
                  <a:lnTo>
                    <a:pt x="7841" y="1124"/>
                  </a:lnTo>
                  <a:lnTo>
                    <a:pt x="7645" y="1026"/>
                  </a:lnTo>
                  <a:lnTo>
                    <a:pt x="7426" y="953"/>
                  </a:lnTo>
                  <a:lnTo>
                    <a:pt x="7181" y="904"/>
                  </a:lnTo>
                  <a:lnTo>
                    <a:pt x="6937" y="855"/>
                  </a:lnTo>
                  <a:lnTo>
                    <a:pt x="6668" y="855"/>
                  </a:lnTo>
                  <a:lnTo>
                    <a:pt x="6400" y="904"/>
                  </a:lnTo>
                  <a:lnTo>
                    <a:pt x="6229" y="684"/>
                  </a:lnTo>
                  <a:lnTo>
                    <a:pt x="6058" y="489"/>
                  </a:lnTo>
                  <a:lnTo>
                    <a:pt x="5863" y="342"/>
                  </a:lnTo>
                  <a:lnTo>
                    <a:pt x="5643" y="220"/>
                  </a:lnTo>
                  <a:lnTo>
                    <a:pt x="5447" y="122"/>
                  </a:lnTo>
                  <a:lnTo>
                    <a:pt x="5228" y="49"/>
                  </a:lnTo>
                  <a:lnTo>
                    <a:pt x="5008"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5" name="Google Shape;815;p31"/>
          <p:cNvGrpSpPr/>
          <p:nvPr/>
        </p:nvGrpSpPr>
        <p:grpSpPr>
          <a:xfrm>
            <a:off x="2064346" y="3734721"/>
            <a:ext cx="318014" cy="414510"/>
            <a:chOff x="2624850" y="4296000"/>
            <a:chExt cx="380400" cy="495825"/>
          </a:xfrm>
        </p:grpSpPr>
        <p:sp>
          <p:nvSpPr>
            <p:cNvPr id="816" name="Google Shape;816;p31"/>
            <p:cNvSpPr/>
            <p:nvPr/>
          </p:nvSpPr>
          <p:spPr>
            <a:xfrm>
              <a:off x="2845875" y="4296000"/>
              <a:ext cx="126425" cy="125800"/>
            </a:xfrm>
            <a:custGeom>
              <a:rect b="b" l="l" r="r" t="t"/>
              <a:pathLst>
                <a:path extrusionOk="0" h="5032" w="5057">
                  <a:moveTo>
                    <a:pt x="4812" y="1"/>
                  </a:moveTo>
                  <a:lnTo>
                    <a:pt x="4372" y="74"/>
                  </a:lnTo>
                  <a:lnTo>
                    <a:pt x="3762" y="196"/>
                  </a:lnTo>
                  <a:lnTo>
                    <a:pt x="3053" y="392"/>
                  </a:lnTo>
                  <a:lnTo>
                    <a:pt x="2321" y="636"/>
                  </a:lnTo>
                  <a:lnTo>
                    <a:pt x="1612" y="929"/>
                  </a:lnTo>
                  <a:lnTo>
                    <a:pt x="1295" y="1075"/>
                  </a:lnTo>
                  <a:lnTo>
                    <a:pt x="1026" y="1222"/>
                  </a:lnTo>
                  <a:lnTo>
                    <a:pt x="782" y="1368"/>
                  </a:lnTo>
                  <a:lnTo>
                    <a:pt x="611" y="1515"/>
                  </a:lnTo>
                  <a:lnTo>
                    <a:pt x="489" y="1662"/>
                  </a:lnTo>
                  <a:lnTo>
                    <a:pt x="367" y="1808"/>
                  </a:lnTo>
                  <a:lnTo>
                    <a:pt x="269" y="1979"/>
                  </a:lnTo>
                  <a:lnTo>
                    <a:pt x="172" y="2150"/>
                  </a:lnTo>
                  <a:lnTo>
                    <a:pt x="123" y="2321"/>
                  </a:lnTo>
                  <a:lnTo>
                    <a:pt x="74" y="2492"/>
                  </a:lnTo>
                  <a:lnTo>
                    <a:pt x="25" y="2687"/>
                  </a:lnTo>
                  <a:lnTo>
                    <a:pt x="1" y="2858"/>
                  </a:lnTo>
                  <a:lnTo>
                    <a:pt x="1" y="3054"/>
                  </a:lnTo>
                  <a:lnTo>
                    <a:pt x="25" y="3225"/>
                  </a:lnTo>
                  <a:lnTo>
                    <a:pt x="49" y="3420"/>
                  </a:lnTo>
                  <a:lnTo>
                    <a:pt x="98" y="3591"/>
                  </a:lnTo>
                  <a:lnTo>
                    <a:pt x="172" y="3762"/>
                  </a:lnTo>
                  <a:lnTo>
                    <a:pt x="245" y="3933"/>
                  </a:lnTo>
                  <a:lnTo>
                    <a:pt x="342" y="4104"/>
                  </a:lnTo>
                  <a:lnTo>
                    <a:pt x="440" y="4250"/>
                  </a:lnTo>
                  <a:lnTo>
                    <a:pt x="2638" y="2052"/>
                  </a:lnTo>
                  <a:lnTo>
                    <a:pt x="2736" y="2003"/>
                  </a:lnTo>
                  <a:lnTo>
                    <a:pt x="2809" y="1979"/>
                  </a:lnTo>
                  <a:lnTo>
                    <a:pt x="2907" y="2003"/>
                  </a:lnTo>
                  <a:lnTo>
                    <a:pt x="2980" y="2052"/>
                  </a:lnTo>
                  <a:lnTo>
                    <a:pt x="3029" y="2126"/>
                  </a:lnTo>
                  <a:lnTo>
                    <a:pt x="3053" y="2223"/>
                  </a:lnTo>
                  <a:lnTo>
                    <a:pt x="3029" y="2321"/>
                  </a:lnTo>
                  <a:lnTo>
                    <a:pt x="2980" y="2394"/>
                  </a:lnTo>
                  <a:lnTo>
                    <a:pt x="782" y="4592"/>
                  </a:lnTo>
                  <a:lnTo>
                    <a:pt x="953" y="4690"/>
                  </a:lnTo>
                  <a:lnTo>
                    <a:pt x="1100" y="4788"/>
                  </a:lnTo>
                  <a:lnTo>
                    <a:pt x="1271" y="4885"/>
                  </a:lnTo>
                  <a:lnTo>
                    <a:pt x="1466" y="4934"/>
                  </a:lnTo>
                  <a:lnTo>
                    <a:pt x="1637" y="4983"/>
                  </a:lnTo>
                  <a:lnTo>
                    <a:pt x="1808" y="5008"/>
                  </a:lnTo>
                  <a:lnTo>
                    <a:pt x="2003" y="5032"/>
                  </a:lnTo>
                  <a:lnTo>
                    <a:pt x="2174" y="5032"/>
                  </a:lnTo>
                  <a:lnTo>
                    <a:pt x="2370" y="5008"/>
                  </a:lnTo>
                  <a:lnTo>
                    <a:pt x="2541" y="4983"/>
                  </a:lnTo>
                  <a:lnTo>
                    <a:pt x="2712" y="4934"/>
                  </a:lnTo>
                  <a:lnTo>
                    <a:pt x="2907" y="4861"/>
                  </a:lnTo>
                  <a:lnTo>
                    <a:pt x="3053" y="4788"/>
                  </a:lnTo>
                  <a:lnTo>
                    <a:pt x="3224" y="4690"/>
                  </a:lnTo>
                  <a:lnTo>
                    <a:pt x="3371" y="4568"/>
                  </a:lnTo>
                  <a:lnTo>
                    <a:pt x="3517" y="4421"/>
                  </a:lnTo>
                  <a:lnTo>
                    <a:pt x="3664" y="4250"/>
                  </a:lnTo>
                  <a:lnTo>
                    <a:pt x="3835" y="4006"/>
                  </a:lnTo>
                  <a:lnTo>
                    <a:pt x="3981" y="3738"/>
                  </a:lnTo>
                  <a:lnTo>
                    <a:pt x="4128" y="3420"/>
                  </a:lnTo>
                  <a:lnTo>
                    <a:pt x="4397" y="2736"/>
                  </a:lnTo>
                  <a:lnTo>
                    <a:pt x="4641" y="1979"/>
                  </a:lnTo>
                  <a:lnTo>
                    <a:pt x="4836" y="1271"/>
                  </a:lnTo>
                  <a:lnTo>
                    <a:pt x="4983" y="660"/>
                  </a:lnTo>
                  <a:lnTo>
                    <a:pt x="5032" y="221"/>
                  </a:lnTo>
                  <a:lnTo>
                    <a:pt x="5056" y="98"/>
                  </a:lnTo>
                  <a:lnTo>
                    <a:pt x="5032" y="25"/>
                  </a:lnTo>
                  <a:lnTo>
                    <a:pt x="4958"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31"/>
            <p:cNvSpPr/>
            <p:nvPr/>
          </p:nvSpPr>
          <p:spPr>
            <a:xfrm>
              <a:off x="2635850" y="4316150"/>
              <a:ext cx="369400" cy="475675"/>
            </a:xfrm>
            <a:custGeom>
              <a:rect b="b" l="l" r="r" t="t"/>
              <a:pathLst>
                <a:path extrusionOk="0" h="19027" w="14776">
                  <a:moveTo>
                    <a:pt x="7400" y="1"/>
                  </a:moveTo>
                  <a:lnTo>
                    <a:pt x="7254" y="25"/>
                  </a:lnTo>
                  <a:lnTo>
                    <a:pt x="7132" y="50"/>
                  </a:lnTo>
                  <a:lnTo>
                    <a:pt x="7034" y="123"/>
                  </a:lnTo>
                  <a:lnTo>
                    <a:pt x="6936" y="196"/>
                  </a:lnTo>
                  <a:lnTo>
                    <a:pt x="6863" y="294"/>
                  </a:lnTo>
                  <a:lnTo>
                    <a:pt x="6790" y="392"/>
                  </a:lnTo>
                  <a:lnTo>
                    <a:pt x="6765" y="514"/>
                  </a:lnTo>
                  <a:lnTo>
                    <a:pt x="6741" y="636"/>
                  </a:lnTo>
                  <a:lnTo>
                    <a:pt x="6741" y="4226"/>
                  </a:lnTo>
                  <a:lnTo>
                    <a:pt x="6887" y="4592"/>
                  </a:lnTo>
                  <a:lnTo>
                    <a:pt x="7009" y="4959"/>
                  </a:lnTo>
                  <a:lnTo>
                    <a:pt x="7058" y="5325"/>
                  </a:lnTo>
                  <a:lnTo>
                    <a:pt x="7083" y="5716"/>
                  </a:lnTo>
                  <a:lnTo>
                    <a:pt x="7058" y="6107"/>
                  </a:lnTo>
                  <a:lnTo>
                    <a:pt x="7009" y="6473"/>
                  </a:lnTo>
                  <a:lnTo>
                    <a:pt x="6887" y="6864"/>
                  </a:lnTo>
                  <a:lnTo>
                    <a:pt x="6741" y="7230"/>
                  </a:lnTo>
                  <a:lnTo>
                    <a:pt x="6741" y="13629"/>
                  </a:lnTo>
                  <a:lnTo>
                    <a:pt x="6203" y="13678"/>
                  </a:lnTo>
                  <a:lnTo>
                    <a:pt x="5666" y="13775"/>
                  </a:lnTo>
                  <a:lnTo>
                    <a:pt x="5153" y="13897"/>
                  </a:lnTo>
                  <a:lnTo>
                    <a:pt x="4640" y="14044"/>
                  </a:lnTo>
                  <a:lnTo>
                    <a:pt x="4152" y="14239"/>
                  </a:lnTo>
                  <a:lnTo>
                    <a:pt x="3688" y="14459"/>
                  </a:lnTo>
                  <a:lnTo>
                    <a:pt x="3224" y="14703"/>
                  </a:lnTo>
                  <a:lnTo>
                    <a:pt x="2784" y="14972"/>
                  </a:lnTo>
                  <a:lnTo>
                    <a:pt x="2369" y="15265"/>
                  </a:lnTo>
                  <a:lnTo>
                    <a:pt x="1954" y="15583"/>
                  </a:lnTo>
                  <a:lnTo>
                    <a:pt x="1588" y="15925"/>
                  </a:lnTo>
                  <a:lnTo>
                    <a:pt x="1221" y="16291"/>
                  </a:lnTo>
                  <a:lnTo>
                    <a:pt x="879" y="16682"/>
                  </a:lnTo>
                  <a:lnTo>
                    <a:pt x="562" y="17097"/>
                  </a:lnTo>
                  <a:lnTo>
                    <a:pt x="269" y="17512"/>
                  </a:lnTo>
                  <a:lnTo>
                    <a:pt x="0" y="17952"/>
                  </a:lnTo>
                  <a:lnTo>
                    <a:pt x="293" y="18074"/>
                  </a:lnTo>
                  <a:lnTo>
                    <a:pt x="611" y="18196"/>
                  </a:lnTo>
                  <a:lnTo>
                    <a:pt x="1319" y="18391"/>
                  </a:lnTo>
                  <a:lnTo>
                    <a:pt x="2125" y="18587"/>
                  </a:lnTo>
                  <a:lnTo>
                    <a:pt x="3053" y="18733"/>
                  </a:lnTo>
                  <a:lnTo>
                    <a:pt x="4030" y="18855"/>
                  </a:lnTo>
                  <a:lnTo>
                    <a:pt x="5104" y="18953"/>
                  </a:lnTo>
                  <a:lnTo>
                    <a:pt x="6228" y="19002"/>
                  </a:lnTo>
                  <a:lnTo>
                    <a:pt x="7376" y="19026"/>
                  </a:lnTo>
                  <a:lnTo>
                    <a:pt x="8548" y="19002"/>
                  </a:lnTo>
                  <a:lnTo>
                    <a:pt x="9672" y="18953"/>
                  </a:lnTo>
                  <a:lnTo>
                    <a:pt x="10746" y="18855"/>
                  </a:lnTo>
                  <a:lnTo>
                    <a:pt x="11723" y="18733"/>
                  </a:lnTo>
                  <a:lnTo>
                    <a:pt x="12651" y="18587"/>
                  </a:lnTo>
                  <a:lnTo>
                    <a:pt x="13457" y="18391"/>
                  </a:lnTo>
                  <a:lnTo>
                    <a:pt x="14165" y="18196"/>
                  </a:lnTo>
                  <a:lnTo>
                    <a:pt x="14483" y="18074"/>
                  </a:lnTo>
                  <a:lnTo>
                    <a:pt x="14776" y="17952"/>
                  </a:lnTo>
                  <a:lnTo>
                    <a:pt x="14507" y="17512"/>
                  </a:lnTo>
                  <a:lnTo>
                    <a:pt x="14214" y="17097"/>
                  </a:lnTo>
                  <a:lnTo>
                    <a:pt x="13897" y="16682"/>
                  </a:lnTo>
                  <a:lnTo>
                    <a:pt x="13555" y="16291"/>
                  </a:lnTo>
                  <a:lnTo>
                    <a:pt x="13188" y="15925"/>
                  </a:lnTo>
                  <a:lnTo>
                    <a:pt x="12822" y="15583"/>
                  </a:lnTo>
                  <a:lnTo>
                    <a:pt x="12407" y="15265"/>
                  </a:lnTo>
                  <a:lnTo>
                    <a:pt x="11992" y="14972"/>
                  </a:lnTo>
                  <a:lnTo>
                    <a:pt x="11552" y="14703"/>
                  </a:lnTo>
                  <a:lnTo>
                    <a:pt x="11088" y="14459"/>
                  </a:lnTo>
                  <a:lnTo>
                    <a:pt x="10624" y="14239"/>
                  </a:lnTo>
                  <a:lnTo>
                    <a:pt x="10136" y="14044"/>
                  </a:lnTo>
                  <a:lnTo>
                    <a:pt x="9623" y="13897"/>
                  </a:lnTo>
                  <a:lnTo>
                    <a:pt x="9110" y="13775"/>
                  </a:lnTo>
                  <a:lnTo>
                    <a:pt x="8573" y="13678"/>
                  </a:lnTo>
                  <a:lnTo>
                    <a:pt x="8035" y="13629"/>
                  </a:lnTo>
                  <a:lnTo>
                    <a:pt x="8035" y="3347"/>
                  </a:lnTo>
                  <a:lnTo>
                    <a:pt x="7913" y="3054"/>
                  </a:lnTo>
                  <a:lnTo>
                    <a:pt x="7840" y="2761"/>
                  </a:lnTo>
                  <a:lnTo>
                    <a:pt x="7791" y="2467"/>
                  </a:lnTo>
                  <a:lnTo>
                    <a:pt x="7767" y="2174"/>
                  </a:lnTo>
                  <a:lnTo>
                    <a:pt x="7791" y="1857"/>
                  </a:lnTo>
                  <a:lnTo>
                    <a:pt x="7840" y="1564"/>
                  </a:lnTo>
                  <a:lnTo>
                    <a:pt x="7913" y="1271"/>
                  </a:lnTo>
                  <a:lnTo>
                    <a:pt x="8035" y="978"/>
                  </a:lnTo>
                  <a:lnTo>
                    <a:pt x="8035" y="636"/>
                  </a:lnTo>
                  <a:lnTo>
                    <a:pt x="8011" y="514"/>
                  </a:lnTo>
                  <a:lnTo>
                    <a:pt x="7986" y="392"/>
                  </a:lnTo>
                  <a:lnTo>
                    <a:pt x="7913" y="294"/>
                  </a:lnTo>
                  <a:lnTo>
                    <a:pt x="7840" y="196"/>
                  </a:lnTo>
                  <a:lnTo>
                    <a:pt x="7742" y="123"/>
                  </a:lnTo>
                  <a:lnTo>
                    <a:pt x="7644" y="50"/>
                  </a:lnTo>
                  <a:lnTo>
                    <a:pt x="7522" y="25"/>
                  </a:lnTo>
                  <a:lnTo>
                    <a:pt x="7400"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31"/>
            <p:cNvSpPr/>
            <p:nvPr/>
          </p:nvSpPr>
          <p:spPr>
            <a:xfrm>
              <a:off x="2624850" y="4357675"/>
              <a:ext cx="171600" cy="171600"/>
            </a:xfrm>
            <a:custGeom>
              <a:rect b="b" l="l" r="r" t="t"/>
              <a:pathLst>
                <a:path extrusionOk="0" h="6864" w="6864">
                  <a:moveTo>
                    <a:pt x="74" y="1"/>
                  </a:moveTo>
                  <a:lnTo>
                    <a:pt x="25" y="25"/>
                  </a:lnTo>
                  <a:lnTo>
                    <a:pt x="0" y="74"/>
                  </a:lnTo>
                  <a:lnTo>
                    <a:pt x="0" y="123"/>
                  </a:lnTo>
                  <a:lnTo>
                    <a:pt x="0" y="318"/>
                  </a:lnTo>
                  <a:lnTo>
                    <a:pt x="25" y="587"/>
                  </a:lnTo>
                  <a:lnTo>
                    <a:pt x="74" y="929"/>
                  </a:lnTo>
                  <a:lnTo>
                    <a:pt x="269" y="1759"/>
                  </a:lnTo>
                  <a:lnTo>
                    <a:pt x="538" y="2736"/>
                  </a:lnTo>
                  <a:lnTo>
                    <a:pt x="880" y="3737"/>
                  </a:lnTo>
                  <a:lnTo>
                    <a:pt x="1051" y="4226"/>
                  </a:lnTo>
                  <a:lnTo>
                    <a:pt x="1246" y="4690"/>
                  </a:lnTo>
                  <a:lnTo>
                    <a:pt x="1441" y="5105"/>
                  </a:lnTo>
                  <a:lnTo>
                    <a:pt x="1661" y="5496"/>
                  </a:lnTo>
                  <a:lnTo>
                    <a:pt x="1857" y="5813"/>
                  </a:lnTo>
                  <a:lnTo>
                    <a:pt x="2076" y="6057"/>
                  </a:lnTo>
                  <a:lnTo>
                    <a:pt x="2272" y="6228"/>
                  </a:lnTo>
                  <a:lnTo>
                    <a:pt x="2492" y="6399"/>
                  </a:lnTo>
                  <a:lnTo>
                    <a:pt x="2711" y="6521"/>
                  </a:lnTo>
                  <a:lnTo>
                    <a:pt x="2956" y="6644"/>
                  </a:lnTo>
                  <a:lnTo>
                    <a:pt x="3200" y="6741"/>
                  </a:lnTo>
                  <a:lnTo>
                    <a:pt x="3444" y="6815"/>
                  </a:lnTo>
                  <a:lnTo>
                    <a:pt x="3688" y="6863"/>
                  </a:lnTo>
                  <a:lnTo>
                    <a:pt x="4201" y="6863"/>
                  </a:lnTo>
                  <a:lnTo>
                    <a:pt x="4445" y="6839"/>
                  </a:lnTo>
                  <a:lnTo>
                    <a:pt x="4690" y="6815"/>
                  </a:lnTo>
                  <a:lnTo>
                    <a:pt x="4958" y="6741"/>
                  </a:lnTo>
                  <a:lnTo>
                    <a:pt x="5178" y="6644"/>
                  </a:lnTo>
                  <a:lnTo>
                    <a:pt x="5422" y="6521"/>
                  </a:lnTo>
                  <a:lnTo>
                    <a:pt x="5642" y="6399"/>
                  </a:lnTo>
                  <a:lnTo>
                    <a:pt x="5862" y="6228"/>
                  </a:lnTo>
                  <a:lnTo>
                    <a:pt x="2198" y="2565"/>
                  </a:lnTo>
                  <a:lnTo>
                    <a:pt x="2150" y="2492"/>
                  </a:lnTo>
                  <a:lnTo>
                    <a:pt x="2125" y="2394"/>
                  </a:lnTo>
                  <a:lnTo>
                    <a:pt x="2150" y="2296"/>
                  </a:lnTo>
                  <a:lnTo>
                    <a:pt x="2198" y="2199"/>
                  </a:lnTo>
                  <a:lnTo>
                    <a:pt x="2296" y="2150"/>
                  </a:lnTo>
                  <a:lnTo>
                    <a:pt x="2394" y="2125"/>
                  </a:lnTo>
                  <a:lnTo>
                    <a:pt x="2492" y="2150"/>
                  </a:lnTo>
                  <a:lnTo>
                    <a:pt x="2565" y="2199"/>
                  </a:lnTo>
                  <a:lnTo>
                    <a:pt x="6228" y="5862"/>
                  </a:lnTo>
                  <a:lnTo>
                    <a:pt x="6375" y="5642"/>
                  </a:lnTo>
                  <a:lnTo>
                    <a:pt x="6521" y="5422"/>
                  </a:lnTo>
                  <a:lnTo>
                    <a:pt x="6643" y="5203"/>
                  </a:lnTo>
                  <a:lnTo>
                    <a:pt x="6741" y="4958"/>
                  </a:lnTo>
                  <a:lnTo>
                    <a:pt x="6814" y="4714"/>
                  </a:lnTo>
                  <a:lnTo>
                    <a:pt x="6839" y="4446"/>
                  </a:lnTo>
                  <a:lnTo>
                    <a:pt x="6863" y="4201"/>
                  </a:lnTo>
                  <a:lnTo>
                    <a:pt x="6863" y="3933"/>
                  </a:lnTo>
                  <a:lnTo>
                    <a:pt x="6839" y="3688"/>
                  </a:lnTo>
                  <a:lnTo>
                    <a:pt x="6814" y="3444"/>
                  </a:lnTo>
                  <a:lnTo>
                    <a:pt x="6741" y="3200"/>
                  </a:lnTo>
                  <a:lnTo>
                    <a:pt x="6643" y="2956"/>
                  </a:lnTo>
                  <a:lnTo>
                    <a:pt x="6521" y="2711"/>
                  </a:lnTo>
                  <a:lnTo>
                    <a:pt x="6399" y="2492"/>
                  </a:lnTo>
                  <a:lnTo>
                    <a:pt x="6228" y="2272"/>
                  </a:lnTo>
                  <a:lnTo>
                    <a:pt x="6057" y="2076"/>
                  </a:lnTo>
                  <a:lnTo>
                    <a:pt x="5813" y="1857"/>
                  </a:lnTo>
                  <a:lnTo>
                    <a:pt x="5496" y="1661"/>
                  </a:lnTo>
                  <a:lnTo>
                    <a:pt x="5105" y="1466"/>
                  </a:lnTo>
                  <a:lnTo>
                    <a:pt x="4690" y="1246"/>
                  </a:lnTo>
                  <a:lnTo>
                    <a:pt x="4226" y="1051"/>
                  </a:lnTo>
                  <a:lnTo>
                    <a:pt x="3737" y="880"/>
                  </a:lnTo>
                  <a:lnTo>
                    <a:pt x="2736" y="538"/>
                  </a:lnTo>
                  <a:lnTo>
                    <a:pt x="1759" y="269"/>
                  </a:lnTo>
                  <a:lnTo>
                    <a:pt x="928" y="74"/>
                  </a:lnTo>
                  <a:lnTo>
                    <a:pt x="587" y="25"/>
                  </a:lnTo>
                  <a:lnTo>
                    <a:pt x="318"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9" name="Google Shape;819;p31"/>
          <p:cNvSpPr/>
          <p:nvPr/>
        </p:nvSpPr>
        <p:spPr>
          <a:xfrm>
            <a:off x="3180303" y="3772127"/>
            <a:ext cx="339959" cy="339980"/>
          </a:xfrm>
          <a:custGeom>
            <a:rect b="b" l="l" r="r" t="t"/>
            <a:pathLst>
              <a:path extrusionOk="0" h="16267" w="16266">
                <a:moveTo>
                  <a:pt x="11503" y="5349"/>
                </a:moveTo>
                <a:lnTo>
                  <a:pt x="11650" y="5398"/>
                </a:lnTo>
                <a:lnTo>
                  <a:pt x="11796" y="5447"/>
                </a:lnTo>
                <a:lnTo>
                  <a:pt x="11919" y="5545"/>
                </a:lnTo>
                <a:lnTo>
                  <a:pt x="12065" y="5691"/>
                </a:lnTo>
                <a:lnTo>
                  <a:pt x="12163" y="5838"/>
                </a:lnTo>
                <a:lnTo>
                  <a:pt x="12212" y="6033"/>
                </a:lnTo>
                <a:lnTo>
                  <a:pt x="12236" y="6229"/>
                </a:lnTo>
                <a:lnTo>
                  <a:pt x="12236" y="6375"/>
                </a:lnTo>
                <a:lnTo>
                  <a:pt x="12187" y="6522"/>
                </a:lnTo>
                <a:lnTo>
                  <a:pt x="12138" y="6644"/>
                </a:lnTo>
                <a:lnTo>
                  <a:pt x="12041" y="6766"/>
                </a:lnTo>
                <a:lnTo>
                  <a:pt x="7938" y="10893"/>
                </a:lnTo>
                <a:lnTo>
                  <a:pt x="7816" y="11015"/>
                </a:lnTo>
                <a:lnTo>
                  <a:pt x="7645" y="11113"/>
                </a:lnTo>
                <a:lnTo>
                  <a:pt x="7474" y="11186"/>
                </a:lnTo>
                <a:lnTo>
                  <a:pt x="7303" y="11211"/>
                </a:lnTo>
                <a:lnTo>
                  <a:pt x="7083" y="11211"/>
                </a:lnTo>
                <a:lnTo>
                  <a:pt x="6912" y="11162"/>
                </a:lnTo>
                <a:lnTo>
                  <a:pt x="6765" y="11064"/>
                </a:lnTo>
                <a:lnTo>
                  <a:pt x="6619" y="10967"/>
                </a:lnTo>
                <a:lnTo>
                  <a:pt x="4567" y="8915"/>
                </a:lnTo>
                <a:lnTo>
                  <a:pt x="4470" y="8769"/>
                </a:lnTo>
                <a:lnTo>
                  <a:pt x="4372" y="8622"/>
                </a:lnTo>
                <a:lnTo>
                  <a:pt x="4323" y="8451"/>
                </a:lnTo>
                <a:lnTo>
                  <a:pt x="4323" y="8280"/>
                </a:lnTo>
                <a:lnTo>
                  <a:pt x="4323" y="8109"/>
                </a:lnTo>
                <a:lnTo>
                  <a:pt x="4372" y="7938"/>
                </a:lnTo>
                <a:lnTo>
                  <a:pt x="4470" y="7792"/>
                </a:lnTo>
                <a:lnTo>
                  <a:pt x="4567" y="7670"/>
                </a:lnTo>
                <a:lnTo>
                  <a:pt x="4714" y="7547"/>
                </a:lnTo>
                <a:lnTo>
                  <a:pt x="4860" y="7474"/>
                </a:lnTo>
                <a:lnTo>
                  <a:pt x="5031" y="7425"/>
                </a:lnTo>
                <a:lnTo>
                  <a:pt x="5202" y="7401"/>
                </a:lnTo>
                <a:lnTo>
                  <a:pt x="5373" y="7425"/>
                </a:lnTo>
                <a:lnTo>
                  <a:pt x="5520" y="7474"/>
                </a:lnTo>
                <a:lnTo>
                  <a:pt x="5691" y="7547"/>
                </a:lnTo>
                <a:lnTo>
                  <a:pt x="5813" y="7670"/>
                </a:lnTo>
                <a:lnTo>
                  <a:pt x="7181" y="9013"/>
                </a:lnTo>
                <a:lnTo>
                  <a:pt x="10673" y="5667"/>
                </a:lnTo>
                <a:lnTo>
                  <a:pt x="10820" y="5520"/>
                </a:lnTo>
                <a:lnTo>
                  <a:pt x="10991" y="5423"/>
                </a:lnTo>
                <a:lnTo>
                  <a:pt x="11161" y="5374"/>
                </a:lnTo>
                <a:lnTo>
                  <a:pt x="11357" y="5349"/>
                </a:lnTo>
                <a:close/>
                <a:moveTo>
                  <a:pt x="7718" y="1"/>
                </a:moveTo>
                <a:lnTo>
                  <a:pt x="7303" y="50"/>
                </a:lnTo>
                <a:lnTo>
                  <a:pt x="6887" y="98"/>
                </a:lnTo>
                <a:lnTo>
                  <a:pt x="6497" y="172"/>
                </a:lnTo>
                <a:lnTo>
                  <a:pt x="6106" y="245"/>
                </a:lnTo>
                <a:lnTo>
                  <a:pt x="5715" y="367"/>
                </a:lnTo>
                <a:lnTo>
                  <a:pt x="5349" y="489"/>
                </a:lnTo>
                <a:lnTo>
                  <a:pt x="4958" y="636"/>
                </a:lnTo>
                <a:lnTo>
                  <a:pt x="4616" y="807"/>
                </a:lnTo>
                <a:lnTo>
                  <a:pt x="4250" y="978"/>
                </a:lnTo>
                <a:lnTo>
                  <a:pt x="3908" y="1173"/>
                </a:lnTo>
                <a:lnTo>
                  <a:pt x="3590" y="1393"/>
                </a:lnTo>
                <a:lnTo>
                  <a:pt x="3273" y="1613"/>
                </a:lnTo>
                <a:lnTo>
                  <a:pt x="2955" y="1857"/>
                </a:lnTo>
                <a:lnTo>
                  <a:pt x="2662" y="2125"/>
                </a:lnTo>
                <a:lnTo>
                  <a:pt x="2394" y="2394"/>
                </a:lnTo>
                <a:lnTo>
                  <a:pt x="2125" y="2663"/>
                </a:lnTo>
                <a:lnTo>
                  <a:pt x="1856" y="2956"/>
                </a:lnTo>
                <a:lnTo>
                  <a:pt x="1612" y="3273"/>
                </a:lnTo>
                <a:lnTo>
                  <a:pt x="1392" y="3591"/>
                </a:lnTo>
                <a:lnTo>
                  <a:pt x="1172" y="3908"/>
                </a:lnTo>
                <a:lnTo>
                  <a:pt x="977" y="4250"/>
                </a:lnTo>
                <a:lnTo>
                  <a:pt x="806" y="4617"/>
                </a:lnTo>
                <a:lnTo>
                  <a:pt x="635" y="4959"/>
                </a:lnTo>
                <a:lnTo>
                  <a:pt x="489" y="5349"/>
                </a:lnTo>
                <a:lnTo>
                  <a:pt x="366" y="5716"/>
                </a:lnTo>
                <a:lnTo>
                  <a:pt x="244" y="6106"/>
                </a:lnTo>
                <a:lnTo>
                  <a:pt x="171" y="6497"/>
                </a:lnTo>
                <a:lnTo>
                  <a:pt x="98" y="6888"/>
                </a:lnTo>
                <a:lnTo>
                  <a:pt x="49" y="7303"/>
                </a:lnTo>
                <a:lnTo>
                  <a:pt x="0" y="7718"/>
                </a:lnTo>
                <a:lnTo>
                  <a:pt x="0" y="8134"/>
                </a:lnTo>
                <a:lnTo>
                  <a:pt x="0" y="8549"/>
                </a:lnTo>
                <a:lnTo>
                  <a:pt x="49" y="8964"/>
                </a:lnTo>
                <a:lnTo>
                  <a:pt x="98" y="9379"/>
                </a:lnTo>
                <a:lnTo>
                  <a:pt x="171" y="9770"/>
                </a:lnTo>
                <a:lnTo>
                  <a:pt x="244" y="10161"/>
                </a:lnTo>
                <a:lnTo>
                  <a:pt x="366" y="10551"/>
                </a:lnTo>
                <a:lnTo>
                  <a:pt x="489" y="10918"/>
                </a:lnTo>
                <a:lnTo>
                  <a:pt x="635" y="11309"/>
                </a:lnTo>
                <a:lnTo>
                  <a:pt x="806" y="11650"/>
                </a:lnTo>
                <a:lnTo>
                  <a:pt x="977" y="12017"/>
                </a:lnTo>
                <a:lnTo>
                  <a:pt x="1172" y="12359"/>
                </a:lnTo>
                <a:lnTo>
                  <a:pt x="1392" y="12676"/>
                </a:lnTo>
                <a:lnTo>
                  <a:pt x="1612" y="12994"/>
                </a:lnTo>
                <a:lnTo>
                  <a:pt x="1856" y="13311"/>
                </a:lnTo>
                <a:lnTo>
                  <a:pt x="2125" y="13604"/>
                </a:lnTo>
                <a:lnTo>
                  <a:pt x="2394" y="13873"/>
                </a:lnTo>
                <a:lnTo>
                  <a:pt x="2662" y="14142"/>
                </a:lnTo>
                <a:lnTo>
                  <a:pt x="2955" y="14410"/>
                </a:lnTo>
                <a:lnTo>
                  <a:pt x="3273" y="14655"/>
                </a:lnTo>
                <a:lnTo>
                  <a:pt x="3590" y="14874"/>
                </a:lnTo>
                <a:lnTo>
                  <a:pt x="3908" y="15094"/>
                </a:lnTo>
                <a:lnTo>
                  <a:pt x="4250" y="15290"/>
                </a:lnTo>
                <a:lnTo>
                  <a:pt x="4616" y="15460"/>
                </a:lnTo>
                <a:lnTo>
                  <a:pt x="4958" y="15631"/>
                </a:lnTo>
                <a:lnTo>
                  <a:pt x="5349" y="15778"/>
                </a:lnTo>
                <a:lnTo>
                  <a:pt x="5715" y="15900"/>
                </a:lnTo>
                <a:lnTo>
                  <a:pt x="6106" y="16022"/>
                </a:lnTo>
                <a:lnTo>
                  <a:pt x="6497" y="16095"/>
                </a:lnTo>
                <a:lnTo>
                  <a:pt x="6887" y="16169"/>
                </a:lnTo>
                <a:lnTo>
                  <a:pt x="7303" y="16218"/>
                </a:lnTo>
                <a:lnTo>
                  <a:pt x="7718" y="16266"/>
                </a:lnTo>
                <a:lnTo>
                  <a:pt x="8548" y="16266"/>
                </a:lnTo>
                <a:lnTo>
                  <a:pt x="8963" y="16218"/>
                </a:lnTo>
                <a:lnTo>
                  <a:pt x="9379" y="16169"/>
                </a:lnTo>
                <a:lnTo>
                  <a:pt x="9769" y="16095"/>
                </a:lnTo>
                <a:lnTo>
                  <a:pt x="10160" y="16022"/>
                </a:lnTo>
                <a:lnTo>
                  <a:pt x="10551" y="15900"/>
                </a:lnTo>
                <a:lnTo>
                  <a:pt x="10942" y="15778"/>
                </a:lnTo>
                <a:lnTo>
                  <a:pt x="11308" y="15631"/>
                </a:lnTo>
                <a:lnTo>
                  <a:pt x="11650" y="15460"/>
                </a:lnTo>
                <a:lnTo>
                  <a:pt x="12016" y="15290"/>
                </a:lnTo>
                <a:lnTo>
                  <a:pt x="12358" y="15094"/>
                </a:lnTo>
                <a:lnTo>
                  <a:pt x="12676" y="14874"/>
                </a:lnTo>
                <a:lnTo>
                  <a:pt x="12993" y="14655"/>
                </a:lnTo>
                <a:lnTo>
                  <a:pt x="13311" y="14410"/>
                </a:lnTo>
                <a:lnTo>
                  <a:pt x="13604" y="14142"/>
                </a:lnTo>
                <a:lnTo>
                  <a:pt x="13872" y="13873"/>
                </a:lnTo>
                <a:lnTo>
                  <a:pt x="14166" y="13604"/>
                </a:lnTo>
                <a:lnTo>
                  <a:pt x="14410" y="13311"/>
                </a:lnTo>
                <a:lnTo>
                  <a:pt x="14654" y="12994"/>
                </a:lnTo>
                <a:lnTo>
                  <a:pt x="14874" y="12676"/>
                </a:lnTo>
                <a:lnTo>
                  <a:pt x="15094" y="12359"/>
                </a:lnTo>
                <a:lnTo>
                  <a:pt x="15289" y="12017"/>
                </a:lnTo>
                <a:lnTo>
                  <a:pt x="15460" y="11650"/>
                </a:lnTo>
                <a:lnTo>
                  <a:pt x="15631" y="11309"/>
                </a:lnTo>
                <a:lnTo>
                  <a:pt x="15777" y="10918"/>
                </a:lnTo>
                <a:lnTo>
                  <a:pt x="15900" y="10551"/>
                </a:lnTo>
                <a:lnTo>
                  <a:pt x="16022" y="10161"/>
                </a:lnTo>
                <a:lnTo>
                  <a:pt x="16095" y="9770"/>
                </a:lnTo>
                <a:lnTo>
                  <a:pt x="16168" y="9379"/>
                </a:lnTo>
                <a:lnTo>
                  <a:pt x="16217" y="8964"/>
                </a:lnTo>
                <a:lnTo>
                  <a:pt x="16266" y="8549"/>
                </a:lnTo>
                <a:lnTo>
                  <a:pt x="16266" y="8134"/>
                </a:lnTo>
                <a:lnTo>
                  <a:pt x="16266" y="7718"/>
                </a:lnTo>
                <a:lnTo>
                  <a:pt x="16217" y="7303"/>
                </a:lnTo>
                <a:lnTo>
                  <a:pt x="16168" y="6888"/>
                </a:lnTo>
                <a:lnTo>
                  <a:pt x="16095" y="6497"/>
                </a:lnTo>
                <a:lnTo>
                  <a:pt x="16022" y="6106"/>
                </a:lnTo>
                <a:lnTo>
                  <a:pt x="15900" y="5716"/>
                </a:lnTo>
                <a:lnTo>
                  <a:pt x="15777" y="5349"/>
                </a:lnTo>
                <a:lnTo>
                  <a:pt x="15631" y="4959"/>
                </a:lnTo>
                <a:lnTo>
                  <a:pt x="15460" y="4617"/>
                </a:lnTo>
                <a:lnTo>
                  <a:pt x="15289" y="4250"/>
                </a:lnTo>
                <a:lnTo>
                  <a:pt x="15094" y="3908"/>
                </a:lnTo>
                <a:lnTo>
                  <a:pt x="14874" y="3591"/>
                </a:lnTo>
                <a:lnTo>
                  <a:pt x="14654" y="3273"/>
                </a:lnTo>
                <a:lnTo>
                  <a:pt x="14410" y="2956"/>
                </a:lnTo>
                <a:lnTo>
                  <a:pt x="14166" y="2663"/>
                </a:lnTo>
                <a:lnTo>
                  <a:pt x="13872" y="2394"/>
                </a:lnTo>
                <a:lnTo>
                  <a:pt x="13604" y="2125"/>
                </a:lnTo>
                <a:lnTo>
                  <a:pt x="13311" y="1857"/>
                </a:lnTo>
                <a:lnTo>
                  <a:pt x="12993" y="1613"/>
                </a:lnTo>
                <a:lnTo>
                  <a:pt x="12676" y="1393"/>
                </a:lnTo>
                <a:lnTo>
                  <a:pt x="12358" y="1173"/>
                </a:lnTo>
                <a:lnTo>
                  <a:pt x="12016" y="978"/>
                </a:lnTo>
                <a:lnTo>
                  <a:pt x="11650" y="807"/>
                </a:lnTo>
                <a:lnTo>
                  <a:pt x="11308" y="636"/>
                </a:lnTo>
                <a:lnTo>
                  <a:pt x="10942" y="489"/>
                </a:lnTo>
                <a:lnTo>
                  <a:pt x="10551" y="367"/>
                </a:lnTo>
                <a:lnTo>
                  <a:pt x="10160" y="245"/>
                </a:lnTo>
                <a:lnTo>
                  <a:pt x="9769" y="172"/>
                </a:lnTo>
                <a:lnTo>
                  <a:pt x="9379" y="98"/>
                </a:lnTo>
                <a:lnTo>
                  <a:pt x="8963" y="50"/>
                </a:lnTo>
                <a:lnTo>
                  <a:pt x="8548"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31"/>
          <p:cNvSpPr/>
          <p:nvPr/>
        </p:nvSpPr>
        <p:spPr>
          <a:xfrm>
            <a:off x="2616754" y="3793571"/>
            <a:ext cx="339959" cy="297093"/>
          </a:xfrm>
          <a:custGeom>
            <a:rect b="b" l="l" r="r" t="t"/>
            <a:pathLst>
              <a:path extrusionOk="0" h="14215" w="16266">
                <a:moveTo>
                  <a:pt x="8597" y="4397"/>
                </a:moveTo>
                <a:lnTo>
                  <a:pt x="8719" y="4421"/>
                </a:lnTo>
                <a:lnTo>
                  <a:pt x="8866" y="4445"/>
                </a:lnTo>
                <a:lnTo>
                  <a:pt x="8988" y="4519"/>
                </a:lnTo>
                <a:lnTo>
                  <a:pt x="9085" y="4616"/>
                </a:lnTo>
                <a:lnTo>
                  <a:pt x="9159" y="4714"/>
                </a:lnTo>
                <a:lnTo>
                  <a:pt x="9208" y="4836"/>
                </a:lnTo>
                <a:lnTo>
                  <a:pt x="9232" y="4958"/>
                </a:lnTo>
                <a:lnTo>
                  <a:pt x="9256" y="5105"/>
                </a:lnTo>
                <a:lnTo>
                  <a:pt x="8963" y="8939"/>
                </a:lnTo>
                <a:lnTo>
                  <a:pt x="8939" y="9086"/>
                </a:lnTo>
                <a:lnTo>
                  <a:pt x="8890" y="9232"/>
                </a:lnTo>
                <a:lnTo>
                  <a:pt x="8817" y="9330"/>
                </a:lnTo>
                <a:lnTo>
                  <a:pt x="8719" y="9452"/>
                </a:lnTo>
                <a:lnTo>
                  <a:pt x="8597" y="9525"/>
                </a:lnTo>
                <a:lnTo>
                  <a:pt x="8475" y="9599"/>
                </a:lnTo>
                <a:lnTo>
                  <a:pt x="8353" y="9648"/>
                </a:lnTo>
                <a:lnTo>
                  <a:pt x="7913" y="9648"/>
                </a:lnTo>
                <a:lnTo>
                  <a:pt x="7791" y="9599"/>
                </a:lnTo>
                <a:lnTo>
                  <a:pt x="7669" y="9525"/>
                </a:lnTo>
                <a:lnTo>
                  <a:pt x="7547" y="9452"/>
                </a:lnTo>
                <a:lnTo>
                  <a:pt x="7449" y="9330"/>
                </a:lnTo>
                <a:lnTo>
                  <a:pt x="7376" y="9232"/>
                </a:lnTo>
                <a:lnTo>
                  <a:pt x="7327" y="9086"/>
                </a:lnTo>
                <a:lnTo>
                  <a:pt x="7303" y="8939"/>
                </a:lnTo>
                <a:lnTo>
                  <a:pt x="7010" y="5105"/>
                </a:lnTo>
                <a:lnTo>
                  <a:pt x="7034" y="4958"/>
                </a:lnTo>
                <a:lnTo>
                  <a:pt x="7058" y="4836"/>
                </a:lnTo>
                <a:lnTo>
                  <a:pt x="7107" y="4714"/>
                </a:lnTo>
                <a:lnTo>
                  <a:pt x="7180" y="4616"/>
                </a:lnTo>
                <a:lnTo>
                  <a:pt x="7278" y="4519"/>
                </a:lnTo>
                <a:lnTo>
                  <a:pt x="7400" y="4445"/>
                </a:lnTo>
                <a:lnTo>
                  <a:pt x="7547" y="4421"/>
                </a:lnTo>
                <a:lnTo>
                  <a:pt x="7669" y="4397"/>
                </a:lnTo>
                <a:close/>
                <a:moveTo>
                  <a:pt x="8133" y="10429"/>
                </a:moveTo>
                <a:lnTo>
                  <a:pt x="8328" y="10454"/>
                </a:lnTo>
                <a:lnTo>
                  <a:pt x="8499" y="10502"/>
                </a:lnTo>
                <a:lnTo>
                  <a:pt x="8670" y="10600"/>
                </a:lnTo>
                <a:lnTo>
                  <a:pt x="8817" y="10722"/>
                </a:lnTo>
                <a:lnTo>
                  <a:pt x="8939" y="10869"/>
                </a:lnTo>
                <a:lnTo>
                  <a:pt x="9037" y="11040"/>
                </a:lnTo>
                <a:lnTo>
                  <a:pt x="9085" y="11211"/>
                </a:lnTo>
                <a:lnTo>
                  <a:pt x="9110" y="11406"/>
                </a:lnTo>
                <a:lnTo>
                  <a:pt x="9085" y="11601"/>
                </a:lnTo>
                <a:lnTo>
                  <a:pt x="9037" y="11797"/>
                </a:lnTo>
                <a:lnTo>
                  <a:pt x="8939" y="11943"/>
                </a:lnTo>
                <a:lnTo>
                  <a:pt x="8817" y="12090"/>
                </a:lnTo>
                <a:lnTo>
                  <a:pt x="8670" y="12212"/>
                </a:lnTo>
                <a:lnTo>
                  <a:pt x="8499" y="12310"/>
                </a:lnTo>
                <a:lnTo>
                  <a:pt x="8328" y="12359"/>
                </a:lnTo>
                <a:lnTo>
                  <a:pt x="8133" y="12383"/>
                </a:lnTo>
                <a:lnTo>
                  <a:pt x="7938" y="12359"/>
                </a:lnTo>
                <a:lnTo>
                  <a:pt x="7742" y="12310"/>
                </a:lnTo>
                <a:lnTo>
                  <a:pt x="7596" y="12212"/>
                </a:lnTo>
                <a:lnTo>
                  <a:pt x="7449" y="12090"/>
                </a:lnTo>
                <a:lnTo>
                  <a:pt x="7327" y="11943"/>
                </a:lnTo>
                <a:lnTo>
                  <a:pt x="7229" y="11797"/>
                </a:lnTo>
                <a:lnTo>
                  <a:pt x="7180" y="11601"/>
                </a:lnTo>
                <a:lnTo>
                  <a:pt x="7156" y="11406"/>
                </a:lnTo>
                <a:lnTo>
                  <a:pt x="7180" y="11211"/>
                </a:lnTo>
                <a:lnTo>
                  <a:pt x="7229" y="11040"/>
                </a:lnTo>
                <a:lnTo>
                  <a:pt x="7327" y="10869"/>
                </a:lnTo>
                <a:lnTo>
                  <a:pt x="7449" y="10722"/>
                </a:lnTo>
                <a:lnTo>
                  <a:pt x="7596" y="10600"/>
                </a:lnTo>
                <a:lnTo>
                  <a:pt x="7742" y="10502"/>
                </a:lnTo>
                <a:lnTo>
                  <a:pt x="7938" y="10454"/>
                </a:lnTo>
                <a:lnTo>
                  <a:pt x="8133" y="10429"/>
                </a:lnTo>
                <a:close/>
                <a:moveTo>
                  <a:pt x="7986" y="0"/>
                </a:moveTo>
                <a:lnTo>
                  <a:pt x="7864" y="25"/>
                </a:lnTo>
                <a:lnTo>
                  <a:pt x="7742" y="74"/>
                </a:lnTo>
                <a:lnTo>
                  <a:pt x="7620" y="123"/>
                </a:lnTo>
                <a:lnTo>
                  <a:pt x="7522" y="196"/>
                </a:lnTo>
                <a:lnTo>
                  <a:pt x="7425" y="294"/>
                </a:lnTo>
                <a:lnTo>
                  <a:pt x="7327" y="391"/>
                </a:lnTo>
                <a:lnTo>
                  <a:pt x="7254" y="489"/>
                </a:lnTo>
                <a:lnTo>
                  <a:pt x="147" y="12700"/>
                </a:lnTo>
                <a:lnTo>
                  <a:pt x="73" y="12823"/>
                </a:lnTo>
                <a:lnTo>
                  <a:pt x="25" y="12945"/>
                </a:lnTo>
                <a:lnTo>
                  <a:pt x="0" y="13067"/>
                </a:lnTo>
                <a:lnTo>
                  <a:pt x="0" y="13213"/>
                </a:lnTo>
                <a:lnTo>
                  <a:pt x="0" y="13335"/>
                </a:lnTo>
                <a:lnTo>
                  <a:pt x="25" y="13458"/>
                </a:lnTo>
                <a:lnTo>
                  <a:pt x="73" y="13604"/>
                </a:lnTo>
                <a:lnTo>
                  <a:pt x="147" y="13726"/>
                </a:lnTo>
                <a:lnTo>
                  <a:pt x="220" y="13824"/>
                </a:lnTo>
                <a:lnTo>
                  <a:pt x="293" y="13922"/>
                </a:lnTo>
                <a:lnTo>
                  <a:pt x="391" y="14019"/>
                </a:lnTo>
                <a:lnTo>
                  <a:pt x="513" y="14093"/>
                </a:lnTo>
                <a:lnTo>
                  <a:pt x="635" y="14141"/>
                </a:lnTo>
                <a:lnTo>
                  <a:pt x="757" y="14190"/>
                </a:lnTo>
                <a:lnTo>
                  <a:pt x="879" y="14215"/>
                </a:lnTo>
                <a:lnTo>
                  <a:pt x="15387" y="14215"/>
                </a:lnTo>
                <a:lnTo>
                  <a:pt x="15509" y="14190"/>
                </a:lnTo>
                <a:lnTo>
                  <a:pt x="15631" y="14141"/>
                </a:lnTo>
                <a:lnTo>
                  <a:pt x="15753" y="14093"/>
                </a:lnTo>
                <a:lnTo>
                  <a:pt x="15875" y="14019"/>
                </a:lnTo>
                <a:lnTo>
                  <a:pt x="15973" y="13922"/>
                </a:lnTo>
                <a:lnTo>
                  <a:pt x="16046" y="13824"/>
                </a:lnTo>
                <a:lnTo>
                  <a:pt x="16119" y="13726"/>
                </a:lnTo>
                <a:lnTo>
                  <a:pt x="16193" y="13604"/>
                </a:lnTo>
                <a:lnTo>
                  <a:pt x="16241" y="13458"/>
                </a:lnTo>
                <a:lnTo>
                  <a:pt x="16266" y="13335"/>
                </a:lnTo>
                <a:lnTo>
                  <a:pt x="16266" y="13213"/>
                </a:lnTo>
                <a:lnTo>
                  <a:pt x="16266" y="13067"/>
                </a:lnTo>
                <a:lnTo>
                  <a:pt x="16241" y="12945"/>
                </a:lnTo>
                <a:lnTo>
                  <a:pt x="16193" y="12823"/>
                </a:lnTo>
                <a:lnTo>
                  <a:pt x="16119" y="12700"/>
                </a:lnTo>
                <a:lnTo>
                  <a:pt x="9012" y="489"/>
                </a:lnTo>
                <a:lnTo>
                  <a:pt x="8939" y="391"/>
                </a:lnTo>
                <a:lnTo>
                  <a:pt x="8841" y="294"/>
                </a:lnTo>
                <a:lnTo>
                  <a:pt x="8744" y="196"/>
                </a:lnTo>
                <a:lnTo>
                  <a:pt x="8646" y="123"/>
                </a:lnTo>
                <a:lnTo>
                  <a:pt x="8524" y="74"/>
                </a:lnTo>
                <a:lnTo>
                  <a:pt x="8402" y="25"/>
                </a:lnTo>
                <a:lnTo>
                  <a:pt x="8255"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31"/>
          <p:cNvSpPr/>
          <p:nvPr/>
        </p:nvSpPr>
        <p:spPr>
          <a:xfrm>
            <a:off x="3742304" y="3770601"/>
            <a:ext cx="343053" cy="343032"/>
          </a:xfrm>
          <a:custGeom>
            <a:rect b="b" l="l" r="r" t="t"/>
            <a:pathLst>
              <a:path extrusionOk="0" h="16413" w="16414">
                <a:moveTo>
                  <a:pt x="10088" y="5080"/>
                </a:moveTo>
                <a:lnTo>
                  <a:pt x="10234" y="5105"/>
                </a:lnTo>
                <a:lnTo>
                  <a:pt x="10307" y="5129"/>
                </a:lnTo>
                <a:lnTo>
                  <a:pt x="10356" y="5178"/>
                </a:lnTo>
                <a:lnTo>
                  <a:pt x="11235" y="6057"/>
                </a:lnTo>
                <a:lnTo>
                  <a:pt x="11284" y="6106"/>
                </a:lnTo>
                <a:lnTo>
                  <a:pt x="11309" y="6179"/>
                </a:lnTo>
                <a:lnTo>
                  <a:pt x="11333" y="6326"/>
                </a:lnTo>
                <a:lnTo>
                  <a:pt x="11309" y="6473"/>
                </a:lnTo>
                <a:lnTo>
                  <a:pt x="11284" y="6546"/>
                </a:lnTo>
                <a:lnTo>
                  <a:pt x="11235" y="6595"/>
                </a:lnTo>
                <a:lnTo>
                  <a:pt x="9892" y="7938"/>
                </a:lnTo>
                <a:lnTo>
                  <a:pt x="9843" y="7987"/>
                </a:lnTo>
                <a:lnTo>
                  <a:pt x="9819" y="8060"/>
                </a:lnTo>
                <a:lnTo>
                  <a:pt x="9795" y="8207"/>
                </a:lnTo>
                <a:lnTo>
                  <a:pt x="9819" y="8353"/>
                </a:lnTo>
                <a:lnTo>
                  <a:pt x="9843" y="8426"/>
                </a:lnTo>
                <a:lnTo>
                  <a:pt x="9892" y="8475"/>
                </a:lnTo>
                <a:lnTo>
                  <a:pt x="11235" y="9818"/>
                </a:lnTo>
                <a:lnTo>
                  <a:pt x="11284" y="9867"/>
                </a:lnTo>
                <a:lnTo>
                  <a:pt x="11309" y="9941"/>
                </a:lnTo>
                <a:lnTo>
                  <a:pt x="11333" y="10087"/>
                </a:lnTo>
                <a:lnTo>
                  <a:pt x="11309" y="10234"/>
                </a:lnTo>
                <a:lnTo>
                  <a:pt x="11284" y="10307"/>
                </a:lnTo>
                <a:lnTo>
                  <a:pt x="11235" y="10356"/>
                </a:lnTo>
                <a:lnTo>
                  <a:pt x="10356" y="11235"/>
                </a:lnTo>
                <a:lnTo>
                  <a:pt x="10307" y="11284"/>
                </a:lnTo>
                <a:lnTo>
                  <a:pt x="10234" y="11308"/>
                </a:lnTo>
                <a:lnTo>
                  <a:pt x="10088" y="11333"/>
                </a:lnTo>
                <a:lnTo>
                  <a:pt x="9941" y="11308"/>
                </a:lnTo>
                <a:lnTo>
                  <a:pt x="9868" y="11284"/>
                </a:lnTo>
                <a:lnTo>
                  <a:pt x="9819" y="11235"/>
                </a:lnTo>
                <a:lnTo>
                  <a:pt x="8476" y="9892"/>
                </a:lnTo>
                <a:lnTo>
                  <a:pt x="8427" y="9843"/>
                </a:lnTo>
                <a:lnTo>
                  <a:pt x="8354" y="9818"/>
                </a:lnTo>
                <a:lnTo>
                  <a:pt x="8207" y="9794"/>
                </a:lnTo>
                <a:lnTo>
                  <a:pt x="8061" y="9818"/>
                </a:lnTo>
                <a:lnTo>
                  <a:pt x="7987" y="9843"/>
                </a:lnTo>
                <a:lnTo>
                  <a:pt x="7938" y="9892"/>
                </a:lnTo>
                <a:lnTo>
                  <a:pt x="6595" y="11235"/>
                </a:lnTo>
                <a:lnTo>
                  <a:pt x="6546" y="11284"/>
                </a:lnTo>
                <a:lnTo>
                  <a:pt x="6473" y="11308"/>
                </a:lnTo>
                <a:lnTo>
                  <a:pt x="6326" y="11333"/>
                </a:lnTo>
                <a:lnTo>
                  <a:pt x="6180" y="11308"/>
                </a:lnTo>
                <a:lnTo>
                  <a:pt x="6107" y="11284"/>
                </a:lnTo>
                <a:lnTo>
                  <a:pt x="6058" y="11235"/>
                </a:lnTo>
                <a:lnTo>
                  <a:pt x="5179" y="10356"/>
                </a:lnTo>
                <a:lnTo>
                  <a:pt x="5130" y="10307"/>
                </a:lnTo>
                <a:lnTo>
                  <a:pt x="5105" y="10234"/>
                </a:lnTo>
                <a:lnTo>
                  <a:pt x="5081" y="10087"/>
                </a:lnTo>
                <a:lnTo>
                  <a:pt x="5105" y="9941"/>
                </a:lnTo>
                <a:lnTo>
                  <a:pt x="5130" y="9867"/>
                </a:lnTo>
                <a:lnTo>
                  <a:pt x="5179" y="9818"/>
                </a:lnTo>
                <a:lnTo>
                  <a:pt x="6522" y="8475"/>
                </a:lnTo>
                <a:lnTo>
                  <a:pt x="6571" y="8426"/>
                </a:lnTo>
                <a:lnTo>
                  <a:pt x="6595" y="8353"/>
                </a:lnTo>
                <a:lnTo>
                  <a:pt x="6620" y="8207"/>
                </a:lnTo>
                <a:lnTo>
                  <a:pt x="6595" y="8060"/>
                </a:lnTo>
                <a:lnTo>
                  <a:pt x="6571" y="7987"/>
                </a:lnTo>
                <a:lnTo>
                  <a:pt x="6522" y="7938"/>
                </a:lnTo>
                <a:lnTo>
                  <a:pt x="5179" y="6595"/>
                </a:lnTo>
                <a:lnTo>
                  <a:pt x="5130" y="6546"/>
                </a:lnTo>
                <a:lnTo>
                  <a:pt x="5105" y="6473"/>
                </a:lnTo>
                <a:lnTo>
                  <a:pt x="5081" y="6326"/>
                </a:lnTo>
                <a:lnTo>
                  <a:pt x="5105" y="6179"/>
                </a:lnTo>
                <a:lnTo>
                  <a:pt x="5130" y="6106"/>
                </a:lnTo>
                <a:lnTo>
                  <a:pt x="5179" y="6057"/>
                </a:lnTo>
                <a:lnTo>
                  <a:pt x="6058" y="5178"/>
                </a:lnTo>
                <a:lnTo>
                  <a:pt x="6107" y="5129"/>
                </a:lnTo>
                <a:lnTo>
                  <a:pt x="6180" y="5105"/>
                </a:lnTo>
                <a:lnTo>
                  <a:pt x="6326" y="5080"/>
                </a:lnTo>
                <a:lnTo>
                  <a:pt x="6473" y="5105"/>
                </a:lnTo>
                <a:lnTo>
                  <a:pt x="6546" y="5129"/>
                </a:lnTo>
                <a:lnTo>
                  <a:pt x="6595" y="5178"/>
                </a:lnTo>
                <a:lnTo>
                  <a:pt x="7938" y="6521"/>
                </a:lnTo>
                <a:lnTo>
                  <a:pt x="7987" y="6570"/>
                </a:lnTo>
                <a:lnTo>
                  <a:pt x="8061" y="6595"/>
                </a:lnTo>
                <a:lnTo>
                  <a:pt x="8207" y="6619"/>
                </a:lnTo>
                <a:lnTo>
                  <a:pt x="8354" y="6595"/>
                </a:lnTo>
                <a:lnTo>
                  <a:pt x="8427" y="6570"/>
                </a:lnTo>
                <a:lnTo>
                  <a:pt x="8476" y="6521"/>
                </a:lnTo>
                <a:lnTo>
                  <a:pt x="9819" y="5178"/>
                </a:lnTo>
                <a:lnTo>
                  <a:pt x="9868" y="5129"/>
                </a:lnTo>
                <a:lnTo>
                  <a:pt x="9941" y="5105"/>
                </a:lnTo>
                <a:lnTo>
                  <a:pt x="10088" y="5080"/>
                </a:lnTo>
                <a:close/>
                <a:moveTo>
                  <a:pt x="5130" y="0"/>
                </a:moveTo>
                <a:lnTo>
                  <a:pt x="4934" y="25"/>
                </a:lnTo>
                <a:lnTo>
                  <a:pt x="4739" y="74"/>
                </a:lnTo>
                <a:lnTo>
                  <a:pt x="4568" y="171"/>
                </a:lnTo>
                <a:lnTo>
                  <a:pt x="4397" y="293"/>
                </a:lnTo>
                <a:lnTo>
                  <a:pt x="294" y="4397"/>
                </a:lnTo>
                <a:lnTo>
                  <a:pt x="172" y="4568"/>
                </a:lnTo>
                <a:lnTo>
                  <a:pt x="74" y="4738"/>
                </a:lnTo>
                <a:lnTo>
                  <a:pt x="25" y="4934"/>
                </a:lnTo>
                <a:lnTo>
                  <a:pt x="1" y="5129"/>
                </a:lnTo>
                <a:lnTo>
                  <a:pt x="1" y="11284"/>
                </a:lnTo>
                <a:lnTo>
                  <a:pt x="25" y="11479"/>
                </a:lnTo>
                <a:lnTo>
                  <a:pt x="74" y="11675"/>
                </a:lnTo>
                <a:lnTo>
                  <a:pt x="172" y="11846"/>
                </a:lnTo>
                <a:lnTo>
                  <a:pt x="294" y="12017"/>
                </a:lnTo>
                <a:lnTo>
                  <a:pt x="4397" y="16120"/>
                </a:lnTo>
                <a:lnTo>
                  <a:pt x="4568" y="16242"/>
                </a:lnTo>
                <a:lnTo>
                  <a:pt x="4739" y="16339"/>
                </a:lnTo>
                <a:lnTo>
                  <a:pt x="4934" y="16388"/>
                </a:lnTo>
                <a:lnTo>
                  <a:pt x="5130" y="16413"/>
                </a:lnTo>
                <a:lnTo>
                  <a:pt x="11284" y="16413"/>
                </a:lnTo>
                <a:lnTo>
                  <a:pt x="11480" y="16388"/>
                </a:lnTo>
                <a:lnTo>
                  <a:pt x="11675" y="16339"/>
                </a:lnTo>
                <a:lnTo>
                  <a:pt x="11846" y="16242"/>
                </a:lnTo>
                <a:lnTo>
                  <a:pt x="12017" y="16120"/>
                </a:lnTo>
                <a:lnTo>
                  <a:pt x="16120" y="12017"/>
                </a:lnTo>
                <a:lnTo>
                  <a:pt x="16242" y="11846"/>
                </a:lnTo>
                <a:lnTo>
                  <a:pt x="16340" y="11675"/>
                </a:lnTo>
                <a:lnTo>
                  <a:pt x="16389" y="11479"/>
                </a:lnTo>
                <a:lnTo>
                  <a:pt x="16413" y="11284"/>
                </a:lnTo>
                <a:lnTo>
                  <a:pt x="16413" y="5129"/>
                </a:lnTo>
                <a:lnTo>
                  <a:pt x="16389" y="4934"/>
                </a:lnTo>
                <a:lnTo>
                  <a:pt x="16340" y="4738"/>
                </a:lnTo>
                <a:lnTo>
                  <a:pt x="16242" y="4568"/>
                </a:lnTo>
                <a:lnTo>
                  <a:pt x="16120" y="4397"/>
                </a:lnTo>
                <a:lnTo>
                  <a:pt x="12017" y="293"/>
                </a:lnTo>
                <a:lnTo>
                  <a:pt x="11846" y="171"/>
                </a:lnTo>
                <a:lnTo>
                  <a:pt x="11675" y="74"/>
                </a:lnTo>
                <a:lnTo>
                  <a:pt x="11480" y="25"/>
                </a:lnTo>
                <a:lnTo>
                  <a:pt x="11284"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2" name="Google Shape;822;p31"/>
          <p:cNvGrpSpPr/>
          <p:nvPr/>
        </p:nvGrpSpPr>
        <p:grpSpPr>
          <a:xfrm>
            <a:off x="4280686" y="3775560"/>
            <a:ext cx="393045" cy="332833"/>
            <a:chOff x="5275975" y="4344850"/>
            <a:chExt cx="470150" cy="398125"/>
          </a:xfrm>
        </p:grpSpPr>
        <p:sp>
          <p:nvSpPr>
            <p:cNvPr id="823" name="Google Shape;823;p31"/>
            <p:cNvSpPr/>
            <p:nvPr/>
          </p:nvSpPr>
          <p:spPr>
            <a:xfrm>
              <a:off x="5661250" y="4690450"/>
              <a:ext cx="65950" cy="52525"/>
            </a:xfrm>
            <a:custGeom>
              <a:rect b="b" l="l" r="r" t="t"/>
              <a:pathLst>
                <a:path extrusionOk="0" h="2101" w="2638">
                  <a:moveTo>
                    <a:pt x="0" y="0"/>
                  </a:moveTo>
                  <a:lnTo>
                    <a:pt x="0" y="782"/>
                  </a:lnTo>
                  <a:lnTo>
                    <a:pt x="25" y="1050"/>
                  </a:lnTo>
                  <a:lnTo>
                    <a:pt x="122" y="1295"/>
                  </a:lnTo>
                  <a:lnTo>
                    <a:pt x="244" y="1514"/>
                  </a:lnTo>
                  <a:lnTo>
                    <a:pt x="391" y="1710"/>
                  </a:lnTo>
                  <a:lnTo>
                    <a:pt x="586" y="1856"/>
                  </a:lnTo>
                  <a:lnTo>
                    <a:pt x="806" y="1978"/>
                  </a:lnTo>
                  <a:lnTo>
                    <a:pt x="1050" y="2076"/>
                  </a:lnTo>
                  <a:lnTo>
                    <a:pt x="1319" y="2100"/>
                  </a:lnTo>
                  <a:lnTo>
                    <a:pt x="1588" y="2076"/>
                  </a:lnTo>
                  <a:lnTo>
                    <a:pt x="1832" y="1978"/>
                  </a:lnTo>
                  <a:lnTo>
                    <a:pt x="2052" y="1856"/>
                  </a:lnTo>
                  <a:lnTo>
                    <a:pt x="2247" y="1710"/>
                  </a:lnTo>
                  <a:lnTo>
                    <a:pt x="2418" y="1514"/>
                  </a:lnTo>
                  <a:lnTo>
                    <a:pt x="2540" y="1295"/>
                  </a:lnTo>
                  <a:lnTo>
                    <a:pt x="2613" y="1050"/>
                  </a:lnTo>
                  <a:lnTo>
                    <a:pt x="2638" y="782"/>
                  </a:lnTo>
                  <a:lnTo>
                    <a:pt x="2638"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31"/>
            <p:cNvSpPr/>
            <p:nvPr/>
          </p:nvSpPr>
          <p:spPr>
            <a:xfrm>
              <a:off x="5294900" y="4690450"/>
              <a:ext cx="65950" cy="52525"/>
            </a:xfrm>
            <a:custGeom>
              <a:rect b="b" l="l" r="r" t="t"/>
              <a:pathLst>
                <a:path extrusionOk="0" h="2101" w="2638">
                  <a:moveTo>
                    <a:pt x="0" y="0"/>
                  </a:moveTo>
                  <a:lnTo>
                    <a:pt x="0" y="782"/>
                  </a:lnTo>
                  <a:lnTo>
                    <a:pt x="25" y="1050"/>
                  </a:lnTo>
                  <a:lnTo>
                    <a:pt x="98" y="1295"/>
                  </a:lnTo>
                  <a:lnTo>
                    <a:pt x="220" y="1514"/>
                  </a:lnTo>
                  <a:lnTo>
                    <a:pt x="391" y="1710"/>
                  </a:lnTo>
                  <a:lnTo>
                    <a:pt x="586" y="1856"/>
                  </a:lnTo>
                  <a:lnTo>
                    <a:pt x="806" y="1978"/>
                  </a:lnTo>
                  <a:lnTo>
                    <a:pt x="1050" y="2076"/>
                  </a:lnTo>
                  <a:lnTo>
                    <a:pt x="1319" y="2100"/>
                  </a:lnTo>
                  <a:lnTo>
                    <a:pt x="1588" y="2076"/>
                  </a:lnTo>
                  <a:lnTo>
                    <a:pt x="1832" y="1978"/>
                  </a:lnTo>
                  <a:lnTo>
                    <a:pt x="2052" y="1856"/>
                  </a:lnTo>
                  <a:lnTo>
                    <a:pt x="2247" y="1710"/>
                  </a:lnTo>
                  <a:lnTo>
                    <a:pt x="2394" y="1514"/>
                  </a:lnTo>
                  <a:lnTo>
                    <a:pt x="2516" y="1295"/>
                  </a:lnTo>
                  <a:lnTo>
                    <a:pt x="2614" y="1050"/>
                  </a:lnTo>
                  <a:lnTo>
                    <a:pt x="2638" y="782"/>
                  </a:lnTo>
                  <a:lnTo>
                    <a:pt x="2638"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31"/>
            <p:cNvSpPr/>
            <p:nvPr/>
          </p:nvSpPr>
          <p:spPr>
            <a:xfrm>
              <a:off x="5275975" y="4344850"/>
              <a:ext cx="470150" cy="334025"/>
            </a:xfrm>
            <a:custGeom>
              <a:rect b="b" l="l" r="r" t="t"/>
              <a:pathLst>
                <a:path extrusionOk="0" h="13361" w="18806">
                  <a:moveTo>
                    <a:pt x="10062" y="1344"/>
                  </a:moveTo>
                  <a:lnTo>
                    <a:pt x="10673" y="1368"/>
                  </a:lnTo>
                  <a:lnTo>
                    <a:pt x="11699" y="1442"/>
                  </a:lnTo>
                  <a:lnTo>
                    <a:pt x="12529" y="1564"/>
                  </a:lnTo>
                  <a:lnTo>
                    <a:pt x="13164" y="1686"/>
                  </a:lnTo>
                  <a:lnTo>
                    <a:pt x="13628" y="1808"/>
                  </a:lnTo>
                  <a:lnTo>
                    <a:pt x="13946" y="1906"/>
                  </a:lnTo>
                  <a:lnTo>
                    <a:pt x="14166" y="2003"/>
                  </a:lnTo>
                  <a:lnTo>
                    <a:pt x="14214" y="2052"/>
                  </a:lnTo>
                  <a:lnTo>
                    <a:pt x="14288" y="2174"/>
                  </a:lnTo>
                  <a:lnTo>
                    <a:pt x="14459" y="2638"/>
                  </a:lnTo>
                  <a:lnTo>
                    <a:pt x="14678" y="3273"/>
                  </a:lnTo>
                  <a:lnTo>
                    <a:pt x="14898" y="4006"/>
                  </a:lnTo>
                  <a:lnTo>
                    <a:pt x="15313" y="5374"/>
                  </a:lnTo>
                  <a:lnTo>
                    <a:pt x="15484" y="5984"/>
                  </a:lnTo>
                  <a:lnTo>
                    <a:pt x="15460" y="6033"/>
                  </a:lnTo>
                  <a:lnTo>
                    <a:pt x="15411" y="6106"/>
                  </a:lnTo>
                  <a:lnTo>
                    <a:pt x="15313" y="6180"/>
                  </a:lnTo>
                  <a:lnTo>
                    <a:pt x="15167" y="6277"/>
                  </a:lnTo>
                  <a:lnTo>
                    <a:pt x="14972" y="6399"/>
                  </a:lnTo>
                  <a:lnTo>
                    <a:pt x="14727" y="6522"/>
                  </a:lnTo>
                  <a:lnTo>
                    <a:pt x="14410" y="6619"/>
                  </a:lnTo>
                  <a:lnTo>
                    <a:pt x="14068" y="6741"/>
                  </a:lnTo>
                  <a:lnTo>
                    <a:pt x="13677" y="6864"/>
                  </a:lnTo>
                  <a:lnTo>
                    <a:pt x="13213" y="6986"/>
                  </a:lnTo>
                  <a:lnTo>
                    <a:pt x="12725" y="7083"/>
                  </a:lnTo>
                  <a:lnTo>
                    <a:pt x="12163" y="7181"/>
                  </a:lnTo>
                  <a:lnTo>
                    <a:pt x="11552" y="7254"/>
                  </a:lnTo>
                  <a:lnTo>
                    <a:pt x="10893" y="7303"/>
                  </a:lnTo>
                  <a:lnTo>
                    <a:pt x="10185" y="7352"/>
                  </a:lnTo>
                  <a:lnTo>
                    <a:pt x="8622" y="7352"/>
                  </a:lnTo>
                  <a:lnTo>
                    <a:pt x="7913" y="7303"/>
                  </a:lnTo>
                  <a:lnTo>
                    <a:pt x="7254" y="7254"/>
                  </a:lnTo>
                  <a:lnTo>
                    <a:pt x="6643" y="7181"/>
                  </a:lnTo>
                  <a:lnTo>
                    <a:pt x="6082" y="7083"/>
                  </a:lnTo>
                  <a:lnTo>
                    <a:pt x="5593" y="6986"/>
                  </a:lnTo>
                  <a:lnTo>
                    <a:pt x="5129" y="6864"/>
                  </a:lnTo>
                  <a:lnTo>
                    <a:pt x="4738" y="6741"/>
                  </a:lnTo>
                  <a:lnTo>
                    <a:pt x="4396" y="6619"/>
                  </a:lnTo>
                  <a:lnTo>
                    <a:pt x="4079" y="6522"/>
                  </a:lnTo>
                  <a:lnTo>
                    <a:pt x="3835" y="6399"/>
                  </a:lnTo>
                  <a:lnTo>
                    <a:pt x="3639" y="6277"/>
                  </a:lnTo>
                  <a:lnTo>
                    <a:pt x="3493" y="6180"/>
                  </a:lnTo>
                  <a:lnTo>
                    <a:pt x="3395" y="6106"/>
                  </a:lnTo>
                  <a:lnTo>
                    <a:pt x="3346" y="6033"/>
                  </a:lnTo>
                  <a:lnTo>
                    <a:pt x="3322" y="5984"/>
                  </a:lnTo>
                  <a:lnTo>
                    <a:pt x="3493" y="5374"/>
                  </a:lnTo>
                  <a:lnTo>
                    <a:pt x="3908" y="4006"/>
                  </a:lnTo>
                  <a:lnTo>
                    <a:pt x="4128" y="3273"/>
                  </a:lnTo>
                  <a:lnTo>
                    <a:pt x="4347" y="2638"/>
                  </a:lnTo>
                  <a:lnTo>
                    <a:pt x="4518" y="2174"/>
                  </a:lnTo>
                  <a:lnTo>
                    <a:pt x="4592" y="2052"/>
                  </a:lnTo>
                  <a:lnTo>
                    <a:pt x="4641" y="2003"/>
                  </a:lnTo>
                  <a:lnTo>
                    <a:pt x="4860" y="1906"/>
                  </a:lnTo>
                  <a:lnTo>
                    <a:pt x="5178" y="1808"/>
                  </a:lnTo>
                  <a:lnTo>
                    <a:pt x="5642" y="1686"/>
                  </a:lnTo>
                  <a:lnTo>
                    <a:pt x="6277" y="1564"/>
                  </a:lnTo>
                  <a:lnTo>
                    <a:pt x="7107" y="1442"/>
                  </a:lnTo>
                  <a:lnTo>
                    <a:pt x="8133" y="1368"/>
                  </a:lnTo>
                  <a:lnTo>
                    <a:pt x="8744" y="1344"/>
                  </a:lnTo>
                  <a:close/>
                  <a:moveTo>
                    <a:pt x="11919" y="9916"/>
                  </a:moveTo>
                  <a:lnTo>
                    <a:pt x="12016" y="9941"/>
                  </a:lnTo>
                  <a:lnTo>
                    <a:pt x="12090" y="9990"/>
                  </a:lnTo>
                  <a:lnTo>
                    <a:pt x="12138" y="10063"/>
                  </a:lnTo>
                  <a:lnTo>
                    <a:pt x="12163" y="10161"/>
                  </a:lnTo>
                  <a:lnTo>
                    <a:pt x="12138" y="10258"/>
                  </a:lnTo>
                  <a:lnTo>
                    <a:pt x="12090" y="10332"/>
                  </a:lnTo>
                  <a:lnTo>
                    <a:pt x="12016" y="10380"/>
                  </a:lnTo>
                  <a:lnTo>
                    <a:pt x="11919" y="10405"/>
                  </a:lnTo>
                  <a:lnTo>
                    <a:pt x="6887" y="10405"/>
                  </a:lnTo>
                  <a:lnTo>
                    <a:pt x="6790" y="10380"/>
                  </a:lnTo>
                  <a:lnTo>
                    <a:pt x="6717" y="10332"/>
                  </a:lnTo>
                  <a:lnTo>
                    <a:pt x="6668" y="10258"/>
                  </a:lnTo>
                  <a:lnTo>
                    <a:pt x="6643" y="10161"/>
                  </a:lnTo>
                  <a:lnTo>
                    <a:pt x="6668" y="10063"/>
                  </a:lnTo>
                  <a:lnTo>
                    <a:pt x="6717" y="9990"/>
                  </a:lnTo>
                  <a:lnTo>
                    <a:pt x="6790" y="9941"/>
                  </a:lnTo>
                  <a:lnTo>
                    <a:pt x="6887" y="9916"/>
                  </a:lnTo>
                  <a:close/>
                  <a:moveTo>
                    <a:pt x="11626" y="10991"/>
                  </a:moveTo>
                  <a:lnTo>
                    <a:pt x="11723" y="11015"/>
                  </a:lnTo>
                  <a:lnTo>
                    <a:pt x="11797" y="11064"/>
                  </a:lnTo>
                  <a:lnTo>
                    <a:pt x="11845" y="11138"/>
                  </a:lnTo>
                  <a:lnTo>
                    <a:pt x="11870" y="11235"/>
                  </a:lnTo>
                  <a:lnTo>
                    <a:pt x="11845" y="11333"/>
                  </a:lnTo>
                  <a:lnTo>
                    <a:pt x="11797" y="11406"/>
                  </a:lnTo>
                  <a:lnTo>
                    <a:pt x="11723" y="11455"/>
                  </a:lnTo>
                  <a:lnTo>
                    <a:pt x="11626" y="11479"/>
                  </a:lnTo>
                  <a:lnTo>
                    <a:pt x="7181" y="11479"/>
                  </a:lnTo>
                  <a:lnTo>
                    <a:pt x="7083" y="11455"/>
                  </a:lnTo>
                  <a:lnTo>
                    <a:pt x="7010" y="11406"/>
                  </a:lnTo>
                  <a:lnTo>
                    <a:pt x="6961" y="11333"/>
                  </a:lnTo>
                  <a:lnTo>
                    <a:pt x="6936" y="11235"/>
                  </a:lnTo>
                  <a:lnTo>
                    <a:pt x="6961" y="11138"/>
                  </a:lnTo>
                  <a:lnTo>
                    <a:pt x="7010" y="11064"/>
                  </a:lnTo>
                  <a:lnTo>
                    <a:pt x="7083" y="11015"/>
                  </a:lnTo>
                  <a:lnTo>
                    <a:pt x="7181" y="10991"/>
                  </a:lnTo>
                  <a:close/>
                  <a:moveTo>
                    <a:pt x="4152" y="9110"/>
                  </a:moveTo>
                  <a:lnTo>
                    <a:pt x="4299" y="9159"/>
                  </a:lnTo>
                  <a:lnTo>
                    <a:pt x="4470" y="9208"/>
                  </a:lnTo>
                  <a:lnTo>
                    <a:pt x="4616" y="9281"/>
                  </a:lnTo>
                  <a:lnTo>
                    <a:pt x="4763" y="9379"/>
                  </a:lnTo>
                  <a:lnTo>
                    <a:pt x="4885" y="9501"/>
                  </a:lnTo>
                  <a:lnTo>
                    <a:pt x="5129" y="9745"/>
                  </a:lnTo>
                  <a:lnTo>
                    <a:pt x="5324" y="10039"/>
                  </a:lnTo>
                  <a:lnTo>
                    <a:pt x="5471" y="10332"/>
                  </a:lnTo>
                  <a:lnTo>
                    <a:pt x="5569" y="10649"/>
                  </a:lnTo>
                  <a:lnTo>
                    <a:pt x="5593" y="10796"/>
                  </a:lnTo>
                  <a:lnTo>
                    <a:pt x="5593" y="10918"/>
                  </a:lnTo>
                  <a:lnTo>
                    <a:pt x="5593" y="11064"/>
                  </a:lnTo>
                  <a:lnTo>
                    <a:pt x="5569" y="11162"/>
                  </a:lnTo>
                  <a:lnTo>
                    <a:pt x="5520" y="11260"/>
                  </a:lnTo>
                  <a:lnTo>
                    <a:pt x="5471" y="11357"/>
                  </a:lnTo>
                  <a:lnTo>
                    <a:pt x="5398" y="11431"/>
                  </a:lnTo>
                  <a:lnTo>
                    <a:pt x="5324" y="11504"/>
                  </a:lnTo>
                  <a:lnTo>
                    <a:pt x="5129" y="11602"/>
                  </a:lnTo>
                  <a:lnTo>
                    <a:pt x="4885" y="11675"/>
                  </a:lnTo>
                  <a:lnTo>
                    <a:pt x="4616" y="11699"/>
                  </a:lnTo>
                  <a:lnTo>
                    <a:pt x="4299" y="11724"/>
                  </a:lnTo>
                  <a:lnTo>
                    <a:pt x="3981" y="11724"/>
                  </a:lnTo>
                  <a:lnTo>
                    <a:pt x="3639" y="11699"/>
                  </a:lnTo>
                  <a:lnTo>
                    <a:pt x="3346" y="11626"/>
                  </a:lnTo>
                  <a:lnTo>
                    <a:pt x="3077" y="11504"/>
                  </a:lnTo>
                  <a:lnTo>
                    <a:pt x="2833" y="11333"/>
                  </a:lnTo>
                  <a:lnTo>
                    <a:pt x="2638" y="11162"/>
                  </a:lnTo>
                  <a:lnTo>
                    <a:pt x="2467" y="10918"/>
                  </a:lnTo>
                  <a:lnTo>
                    <a:pt x="2418" y="10820"/>
                  </a:lnTo>
                  <a:lnTo>
                    <a:pt x="2394" y="10674"/>
                  </a:lnTo>
                  <a:lnTo>
                    <a:pt x="2369" y="10551"/>
                  </a:lnTo>
                  <a:lnTo>
                    <a:pt x="2345" y="10429"/>
                  </a:lnTo>
                  <a:lnTo>
                    <a:pt x="2369" y="10283"/>
                  </a:lnTo>
                  <a:lnTo>
                    <a:pt x="2394" y="10161"/>
                  </a:lnTo>
                  <a:lnTo>
                    <a:pt x="2418" y="10039"/>
                  </a:lnTo>
                  <a:lnTo>
                    <a:pt x="2467" y="9916"/>
                  </a:lnTo>
                  <a:lnTo>
                    <a:pt x="2638" y="9697"/>
                  </a:lnTo>
                  <a:lnTo>
                    <a:pt x="2833" y="9501"/>
                  </a:lnTo>
                  <a:lnTo>
                    <a:pt x="3077" y="9330"/>
                  </a:lnTo>
                  <a:lnTo>
                    <a:pt x="3346" y="9208"/>
                  </a:lnTo>
                  <a:lnTo>
                    <a:pt x="3639" y="9135"/>
                  </a:lnTo>
                  <a:lnTo>
                    <a:pt x="3981" y="9110"/>
                  </a:lnTo>
                  <a:close/>
                  <a:moveTo>
                    <a:pt x="14825" y="9110"/>
                  </a:moveTo>
                  <a:lnTo>
                    <a:pt x="15167" y="9135"/>
                  </a:lnTo>
                  <a:lnTo>
                    <a:pt x="15460" y="9208"/>
                  </a:lnTo>
                  <a:lnTo>
                    <a:pt x="15729" y="9330"/>
                  </a:lnTo>
                  <a:lnTo>
                    <a:pt x="15973" y="9501"/>
                  </a:lnTo>
                  <a:lnTo>
                    <a:pt x="16168" y="9697"/>
                  </a:lnTo>
                  <a:lnTo>
                    <a:pt x="16339" y="9916"/>
                  </a:lnTo>
                  <a:lnTo>
                    <a:pt x="16388" y="10039"/>
                  </a:lnTo>
                  <a:lnTo>
                    <a:pt x="16412" y="10161"/>
                  </a:lnTo>
                  <a:lnTo>
                    <a:pt x="16437" y="10283"/>
                  </a:lnTo>
                  <a:lnTo>
                    <a:pt x="16461" y="10429"/>
                  </a:lnTo>
                  <a:lnTo>
                    <a:pt x="16437" y="10551"/>
                  </a:lnTo>
                  <a:lnTo>
                    <a:pt x="16412" y="10674"/>
                  </a:lnTo>
                  <a:lnTo>
                    <a:pt x="16388" y="10820"/>
                  </a:lnTo>
                  <a:lnTo>
                    <a:pt x="16339" y="10918"/>
                  </a:lnTo>
                  <a:lnTo>
                    <a:pt x="16168" y="11162"/>
                  </a:lnTo>
                  <a:lnTo>
                    <a:pt x="15973" y="11333"/>
                  </a:lnTo>
                  <a:lnTo>
                    <a:pt x="15729" y="11504"/>
                  </a:lnTo>
                  <a:lnTo>
                    <a:pt x="15460" y="11626"/>
                  </a:lnTo>
                  <a:lnTo>
                    <a:pt x="15167" y="11699"/>
                  </a:lnTo>
                  <a:lnTo>
                    <a:pt x="14825" y="11724"/>
                  </a:lnTo>
                  <a:lnTo>
                    <a:pt x="14507" y="11724"/>
                  </a:lnTo>
                  <a:lnTo>
                    <a:pt x="14190" y="11699"/>
                  </a:lnTo>
                  <a:lnTo>
                    <a:pt x="13921" y="11675"/>
                  </a:lnTo>
                  <a:lnTo>
                    <a:pt x="13677" y="11602"/>
                  </a:lnTo>
                  <a:lnTo>
                    <a:pt x="13482" y="11504"/>
                  </a:lnTo>
                  <a:lnTo>
                    <a:pt x="13408" y="11431"/>
                  </a:lnTo>
                  <a:lnTo>
                    <a:pt x="13335" y="11357"/>
                  </a:lnTo>
                  <a:lnTo>
                    <a:pt x="13286" y="11260"/>
                  </a:lnTo>
                  <a:lnTo>
                    <a:pt x="13237" y="11162"/>
                  </a:lnTo>
                  <a:lnTo>
                    <a:pt x="13213" y="11064"/>
                  </a:lnTo>
                  <a:lnTo>
                    <a:pt x="13213" y="10918"/>
                  </a:lnTo>
                  <a:lnTo>
                    <a:pt x="13213" y="10796"/>
                  </a:lnTo>
                  <a:lnTo>
                    <a:pt x="13237" y="10649"/>
                  </a:lnTo>
                  <a:lnTo>
                    <a:pt x="13335" y="10332"/>
                  </a:lnTo>
                  <a:lnTo>
                    <a:pt x="13482" y="10039"/>
                  </a:lnTo>
                  <a:lnTo>
                    <a:pt x="13677" y="9745"/>
                  </a:lnTo>
                  <a:lnTo>
                    <a:pt x="13921" y="9501"/>
                  </a:lnTo>
                  <a:lnTo>
                    <a:pt x="14043" y="9379"/>
                  </a:lnTo>
                  <a:lnTo>
                    <a:pt x="14190" y="9281"/>
                  </a:lnTo>
                  <a:lnTo>
                    <a:pt x="14337" y="9208"/>
                  </a:lnTo>
                  <a:lnTo>
                    <a:pt x="14507" y="9159"/>
                  </a:lnTo>
                  <a:lnTo>
                    <a:pt x="14654" y="9110"/>
                  </a:lnTo>
                  <a:close/>
                  <a:moveTo>
                    <a:pt x="9403" y="1"/>
                  </a:moveTo>
                  <a:lnTo>
                    <a:pt x="8280" y="25"/>
                  </a:lnTo>
                  <a:lnTo>
                    <a:pt x="7303" y="74"/>
                  </a:lnTo>
                  <a:lnTo>
                    <a:pt x="6497" y="147"/>
                  </a:lnTo>
                  <a:lnTo>
                    <a:pt x="5837" y="220"/>
                  </a:lnTo>
                  <a:lnTo>
                    <a:pt x="5324" y="318"/>
                  </a:lnTo>
                  <a:lnTo>
                    <a:pt x="4958" y="391"/>
                  </a:lnTo>
                  <a:lnTo>
                    <a:pt x="4665" y="440"/>
                  </a:lnTo>
                  <a:lnTo>
                    <a:pt x="4421" y="538"/>
                  </a:lnTo>
                  <a:lnTo>
                    <a:pt x="4201" y="660"/>
                  </a:lnTo>
                  <a:lnTo>
                    <a:pt x="3981" y="807"/>
                  </a:lnTo>
                  <a:lnTo>
                    <a:pt x="3761" y="978"/>
                  </a:lnTo>
                  <a:lnTo>
                    <a:pt x="3590" y="1173"/>
                  </a:lnTo>
                  <a:lnTo>
                    <a:pt x="3419" y="1368"/>
                  </a:lnTo>
                  <a:lnTo>
                    <a:pt x="3273" y="1588"/>
                  </a:lnTo>
                  <a:lnTo>
                    <a:pt x="3175" y="1808"/>
                  </a:lnTo>
                  <a:lnTo>
                    <a:pt x="2272" y="4153"/>
                  </a:lnTo>
                  <a:lnTo>
                    <a:pt x="928" y="4153"/>
                  </a:lnTo>
                  <a:lnTo>
                    <a:pt x="831" y="4177"/>
                  </a:lnTo>
                  <a:lnTo>
                    <a:pt x="733" y="4226"/>
                  </a:lnTo>
                  <a:lnTo>
                    <a:pt x="635" y="4299"/>
                  </a:lnTo>
                  <a:lnTo>
                    <a:pt x="464" y="4446"/>
                  </a:lnTo>
                  <a:lnTo>
                    <a:pt x="293" y="4641"/>
                  </a:lnTo>
                  <a:lnTo>
                    <a:pt x="171" y="4861"/>
                  </a:lnTo>
                  <a:lnTo>
                    <a:pt x="73" y="5105"/>
                  </a:lnTo>
                  <a:lnTo>
                    <a:pt x="25" y="5349"/>
                  </a:lnTo>
                  <a:lnTo>
                    <a:pt x="0" y="5569"/>
                  </a:lnTo>
                  <a:lnTo>
                    <a:pt x="25" y="5764"/>
                  </a:lnTo>
                  <a:lnTo>
                    <a:pt x="73" y="5911"/>
                  </a:lnTo>
                  <a:lnTo>
                    <a:pt x="171" y="6033"/>
                  </a:lnTo>
                  <a:lnTo>
                    <a:pt x="293" y="6106"/>
                  </a:lnTo>
                  <a:lnTo>
                    <a:pt x="464" y="6155"/>
                  </a:lnTo>
                  <a:lnTo>
                    <a:pt x="635" y="6204"/>
                  </a:lnTo>
                  <a:lnTo>
                    <a:pt x="1466" y="6204"/>
                  </a:lnTo>
                  <a:lnTo>
                    <a:pt x="1148" y="7034"/>
                  </a:lnTo>
                  <a:lnTo>
                    <a:pt x="1002" y="7547"/>
                  </a:lnTo>
                  <a:lnTo>
                    <a:pt x="879" y="8109"/>
                  </a:lnTo>
                  <a:lnTo>
                    <a:pt x="782" y="8695"/>
                  </a:lnTo>
                  <a:lnTo>
                    <a:pt x="757" y="9233"/>
                  </a:lnTo>
                  <a:lnTo>
                    <a:pt x="757" y="13360"/>
                  </a:lnTo>
                  <a:lnTo>
                    <a:pt x="18049" y="13360"/>
                  </a:lnTo>
                  <a:lnTo>
                    <a:pt x="18049" y="9233"/>
                  </a:lnTo>
                  <a:lnTo>
                    <a:pt x="18024" y="8695"/>
                  </a:lnTo>
                  <a:lnTo>
                    <a:pt x="17927" y="8109"/>
                  </a:lnTo>
                  <a:lnTo>
                    <a:pt x="17805" y="7547"/>
                  </a:lnTo>
                  <a:lnTo>
                    <a:pt x="17658" y="7034"/>
                  </a:lnTo>
                  <a:lnTo>
                    <a:pt x="17341" y="6204"/>
                  </a:lnTo>
                  <a:lnTo>
                    <a:pt x="18171" y="6204"/>
                  </a:lnTo>
                  <a:lnTo>
                    <a:pt x="18342" y="6155"/>
                  </a:lnTo>
                  <a:lnTo>
                    <a:pt x="18513" y="6106"/>
                  </a:lnTo>
                  <a:lnTo>
                    <a:pt x="18635" y="6033"/>
                  </a:lnTo>
                  <a:lnTo>
                    <a:pt x="18733" y="5911"/>
                  </a:lnTo>
                  <a:lnTo>
                    <a:pt x="18782" y="5764"/>
                  </a:lnTo>
                  <a:lnTo>
                    <a:pt x="18806" y="5569"/>
                  </a:lnTo>
                  <a:lnTo>
                    <a:pt x="18782" y="5349"/>
                  </a:lnTo>
                  <a:lnTo>
                    <a:pt x="18733" y="5105"/>
                  </a:lnTo>
                  <a:lnTo>
                    <a:pt x="18635" y="4861"/>
                  </a:lnTo>
                  <a:lnTo>
                    <a:pt x="18513" y="4641"/>
                  </a:lnTo>
                  <a:lnTo>
                    <a:pt x="18342" y="4446"/>
                  </a:lnTo>
                  <a:lnTo>
                    <a:pt x="18171" y="4299"/>
                  </a:lnTo>
                  <a:lnTo>
                    <a:pt x="18073" y="4226"/>
                  </a:lnTo>
                  <a:lnTo>
                    <a:pt x="17976" y="4177"/>
                  </a:lnTo>
                  <a:lnTo>
                    <a:pt x="17878" y="4153"/>
                  </a:lnTo>
                  <a:lnTo>
                    <a:pt x="16535" y="4153"/>
                  </a:lnTo>
                  <a:lnTo>
                    <a:pt x="15631" y="1808"/>
                  </a:lnTo>
                  <a:lnTo>
                    <a:pt x="15533" y="1588"/>
                  </a:lnTo>
                  <a:lnTo>
                    <a:pt x="15387" y="1368"/>
                  </a:lnTo>
                  <a:lnTo>
                    <a:pt x="15216" y="1173"/>
                  </a:lnTo>
                  <a:lnTo>
                    <a:pt x="15045" y="978"/>
                  </a:lnTo>
                  <a:lnTo>
                    <a:pt x="14825" y="807"/>
                  </a:lnTo>
                  <a:lnTo>
                    <a:pt x="14605" y="660"/>
                  </a:lnTo>
                  <a:lnTo>
                    <a:pt x="14385" y="538"/>
                  </a:lnTo>
                  <a:lnTo>
                    <a:pt x="14141" y="440"/>
                  </a:lnTo>
                  <a:lnTo>
                    <a:pt x="13848" y="391"/>
                  </a:lnTo>
                  <a:lnTo>
                    <a:pt x="13482" y="318"/>
                  </a:lnTo>
                  <a:lnTo>
                    <a:pt x="12969" y="220"/>
                  </a:lnTo>
                  <a:lnTo>
                    <a:pt x="12309" y="147"/>
                  </a:lnTo>
                  <a:lnTo>
                    <a:pt x="11503" y="74"/>
                  </a:lnTo>
                  <a:lnTo>
                    <a:pt x="10527" y="25"/>
                  </a:lnTo>
                  <a:lnTo>
                    <a:pt x="9403"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6" name="Google Shape;826;p31"/>
          <p:cNvSpPr/>
          <p:nvPr/>
        </p:nvSpPr>
        <p:spPr>
          <a:xfrm>
            <a:off x="4864301" y="3765502"/>
            <a:ext cx="353252" cy="353231"/>
          </a:xfrm>
          <a:custGeom>
            <a:rect b="b" l="l" r="r" t="t"/>
            <a:pathLst>
              <a:path extrusionOk="0" h="16901" w="16902">
                <a:moveTo>
                  <a:pt x="14386" y="757"/>
                </a:moveTo>
                <a:lnTo>
                  <a:pt x="14557" y="782"/>
                </a:lnTo>
                <a:lnTo>
                  <a:pt x="14728" y="806"/>
                </a:lnTo>
                <a:lnTo>
                  <a:pt x="14899" y="831"/>
                </a:lnTo>
                <a:lnTo>
                  <a:pt x="15070" y="904"/>
                </a:lnTo>
                <a:lnTo>
                  <a:pt x="15216" y="977"/>
                </a:lnTo>
                <a:lnTo>
                  <a:pt x="15363" y="1050"/>
                </a:lnTo>
                <a:lnTo>
                  <a:pt x="15509" y="1148"/>
                </a:lnTo>
                <a:lnTo>
                  <a:pt x="15631" y="1270"/>
                </a:lnTo>
                <a:lnTo>
                  <a:pt x="15729" y="1392"/>
                </a:lnTo>
                <a:lnTo>
                  <a:pt x="15827" y="1539"/>
                </a:lnTo>
                <a:lnTo>
                  <a:pt x="15925" y="1661"/>
                </a:lnTo>
                <a:lnTo>
                  <a:pt x="15998" y="1807"/>
                </a:lnTo>
                <a:lnTo>
                  <a:pt x="16047" y="1978"/>
                </a:lnTo>
                <a:lnTo>
                  <a:pt x="16095" y="2125"/>
                </a:lnTo>
                <a:lnTo>
                  <a:pt x="16120" y="2296"/>
                </a:lnTo>
                <a:lnTo>
                  <a:pt x="16144" y="2467"/>
                </a:lnTo>
                <a:lnTo>
                  <a:pt x="16120" y="2565"/>
                </a:lnTo>
                <a:lnTo>
                  <a:pt x="16071" y="2638"/>
                </a:lnTo>
                <a:lnTo>
                  <a:pt x="15998" y="2687"/>
                </a:lnTo>
                <a:lnTo>
                  <a:pt x="15900" y="2711"/>
                </a:lnTo>
                <a:lnTo>
                  <a:pt x="15802" y="2687"/>
                </a:lnTo>
                <a:lnTo>
                  <a:pt x="15729" y="2638"/>
                </a:lnTo>
                <a:lnTo>
                  <a:pt x="15680" y="2565"/>
                </a:lnTo>
                <a:lnTo>
                  <a:pt x="15656" y="2467"/>
                </a:lnTo>
                <a:lnTo>
                  <a:pt x="15631" y="2247"/>
                </a:lnTo>
                <a:lnTo>
                  <a:pt x="15558" y="2003"/>
                </a:lnTo>
                <a:lnTo>
                  <a:pt x="15436" y="1807"/>
                </a:lnTo>
                <a:lnTo>
                  <a:pt x="15290" y="1612"/>
                </a:lnTo>
                <a:lnTo>
                  <a:pt x="15094" y="1466"/>
                </a:lnTo>
                <a:lnTo>
                  <a:pt x="14874" y="1343"/>
                </a:lnTo>
                <a:lnTo>
                  <a:pt x="14630" y="1270"/>
                </a:lnTo>
                <a:lnTo>
                  <a:pt x="14386" y="1246"/>
                </a:lnTo>
                <a:lnTo>
                  <a:pt x="14288" y="1246"/>
                </a:lnTo>
                <a:lnTo>
                  <a:pt x="14215" y="1172"/>
                </a:lnTo>
                <a:lnTo>
                  <a:pt x="14166" y="1099"/>
                </a:lnTo>
                <a:lnTo>
                  <a:pt x="14142" y="1002"/>
                </a:lnTo>
                <a:lnTo>
                  <a:pt x="14166" y="904"/>
                </a:lnTo>
                <a:lnTo>
                  <a:pt x="14215" y="831"/>
                </a:lnTo>
                <a:lnTo>
                  <a:pt x="14288" y="782"/>
                </a:lnTo>
                <a:lnTo>
                  <a:pt x="14386" y="757"/>
                </a:lnTo>
                <a:close/>
                <a:moveTo>
                  <a:pt x="15460" y="0"/>
                </a:moveTo>
                <a:lnTo>
                  <a:pt x="15167" y="25"/>
                </a:lnTo>
                <a:lnTo>
                  <a:pt x="14850" y="49"/>
                </a:lnTo>
                <a:lnTo>
                  <a:pt x="14557" y="122"/>
                </a:lnTo>
                <a:lnTo>
                  <a:pt x="14117" y="244"/>
                </a:lnTo>
                <a:lnTo>
                  <a:pt x="13873" y="318"/>
                </a:lnTo>
                <a:lnTo>
                  <a:pt x="13653" y="415"/>
                </a:lnTo>
                <a:lnTo>
                  <a:pt x="13458" y="537"/>
                </a:lnTo>
                <a:lnTo>
                  <a:pt x="13287" y="660"/>
                </a:lnTo>
                <a:lnTo>
                  <a:pt x="10625" y="3346"/>
                </a:lnTo>
                <a:lnTo>
                  <a:pt x="2858" y="1221"/>
                </a:lnTo>
                <a:lnTo>
                  <a:pt x="2712" y="1197"/>
                </a:lnTo>
                <a:lnTo>
                  <a:pt x="2590" y="1221"/>
                </a:lnTo>
                <a:lnTo>
                  <a:pt x="2467" y="1270"/>
                </a:lnTo>
                <a:lnTo>
                  <a:pt x="2345" y="1343"/>
                </a:lnTo>
                <a:lnTo>
                  <a:pt x="1613" y="2101"/>
                </a:lnTo>
                <a:lnTo>
                  <a:pt x="1539" y="2198"/>
                </a:lnTo>
                <a:lnTo>
                  <a:pt x="1491" y="2296"/>
                </a:lnTo>
                <a:lnTo>
                  <a:pt x="1466" y="2418"/>
                </a:lnTo>
                <a:lnTo>
                  <a:pt x="1466" y="2516"/>
                </a:lnTo>
                <a:lnTo>
                  <a:pt x="1491" y="2613"/>
                </a:lnTo>
                <a:lnTo>
                  <a:pt x="1515" y="2687"/>
                </a:lnTo>
                <a:lnTo>
                  <a:pt x="1613" y="2833"/>
                </a:lnTo>
                <a:lnTo>
                  <a:pt x="1710" y="2907"/>
                </a:lnTo>
                <a:lnTo>
                  <a:pt x="7425" y="6619"/>
                </a:lnTo>
                <a:lnTo>
                  <a:pt x="4177" y="10893"/>
                </a:lnTo>
                <a:lnTo>
                  <a:pt x="929" y="10331"/>
                </a:lnTo>
                <a:lnTo>
                  <a:pt x="831" y="10331"/>
                </a:lnTo>
                <a:lnTo>
                  <a:pt x="709" y="10356"/>
                </a:lnTo>
                <a:lnTo>
                  <a:pt x="611" y="10404"/>
                </a:lnTo>
                <a:lnTo>
                  <a:pt x="514" y="10478"/>
                </a:lnTo>
                <a:lnTo>
                  <a:pt x="147" y="10844"/>
                </a:lnTo>
                <a:lnTo>
                  <a:pt x="74" y="10942"/>
                </a:lnTo>
                <a:lnTo>
                  <a:pt x="25" y="11064"/>
                </a:lnTo>
                <a:lnTo>
                  <a:pt x="1" y="11186"/>
                </a:lnTo>
                <a:lnTo>
                  <a:pt x="1" y="11308"/>
                </a:lnTo>
                <a:lnTo>
                  <a:pt x="50" y="11455"/>
                </a:lnTo>
                <a:lnTo>
                  <a:pt x="147" y="11601"/>
                </a:lnTo>
                <a:lnTo>
                  <a:pt x="245" y="11674"/>
                </a:lnTo>
                <a:lnTo>
                  <a:pt x="3444" y="13457"/>
                </a:lnTo>
                <a:lnTo>
                  <a:pt x="5227" y="16657"/>
                </a:lnTo>
                <a:lnTo>
                  <a:pt x="5301" y="16754"/>
                </a:lnTo>
                <a:lnTo>
                  <a:pt x="5447" y="16852"/>
                </a:lnTo>
                <a:lnTo>
                  <a:pt x="5594" y="16901"/>
                </a:lnTo>
                <a:lnTo>
                  <a:pt x="5716" y="16901"/>
                </a:lnTo>
                <a:lnTo>
                  <a:pt x="5838" y="16877"/>
                </a:lnTo>
                <a:lnTo>
                  <a:pt x="5960" y="16828"/>
                </a:lnTo>
                <a:lnTo>
                  <a:pt x="6058" y="16754"/>
                </a:lnTo>
                <a:lnTo>
                  <a:pt x="6424" y="16388"/>
                </a:lnTo>
                <a:lnTo>
                  <a:pt x="6497" y="16290"/>
                </a:lnTo>
                <a:lnTo>
                  <a:pt x="6546" y="16193"/>
                </a:lnTo>
                <a:lnTo>
                  <a:pt x="6571" y="16071"/>
                </a:lnTo>
                <a:lnTo>
                  <a:pt x="6571" y="15973"/>
                </a:lnTo>
                <a:lnTo>
                  <a:pt x="6009" y="12725"/>
                </a:lnTo>
                <a:lnTo>
                  <a:pt x="10283" y="9476"/>
                </a:lnTo>
                <a:lnTo>
                  <a:pt x="13995" y="15191"/>
                </a:lnTo>
                <a:lnTo>
                  <a:pt x="14068" y="15289"/>
                </a:lnTo>
                <a:lnTo>
                  <a:pt x="14215" y="15387"/>
                </a:lnTo>
                <a:lnTo>
                  <a:pt x="14288" y="15411"/>
                </a:lnTo>
                <a:lnTo>
                  <a:pt x="14386" y="15436"/>
                </a:lnTo>
                <a:lnTo>
                  <a:pt x="14484" y="15436"/>
                </a:lnTo>
                <a:lnTo>
                  <a:pt x="14606" y="15411"/>
                </a:lnTo>
                <a:lnTo>
                  <a:pt x="14703" y="15362"/>
                </a:lnTo>
                <a:lnTo>
                  <a:pt x="14801" y="15289"/>
                </a:lnTo>
                <a:lnTo>
                  <a:pt x="15558" y="14556"/>
                </a:lnTo>
                <a:lnTo>
                  <a:pt x="15631" y="14434"/>
                </a:lnTo>
                <a:lnTo>
                  <a:pt x="15680" y="14312"/>
                </a:lnTo>
                <a:lnTo>
                  <a:pt x="15705" y="14190"/>
                </a:lnTo>
                <a:lnTo>
                  <a:pt x="15680" y="14043"/>
                </a:lnTo>
                <a:lnTo>
                  <a:pt x="13555" y="6277"/>
                </a:lnTo>
                <a:lnTo>
                  <a:pt x="16242" y="3615"/>
                </a:lnTo>
                <a:lnTo>
                  <a:pt x="16364" y="3444"/>
                </a:lnTo>
                <a:lnTo>
                  <a:pt x="16486" y="3248"/>
                </a:lnTo>
                <a:lnTo>
                  <a:pt x="16584" y="3029"/>
                </a:lnTo>
                <a:lnTo>
                  <a:pt x="16657" y="2784"/>
                </a:lnTo>
                <a:lnTo>
                  <a:pt x="16779" y="2345"/>
                </a:lnTo>
                <a:lnTo>
                  <a:pt x="16853" y="2052"/>
                </a:lnTo>
                <a:lnTo>
                  <a:pt x="16877" y="1734"/>
                </a:lnTo>
                <a:lnTo>
                  <a:pt x="16901" y="1441"/>
                </a:lnTo>
                <a:lnTo>
                  <a:pt x="16901" y="1197"/>
                </a:lnTo>
                <a:lnTo>
                  <a:pt x="16901" y="953"/>
                </a:lnTo>
                <a:lnTo>
                  <a:pt x="16853" y="757"/>
                </a:lnTo>
                <a:lnTo>
                  <a:pt x="16779" y="586"/>
                </a:lnTo>
                <a:lnTo>
                  <a:pt x="16706" y="415"/>
                </a:lnTo>
                <a:lnTo>
                  <a:pt x="16608" y="293"/>
                </a:lnTo>
                <a:lnTo>
                  <a:pt x="16486" y="196"/>
                </a:lnTo>
                <a:lnTo>
                  <a:pt x="16315" y="122"/>
                </a:lnTo>
                <a:lnTo>
                  <a:pt x="16144" y="49"/>
                </a:lnTo>
                <a:lnTo>
                  <a:pt x="15949"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7" name="Google Shape;827;p31"/>
          <p:cNvGrpSpPr/>
          <p:nvPr/>
        </p:nvGrpSpPr>
        <p:grpSpPr>
          <a:xfrm>
            <a:off x="5423038" y="3748515"/>
            <a:ext cx="362448" cy="386922"/>
            <a:chOff x="6642425" y="4312500"/>
            <a:chExt cx="433550" cy="462825"/>
          </a:xfrm>
        </p:grpSpPr>
        <p:sp>
          <p:nvSpPr>
            <p:cNvPr id="828" name="Google Shape;828;p31"/>
            <p:cNvSpPr/>
            <p:nvPr/>
          </p:nvSpPr>
          <p:spPr>
            <a:xfrm>
              <a:off x="6642425" y="4687375"/>
              <a:ext cx="433550" cy="39125"/>
            </a:xfrm>
            <a:custGeom>
              <a:rect b="b" l="l" r="r" t="t"/>
              <a:pathLst>
                <a:path extrusionOk="0" h="1565" w="17342">
                  <a:moveTo>
                    <a:pt x="489" y="1"/>
                  </a:moveTo>
                  <a:lnTo>
                    <a:pt x="392" y="25"/>
                  </a:lnTo>
                  <a:lnTo>
                    <a:pt x="294" y="50"/>
                  </a:lnTo>
                  <a:lnTo>
                    <a:pt x="221" y="99"/>
                  </a:lnTo>
                  <a:lnTo>
                    <a:pt x="147" y="148"/>
                  </a:lnTo>
                  <a:lnTo>
                    <a:pt x="74" y="221"/>
                  </a:lnTo>
                  <a:lnTo>
                    <a:pt x="25" y="318"/>
                  </a:lnTo>
                  <a:lnTo>
                    <a:pt x="1" y="392"/>
                  </a:lnTo>
                  <a:lnTo>
                    <a:pt x="1" y="489"/>
                  </a:lnTo>
                  <a:lnTo>
                    <a:pt x="1" y="612"/>
                  </a:lnTo>
                  <a:lnTo>
                    <a:pt x="25" y="685"/>
                  </a:lnTo>
                  <a:lnTo>
                    <a:pt x="74" y="783"/>
                  </a:lnTo>
                  <a:lnTo>
                    <a:pt x="147" y="856"/>
                  </a:lnTo>
                  <a:lnTo>
                    <a:pt x="221" y="905"/>
                  </a:lnTo>
                  <a:lnTo>
                    <a:pt x="294" y="953"/>
                  </a:lnTo>
                  <a:lnTo>
                    <a:pt x="392" y="978"/>
                  </a:lnTo>
                  <a:lnTo>
                    <a:pt x="489" y="978"/>
                  </a:lnTo>
                  <a:lnTo>
                    <a:pt x="734" y="1002"/>
                  </a:lnTo>
                  <a:lnTo>
                    <a:pt x="929" y="1051"/>
                  </a:lnTo>
                  <a:lnTo>
                    <a:pt x="1100" y="1124"/>
                  </a:lnTo>
                  <a:lnTo>
                    <a:pt x="1271" y="1222"/>
                  </a:lnTo>
                  <a:lnTo>
                    <a:pt x="1491" y="1344"/>
                  </a:lnTo>
                  <a:lnTo>
                    <a:pt x="1759" y="1466"/>
                  </a:lnTo>
                  <a:lnTo>
                    <a:pt x="1930" y="1515"/>
                  </a:lnTo>
                  <a:lnTo>
                    <a:pt x="2101" y="1540"/>
                  </a:lnTo>
                  <a:lnTo>
                    <a:pt x="2297" y="1564"/>
                  </a:lnTo>
                  <a:lnTo>
                    <a:pt x="2761" y="1564"/>
                  </a:lnTo>
                  <a:lnTo>
                    <a:pt x="2956" y="1540"/>
                  </a:lnTo>
                  <a:lnTo>
                    <a:pt x="3127" y="1515"/>
                  </a:lnTo>
                  <a:lnTo>
                    <a:pt x="3298" y="1466"/>
                  </a:lnTo>
                  <a:lnTo>
                    <a:pt x="3567" y="1344"/>
                  </a:lnTo>
                  <a:lnTo>
                    <a:pt x="3787" y="1222"/>
                  </a:lnTo>
                  <a:lnTo>
                    <a:pt x="3957" y="1124"/>
                  </a:lnTo>
                  <a:lnTo>
                    <a:pt x="4128" y="1051"/>
                  </a:lnTo>
                  <a:lnTo>
                    <a:pt x="4324" y="1002"/>
                  </a:lnTo>
                  <a:lnTo>
                    <a:pt x="4568" y="978"/>
                  </a:lnTo>
                  <a:lnTo>
                    <a:pt x="4837" y="1002"/>
                  </a:lnTo>
                  <a:lnTo>
                    <a:pt x="5032" y="1051"/>
                  </a:lnTo>
                  <a:lnTo>
                    <a:pt x="5179" y="1124"/>
                  </a:lnTo>
                  <a:lnTo>
                    <a:pt x="5350" y="1222"/>
                  </a:lnTo>
                  <a:lnTo>
                    <a:pt x="5594" y="1344"/>
                  </a:lnTo>
                  <a:lnTo>
                    <a:pt x="5862" y="1466"/>
                  </a:lnTo>
                  <a:lnTo>
                    <a:pt x="6009" y="1515"/>
                  </a:lnTo>
                  <a:lnTo>
                    <a:pt x="6204" y="1540"/>
                  </a:lnTo>
                  <a:lnTo>
                    <a:pt x="6400" y="1564"/>
                  </a:lnTo>
                  <a:lnTo>
                    <a:pt x="6839" y="1564"/>
                  </a:lnTo>
                  <a:lnTo>
                    <a:pt x="7059" y="1540"/>
                  </a:lnTo>
                  <a:lnTo>
                    <a:pt x="7230" y="1515"/>
                  </a:lnTo>
                  <a:lnTo>
                    <a:pt x="7401" y="1466"/>
                  </a:lnTo>
                  <a:lnTo>
                    <a:pt x="7670" y="1344"/>
                  </a:lnTo>
                  <a:lnTo>
                    <a:pt x="7890" y="1222"/>
                  </a:lnTo>
                  <a:lnTo>
                    <a:pt x="8061" y="1124"/>
                  </a:lnTo>
                  <a:lnTo>
                    <a:pt x="8231" y="1051"/>
                  </a:lnTo>
                  <a:lnTo>
                    <a:pt x="8427" y="1002"/>
                  </a:lnTo>
                  <a:lnTo>
                    <a:pt x="8671" y="978"/>
                  </a:lnTo>
                  <a:lnTo>
                    <a:pt x="8915" y="1002"/>
                  </a:lnTo>
                  <a:lnTo>
                    <a:pt x="9111" y="1051"/>
                  </a:lnTo>
                  <a:lnTo>
                    <a:pt x="9282" y="1124"/>
                  </a:lnTo>
                  <a:lnTo>
                    <a:pt x="9453" y="1222"/>
                  </a:lnTo>
                  <a:lnTo>
                    <a:pt x="9672" y="1344"/>
                  </a:lnTo>
                  <a:lnTo>
                    <a:pt x="9941" y="1466"/>
                  </a:lnTo>
                  <a:lnTo>
                    <a:pt x="10112" y="1515"/>
                  </a:lnTo>
                  <a:lnTo>
                    <a:pt x="10283" y="1540"/>
                  </a:lnTo>
                  <a:lnTo>
                    <a:pt x="10478" y="1564"/>
                  </a:lnTo>
                  <a:lnTo>
                    <a:pt x="10942" y="1564"/>
                  </a:lnTo>
                  <a:lnTo>
                    <a:pt x="11138" y="1540"/>
                  </a:lnTo>
                  <a:lnTo>
                    <a:pt x="11333" y="1515"/>
                  </a:lnTo>
                  <a:lnTo>
                    <a:pt x="11480" y="1466"/>
                  </a:lnTo>
                  <a:lnTo>
                    <a:pt x="11748" y="1344"/>
                  </a:lnTo>
                  <a:lnTo>
                    <a:pt x="11993" y="1222"/>
                  </a:lnTo>
                  <a:lnTo>
                    <a:pt x="12139" y="1124"/>
                  </a:lnTo>
                  <a:lnTo>
                    <a:pt x="12310" y="1051"/>
                  </a:lnTo>
                  <a:lnTo>
                    <a:pt x="12506" y="1002"/>
                  </a:lnTo>
                  <a:lnTo>
                    <a:pt x="12774" y="978"/>
                  </a:lnTo>
                  <a:lnTo>
                    <a:pt x="13018" y="1002"/>
                  </a:lnTo>
                  <a:lnTo>
                    <a:pt x="13214" y="1051"/>
                  </a:lnTo>
                  <a:lnTo>
                    <a:pt x="13385" y="1124"/>
                  </a:lnTo>
                  <a:lnTo>
                    <a:pt x="13556" y="1222"/>
                  </a:lnTo>
                  <a:lnTo>
                    <a:pt x="13776" y="1344"/>
                  </a:lnTo>
                  <a:lnTo>
                    <a:pt x="14044" y="1466"/>
                  </a:lnTo>
                  <a:lnTo>
                    <a:pt x="14215" y="1515"/>
                  </a:lnTo>
                  <a:lnTo>
                    <a:pt x="14386" y="1540"/>
                  </a:lnTo>
                  <a:lnTo>
                    <a:pt x="14581" y="1564"/>
                  </a:lnTo>
                  <a:lnTo>
                    <a:pt x="15046" y="1564"/>
                  </a:lnTo>
                  <a:lnTo>
                    <a:pt x="15241" y="1540"/>
                  </a:lnTo>
                  <a:lnTo>
                    <a:pt x="15412" y="1515"/>
                  </a:lnTo>
                  <a:lnTo>
                    <a:pt x="15583" y="1466"/>
                  </a:lnTo>
                  <a:lnTo>
                    <a:pt x="15851" y="1344"/>
                  </a:lnTo>
                  <a:lnTo>
                    <a:pt x="16071" y="1222"/>
                  </a:lnTo>
                  <a:lnTo>
                    <a:pt x="16242" y="1124"/>
                  </a:lnTo>
                  <a:lnTo>
                    <a:pt x="16413" y="1051"/>
                  </a:lnTo>
                  <a:lnTo>
                    <a:pt x="16609" y="1002"/>
                  </a:lnTo>
                  <a:lnTo>
                    <a:pt x="16853" y="978"/>
                  </a:lnTo>
                  <a:lnTo>
                    <a:pt x="16951" y="978"/>
                  </a:lnTo>
                  <a:lnTo>
                    <a:pt x="17048" y="953"/>
                  </a:lnTo>
                  <a:lnTo>
                    <a:pt x="17121" y="905"/>
                  </a:lnTo>
                  <a:lnTo>
                    <a:pt x="17195" y="856"/>
                  </a:lnTo>
                  <a:lnTo>
                    <a:pt x="17268" y="783"/>
                  </a:lnTo>
                  <a:lnTo>
                    <a:pt x="17317" y="685"/>
                  </a:lnTo>
                  <a:lnTo>
                    <a:pt x="17341" y="612"/>
                  </a:lnTo>
                  <a:lnTo>
                    <a:pt x="17341" y="489"/>
                  </a:lnTo>
                  <a:lnTo>
                    <a:pt x="17341" y="392"/>
                  </a:lnTo>
                  <a:lnTo>
                    <a:pt x="17317" y="318"/>
                  </a:lnTo>
                  <a:lnTo>
                    <a:pt x="17268" y="221"/>
                  </a:lnTo>
                  <a:lnTo>
                    <a:pt x="17195" y="148"/>
                  </a:lnTo>
                  <a:lnTo>
                    <a:pt x="17121" y="99"/>
                  </a:lnTo>
                  <a:lnTo>
                    <a:pt x="17048" y="50"/>
                  </a:lnTo>
                  <a:lnTo>
                    <a:pt x="16951" y="25"/>
                  </a:lnTo>
                  <a:lnTo>
                    <a:pt x="16853" y="1"/>
                  </a:lnTo>
                  <a:lnTo>
                    <a:pt x="16633" y="25"/>
                  </a:lnTo>
                  <a:lnTo>
                    <a:pt x="16438" y="50"/>
                  </a:lnTo>
                  <a:lnTo>
                    <a:pt x="16242" y="74"/>
                  </a:lnTo>
                  <a:lnTo>
                    <a:pt x="16096" y="123"/>
                  </a:lnTo>
                  <a:lnTo>
                    <a:pt x="15827" y="245"/>
                  </a:lnTo>
                  <a:lnTo>
                    <a:pt x="15583" y="367"/>
                  </a:lnTo>
                  <a:lnTo>
                    <a:pt x="15436" y="465"/>
                  </a:lnTo>
                  <a:lnTo>
                    <a:pt x="15265" y="538"/>
                  </a:lnTo>
                  <a:lnTo>
                    <a:pt x="15070" y="587"/>
                  </a:lnTo>
                  <a:lnTo>
                    <a:pt x="14557" y="587"/>
                  </a:lnTo>
                  <a:lnTo>
                    <a:pt x="14362" y="538"/>
                  </a:lnTo>
                  <a:lnTo>
                    <a:pt x="14191" y="465"/>
                  </a:lnTo>
                  <a:lnTo>
                    <a:pt x="14020" y="367"/>
                  </a:lnTo>
                  <a:lnTo>
                    <a:pt x="13800" y="245"/>
                  </a:lnTo>
                  <a:lnTo>
                    <a:pt x="13531" y="123"/>
                  </a:lnTo>
                  <a:lnTo>
                    <a:pt x="13385" y="74"/>
                  </a:lnTo>
                  <a:lnTo>
                    <a:pt x="13189" y="50"/>
                  </a:lnTo>
                  <a:lnTo>
                    <a:pt x="12994" y="25"/>
                  </a:lnTo>
                  <a:lnTo>
                    <a:pt x="12774" y="1"/>
                  </a:lnTo>
                  <a:lnTo>
                    <a:pt x="12530" y="25"/>
                  </a:lnTo>
                  <a:lnTo>
                    <a:pt x="12335" y="50"/>
                  </a:lnTo>
                  <a:lnTo>
                    <a:pt x="12164" y="74"/>
                  </a:lnTo>
                  <a:lnTo>
                    <a:pt x="11993" y="123"/>
                  </a:lnTo>
                  <a:lnTo>
                    <a:pt x="11724" y="245"/>
                  </a:lnTo>
                  <a:lnTo>
                    <a:pt x="11504" y="367"/>
                  </a:lnTo>
                  <a:lnTo>
                    <a:pt x="11333" y="465"/>
                  </a:lnTo>
                  <a:lnTo>
                    <a:pt x="11162" y="538"/>
                  </a:lnTo>
                  <a:lnTo>
                    <a:pt x="10967" y="587"/>
                  </a:lnTo>
                  <a:lnTo>
                    <a:pt x="10478" y="587"/>
                  </a:lnTo>
                  <a:lnTo>
                    <a:pt x="10283" y="538"/>
                  </a:lnTo>
                  <a:lnTo>
                    <a:pt x="10112" y="465"/>
                  </a:lnTo>
                  <a:lnTo>
                    <a:pt x="9941" y="367"/>
                  </a:lnTo>
                  <a:lnTo>
                    <a:pt x="9721" y="245"/>
                  </a:lnTo>
                  <a:lnTo>
                    <a:pt x="9428" y="123"/>
                  </a:lnTo>
                  <a:lnTo>
                    <a:pt x="9282" y="74"/>
                  </a:lnTo>
                  <a:lnTo>
                    <a:pt x="9111" y="50"/>
                  </a:lnTo>
                  <a:lnTo>
                    <a:pt x="8891" y="25"/>
                  </a:lnTo>
                  <a:lnTo>
                    <a:pt x="8671" y="1"/>
                  </a:lnTo>
                  <a:lnTo>
                    <a:pt x="8451" y="25"/>
                  </a:lnTo>
                  <a:lnTo>
                    <a:pt x="8231" y="50"/>
                  </a:lnTo>
                  <a:lnTo>
                    <a:pt x="8061" y="74"/>
                  </a:lnTo>
                  <a:lnTo>
                    <a:pt x="7890" y="123"/>
                  </a:lnTo>
                  <a:lnTo>
                    <a:pt x="7621" y="245"/>
                  </a:lnTo>
                  <a:lnTo>
                    <a:pt x="7401" y="367"/>
                  </a:lnTo>
                  <a:lnTo>
                    <a:pt x="7230" y="465"/>
                  </a:lnTo>
                  <a:lnTo>
                    <a:pt x="7059" y="538"/>
                  </a:lnTo>
                  <a:lnTo>
                    <a:pt x="6864" y="587"/>
                  </a:lnTo>
                  <a:lnTo>
                    <a:pt x="6375" y="587"/>
                  </a:lnTo>
                  <a:lnTo>
                    <a:pt x="6180" y="538"/>
                  </a:lnTo>
                  <a:lnTo>
                    <a:pt x="6009" y="465"/>
                  </a:lnTo>
                  <a:lnTo>
                    <a:pt x="5838" y="367"/>
                  </a:lnTo>
                  <a:lnTo>
                    <a:pt x="5618" y="245"/>
                  </a:lnTo>
                  <a:lnTo>
                    <a:pt x="5350" y="123"/>
                  </a:lnTo>
                  <a:lnTo>
                    <a:pt x="5179" y="74"/>
                  </a:lnTo>
                  <a:lnTo>
                    <a:pt x="5008" y="50"/>
                  </a:lnTo>
                  <a:lnTo>
                    <a:pt x="4812" y="25"/>
                  </a:lnTo>
                  <a:lnTo>
                    <a:pt x="4568" y="1"/>
                  </a:lnTo>
                  <a:lnTo>
                    <a:pt x="4348" y="25"/>
                  </a:lnTo>
                  <a:lnTo>
                    <a:pt x="4153" y="50"/>
                  </a:lnTo>
                  <a:lnTo>
                    <a:pt x="3957" y="74"/>
                  </a:lnTo>
                  <a:lnTo>
                    <a:pt x="3811" y="123"/>
                  </a:lnTo>
                  <a:lnTo>
                    <a:pt x="3542" y="245"/>
                  </a:lnTo>
                  <a:lnTo>
                    <a:pt x="3298" y="367"/>
                  </a:lnTo>
                  <a:lnTo>
                    <a:pt x="3152" y="465"/>
                  </a:lnTo>
                  <a:lnTo>
                    <a:pt x="2981" y="538"/>
                  </a:lnTo>
                  <a:lnTo>
                    <a:pt x="2785" y="587"/>
                  </a:lnTo>
                  <a:lnTo>
                    <a:pt x="2272" y="587"/>
                  </a:lnTo>
                  <a:lnTo>
                    <a:pt x="2077" y="538"/>
                  </a:lnTo>
                  <a:lnTo>
                    <a:pt x="1906" y="465"/>
                  </a:lnTo>
                  <a:lnTo>
                    <a:pt x="1759" y="367"/>
                  </a:lnTo>
                  <a:lnTo>
                    <a:pt x="1515" y="245"/>
                  </a:lnTo>
                  <a:lnTo>
                    <a:pt x="1247" y="123"/>
                  </a:lnTo>
                  <a:lnTo>
                    <a:pt x="1100" y="74"/>
                  </a:lnTo>
                  <a:lnTo>
                    <a:pt x="905" y="50"/>
                  </a:lnTo>
                  <a:lnTo>
                    <a:pt x="709" y="25"/>
                  </a:lnTo>
                  <a:lnTo>
                    <a:pt x="489"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31"/>
            <p:cNvSpPr/>
            <p:nvPr/>
          </p:nvSpPr>
          <p:spPr>
            <a:xfrm>
              <a:off x="6642425" y="4736225"/>
              <a:ext cx="433550" cy="39100"/>
            </a:xfrm>
            <a:custGeom>
              <a:rect b="b" l="l" r="r" t="t"/>
              <a:pathLst>
                <a:path extrusionOk="0" h="1564" w="17342">
                  <a:moveTo>
                    <a:pt x="489" y="1"/>
                  </a:moveTo>
                  <a:lnTo>
                    <a:pt x="392" y="25"/>
                  </a:lnTo>
                  <a:lnTo>
                    <a:pt x="294" y="50"/>
                  </a:lnTo>
                  <a:lnTo>
                    <a:pt x="221" y="99"/>
                  </a:lnTo>
                  <a:lnTo>
                    <a:pt x="147" y="147"/>
                  </a:lnTo>
                  <a:lnTo>
                    <a:pt x="74" y="221"/>
                  </a:lnTo>
                  <a:lnTo>
                    <a:pt x="25" y="318"/>
                  </a:lnTo>
                  <a:lnTo>
                    <a:pt x="1" y="392"/>
                  </a:lnTo>
                  <a:lnTo>
                    <a:pt x="1" y="489"/>
                  </a:lnTo>
                  <a:lnTo>
                    <a:pt x="1" y="611"/>
                  </a:lnTo>
                  <a:lnTo>
                    <a:pt x="25" y="685"/>
                  </a:lnTo>
                  <a:lnTo>
                    <a:pt x="74" y="782"/>
                  </a:lnTo>
                  <a:lnTo>
                    <a:pt x="147" y="856"/>
                  </a:lnTo>
                  <a:lnTo>
                    <a:pt x="221" y="904"/>
                  </a:lnTo>
                  <a:lnTo>
                    <a:pt x="294" y="953"/>
                  </a:lnTo>
                  <a:lnTo>
                    <a:pt x="392" y="978"/>
                  </a:lnTo>
                  <a:lnTo>
                    <a:pt x="489" y="978"/>
                  </a:lnTo>
                  <a:lnTo>
                    <a:pt x="734" y="1002"/>
                  </a:lnTo>
                  <a:lnTo>
                    <a:pt x="929" y="1051"/>
                  </a:lnTo>
                  <a:lnTo>
                    <a:pt x="1100" y="1124"/>
                  </a:lnTo>
                  <a:lnTo>
                    <a:pt x="1271" y="1222"/>
                  </a:lnTo>
                  <a:lnTo>
                    <a:pt x="1491" y="1344"/>
                  </a:lnTo>
                  <a:lnTo>
                    <a:pt x="1759" y="1466"/>
                  </a:lnTo>
                  <a:lnTo>
                    <a:pt x="1930" y="1515"/>
                  </a:lnTo>
                  <a:lnTo>
                    <a:pt x="2101" y="1539"/>
                  </a:lnTo>
                  <a:lnTo>
                    <a:pt x="2297" y="1564"/>
                  </a:lnTo>
                  <a:lnTo>
                    <a:pt x="2761" y="1564"/>
                  </a:lnTo>
                  <a:lnTo>
                    <a:pt x="2956" y="1539"/>
                  </a:lnTo>
                  <a:lnTo>
                    <a:pt x="3127" y="1515"/>
                  </a:lnTo>
                  <a:lnTo>
                    <a:pt x="3298" y="1466"/>
                  </a:lnTo>
                  <a:lnTo>
                    <a:pt x="3567" y="1344"/>
                  </a:lnTo>
                  <a:lnTo>
                    <a:pt x="3787" y="1222"/>
                  </a:lnTo>
                  <a:lnTo>
                    <a:pt x="3957" y="1124"/>
                  </a:lnTo>
                  <a:lnTo>
                    <a:pt x="4128" y="1051"/>
                  </a:lnTo>
                  <a:lnTo>
                    <a:pt x="4324" y="1002"/>
                  </a:lnTo>
                  <a:lnTo>
                    <a:pt x="4568" y="978"/>
                  </a:lnTo>
                  <a:lnTo>
                    <a:pt x="4837" y="1002"/>
                  </a:lnTo>
                  <a:lnTo>
                    <a:pt x="5032" y="1051"/>
                  </a:lnTo>
                  <a:lnTo>
                    <a:pt x="5179" y="1124"/>
                  </a:lnTo>
                  <a:lnTo>
                    <a:pt x="5350" y="1222"/>
                  </a:lnTo>
                  <a:lnTo>
                    <a:pt x="5594" y="1344"/>
                  </a:lnTo>
                  <a:lnTo>
                    <a:pt x="5862" y="1466"/>
                  </a:lnTo>
                  <a:lnTo>
                    <a:pt x="6009" y="1515"/>
                  </a:lnTo>
                  <a:lnTo>
                    <a:pt x="6204" y="1539"/>
                  </a:lnTo>
                  <a:lnTo>
                    <a:pt x="6400" y="1564"/>
                  </a:lnTo>
                  <a:lnTo>
                    <a:pt x="6839" y="1564"/>
                  </a:lnTo>
                  <a:lnTo>
                    <a:pt x="7059" y="1539"/>
                  </a:lnTo>
                  <a:lnTo>
                    <a:pt x="7230" y="1515"/>
                  </a:lnTo>
                  <a:lnTo>
                    <a:pt x="7401" y="1466"/>
                  </a:lnTo>
                  <a:lnTo>
                    <a:pt x="7670" y="1344"/>
                  </a:lnTo>
                  <a:lnTo>
                    <a:pt x="7890" y="1222"/>
                  </a:lnTo>
                  <a:lnTo>
                    <a:pt x="8061" y="1124"/>
                  </a:lnTo>
                  <a:lnTo>
                    <a:pt x="8231" y="1051"/>
                  </a:lnTo>
                  <a:lnTo>
                    <a:pt x="8427" y="1002"/>
                  </a:lnTo>
                  <a:lnTo>
                    <a:pt x="8671" y="978"/>
                  </a:lnTo>
                  <a:lnTo>
                    <a:pt x="8915" y="1002"/>
                  </a:lnTo>
                  <a:lnTo>
                    <a:pt x="9111" y="1051"/>
                  </a:lnTo>
                  <a:lnTo>
                    <a:pt x="9282" y="1124"/>
                  </a:lnTo>
                  <a:lnTo>
                    <a:pt x="9453" y="1222"/>
                  </a:lnTo>
                  <a:lnTo>
                    <a:pt x="9672" y="1344"/>
                  </a:lnTo>
                  <a:lnTo>
                    <a:pt x="9941" y="1466"/>
                  </a:lnTo>
                  <a:lnTo>
                    <a:pt x="10112" y="1515"/>
                  </a:lnTo>
                  <a:lnTo>
                    <a:pt x="10283" y="1539"/>
                  </a:lnTo>
                  <a:lnTo>
                    <a:pt x="10478" y="1564"/>
                  </a:lnTo>
                  <a:lnTo>
                    <a:pt x="10942" y="1564"/>
                  </a:lnTo>
                  <a:lnTo>
                    <a:pt x="11138" y="1539"/>
                  </a:lnTo>
                  <a:lnTo>
                    <a:pt x="11333" y="1515"/>
                  </a:lnTo>
                  <a:lnTo>
                    <a:pt x="11480" y="1466"/>
                  </a:lnTo>
                  <a:lnTo>
                    <a:pt x="11748" y="1344"/>
                  </a:lnTo>
                  <a:lnTo>
                    <a:pt x="11993" y="1222"/>
                  </a:lnTo>
                  <a:lnTo>
                    <a:pt x="12139" y="1124"/>
                  </a:lnTo>
                  <a:lnTo>
                    <a:pt x="12310" y="1051"/>
                  </a:lnTo>
                  <a:lnTo>
                    <a:pt x="12506" y="1002"/>
                  </a:lnTo>
                  <a:lnTo>
                    <a:pt x="12774" y="978"/>
                  </a:lnTo>
                  <a:lnTo>
                    <a:pt x="13018" y="1002"/>
                  </a:lnTo>
                  <a:lnTo>
                    <a:pt x="13214" y="1051"/>
                  </a:lnTo>
                  <a:lnTo>
                    <a:pt x="13385" y="1124"/>
                  </a:lnTo>
                  <a:lnTo>
                    <a:pt x="13556" y="1222"/>
                  </a:lnTo>
                  <a:lnTo>
                    <a:pt x="13776" y="1344"/>
                  </a:lnTo>
                  <a:lnTo>
                    <a:pt x="14044" y="1466"/>
                  </a:lnTo>
                  <a:lnTo>
                    <a:pt x="14215" y="1515"/>
                  </a:lnTo>
                  <a:lnTo>
                    <a:pt x="14386" y="1539"/>
                  </a:lnTo>
                  <a:lnTo>
                    <a:pt x="14581" y="1564"/>
                  </a:lnTo>
                  <a:lnTo>
                    <a:pt x="15046" y="1564"/>
                  </a:lnTo>
                  <a:lnTo>
                    <a:pt x="15241" y="1539"/>
                  </a:lnTo>
                  <a:lnTo>
                    <a:pt x="15412" y="1515"/>
                  </a:lnTo>
                  <a:lnTo>
                    <a:pt x="15583" y="1466"/>
                  </a:lnTo>
                  <a:lnTo>
                    <a:pt x="15851" y="1344"/>
                  </a:lnTo>
                  <a:lnTo>
                    <a:pt x="16071" y="1222"/>
                  </a:lnTo>
                  <a:lnTo>
                    <a:pt x="16242" y="1124"/>
                  </a:lnTo>
                  <a:lnTo>
                    <a:pt x="16413" y="1051"/>
                  </a:lnTo>
                  <a:lnTo>
                    <a:pt x="16609" y="1002"/>
                  </a:lnTo>
                  <a:lnTo>
                    <a:pt x="16853" y="978"/>
                  </a:lnTo>
                  <a:lnTo>
                    <a:pt x="16951" y="978"/>
                  </a:lnTo>
                  <a:lnTo>
                    <a:pt x="17048" y="953"/>
                  </a:lnTo>
                  <a:lnTo>
                    <a:pt x="17121" y="904"/>
                  </a:lnTo>
                  <a:lnTo>
                    <a:pt x="17195" y="856"/>
                  </a:lnTo>
                  <a:lnTo>
                    <a:pt x="17268" y="782"/>
                  </a:lnTo>
                  <a:lnTo>
                    <a:pt x="17317" y="685"/>
                  </a:lnTo>
                  <a:lnTo>
                    <a:pt x="17341" y="611"/>
                  </a:lnTo>
                  <a:lnTo>
                    <a:pt x="17341" y="489"/>
                  </a:lnTo>
                  <a:lnTo>
                    <a:pt x="17341" y="392"/>
                  </a:lnTo>
                  <a:lnTo>
                    <a:pt x="17317" y="318"/>
                  </a:lnTo>
                  <a:lnTo>
                    <a:pt x="17268" y="221"/>
                  </a:lnTo>
                  <a:lnTo>
                    <a:pt x="17195" y="147"/>
                  </a:lnTo>
                  <a:lnTo>
                    <a:pt x="17121" y="99"/>
                  </a:lnTo>
                  <a:lnTo>
                    <a:pt x="17048" y="50"/>
                  </a:lnTo>
                  <a:lnTo>
                    <a:pt x="16951" y="25"/>
                  </a:lnTo>
                  <a:lnTo>
                    <a:pt x="16853" y="1"/>
                  </a:lnTo>
                  <a:lnTo>
                    <a:pt x="16633" y="25"/>
                  </a:lnTo>
                  <a:lnTo>
                    <a:pt x="16438" y="50"/>
                  </a:lnTo>
                  <a:lnTo>
                    <a:pt x="16242" y="74"/>
                  </a:lnTo>
                  <a:lnTo>
                    <a:pt x="16096" y="123"/>
                  </a:lnTo>
                  <a:lnTo>
                    <a:pt x="15827" y="245"/>
                  </a:lnTo>
                  <a:lnTo>
                    <a:pt x="15583" y="367"/>
                  </a:lnTo>
                  <a:lnTo>
                    <a:pt x="15436" y="465"/>
                  </a:lnTo>
                  <a:lnTo>
                    <a:pt x="15265" y="538"/>
                  </a:lnTo>
                  <a:lnTo>
                    <a:pt x="15070" y="587"/>
                  </a:lnTo>
                  <a:lnTo>
                    <a:pt x="14557" y="587"/>
                  </a:lnTo>
                  <a:lnTo>
                    <a:pt x="14362" y="538"/>
                  </a:lnTo>
                  <a:lnTo>
                    <a:pt x="14191" y="465"/>
                  </a:lnTo>
                  <a:lnTo>
                    <a:pt x="14020" y="367"/>
                  </a:lnTo>
                  <a:lnTo>
                    <a:pt x="13800" y="245"/>
                  </a:lnTo>
                  <a:lnTo>
                    <a:pt x="13531" y="123"/>
                  </a:lnTo>
                  <a:lnTo>
                    <a:pt x="13385" y="74"/>
                  </a:lnTo>
                  <a:lnTo>
                    <a:pt x="13189" y="50"/>
                  </a:lnTo>
                  <a:lnTo>
                    <a:pt x="12994" y="25"/>
                  </a:lnTo>
                  <a:lnTo>
                    <a:pt x="12774" y="1"/>
                  </a:lnTo>
                  <a:lnTo>
                    <a:pt x="12530" y="25"/>
                  </a:lnTo>
                  <a:lnTo>
                    <a:pt x="12335" y="50"/>
                  </a:lnTo>
                  <a:lnTo>
                    <a:pt x="12164" y="74"/>
                  </a:lnTo>
                  <a:lnTo>
                    <a:pt x="11993" y="123"/>
                  </a:lnTo>
                  <a:lnTo>
                    <a:pt x="11724" y="245"/>
                  </a:lnTo>
                  <a:lnTo>
                    <a:pt x="11504" y="367"/>
                  </a:lnTo>
                  <a:lnTo>
                    <a:pt x="11333" y="465"/>
                  </a:lnTo>
                  <a:lnTo>
                    <a:pt x="11162" y="538"/>
                  </a:lnTo>
                  <a:lnTo>
                    <a:pt x="10967" y="587"/>
                  </a:lnTo>
                  <a:lnTo>
                    <a:pt x="10478" y="587"/>
                  </a:lnTo>
                  <a:lnTo>
                    <a:pt x="10283" y="538"/>
                  </a:lnTo>
                  <a:lnTo>
                    <a:pt x="10112" y="465"/>
                  </a:lnTo>
                  <a:lnTo>
                    <a:pt x="9941" y="367"/>
                  </a:lnTo>
                  <a:lnTo>
                    <a:pt x="9721" y="245"/>
                  </a:lnTo>
                  <a:lnTo>
                    <a:pt x="9428" y="123"/>
                  </a:lnTo>
                  <a:lnTo>
                    <a:pt x="9282" y="74"/>
                  </a:lnTo>
                  <a:lnTo>
                    <a:pt x="9111" y="50"/>
                  </a:lnTo>
                  <a:lnTo>
                    <a:pt x="8891" y="25"/>
                  </a:lnTo>
                  <a:lnTo>
                    <a:pt x="8671" y="1"/>
                  </a:lnTo>
                  <a:lnTo>
                    <a:pt x="8451" y="25"/>
                  </a:lnTo>
                  <a:lnTo>
                    <a:pt x="8231" y="50"/>
                  </a:lnTo>
                  <a:lnTo>
                    <a:pt x="8061" y="74"/>
                  </a:lnTo>
                  <a:lnTo>
                    <a:pt x="7890" y="123"/>
                  </a:lnTo>
                  <a:lnTo>
                    <a:pt x="7621" y="245"/>
                  </a:lnTo>
                  <a:lnTo>
                    <a:pt x="7401" y="367"/>
                  </a:lnTo>
                  <a:lnTo>
                    <a:pt x="7230" y="465"/>
                  </a:lnTo>
                  <a:lnTo>
                    <a:pt x="7059" y="538"/>
                  </a:lnTo>
                  <a:lnTo>
                    <a:pt x="6864" y="587"/>
                  </a:lnTo>
                  <a:lnTo>
                    <a:pt x="6375" y="587"/>
                  </a:lnTo>
                  <a:lnTo>
                    <a:pt x="6180" y="538"/>
                  </a:lnTo>
                  <a:lnTo>
                    <a:pt x="6009" y="465"/>
                  </a:lnTo>
                  <a:lnTo>
                    <a:pt x="5838" y="367"/>
                  </a:lnTo>
                  <a:lnTo>
                    <a:pt x="5618" y="245"/>
                  </a:lnTo>
                  <a:lnTo>
                    <a:pt x="5350" y="123"/>
                  </a:lnTo>
                  <a:lnTo>
                    <a:pt x="5179" y="74"/>
                  </a:lnTo>
                  <a:lnTo>
                    <a:pt x="5008" y="50"/>
                  </a:lnTo>
                  <a:lnTo>
                    <a:pt x="4812" y="25"/>
                  </a:lnTo>
                  <a:lnTo>
                    <a:pt x="4568" y="1"/>
                  </a:lnTo>
                  <a:lnTo>
                    <a:pt x="4348" y="25"/>
                  </a:lnTo>
                  <a:lnTo>
                    <a:pt x="4153" y="50"/>
                  </a:lnTo>
                  <a:lnTo>
                    <a:pt x="3957" y="74"/>
                  </a:lnTo>
                  <a:lnTo>
                    <a:pt x="3811" y="123"/>
                  </a:lnTo>
                  <a:lnTo>
                    <a:pt x="3542" y="245"/>
                  </a:lnTo>
                  <a:lnTo>
                    <a:pt x="3298" y="367"/>
                  </a:lnTo>
                  <a:lnTo>
                    <a:pt x="3152" y="465"/>
                  </a:lnTo>
                  <a:lnTo>
                    <a:pt x="2981" y="538"/>
                  </a:lnTo>
                  <a:lnTo>
                    <a:pt x="2785" y="587"/>
                  </a:lnTo>
                  <a:lnTo>
                    <a:pt x="2272" y="587"/>
                  </a:lnTo>
                  <a:lnTo>
                    <a:pt x="2077" y="538"/>
                  </a:lnTo>
                  <a:lnTo>
                    <a:pt x="1906" y="465"/>
                  </a:lnTo>
                  <a:lnTo>
                    <a:pt x="1759" y="367"/>
                  </a:lnTo>
                  <a:lnTo>
                    <a:pt x="1515" y="245"/>
                  </a:lnTo>
                  <a:lnTo>
                    <a:pt x="1247" y="123"/>
                  </a:lnTo>
                  <a:lnTo>
                    <a:pt x="1100" y="74"/>
                  </a:lnTo>
                  <a:lnTo>
                    <a:pt x="905" y="50"/>
                  </a:lnTo>
                  <a:lnTo>
                    <a:pt x="709" y="25"/>
                  </a:lnTo>
                  <a:lnTo>
                    <a:pt x="489"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31"/>
            <p:cNvSpPr/>
            <p:nvPr/>
          </p:nvSpPr>
          <p:spPr>
            <a:xfrm>
              <a:off x="6684575" y="4312500"/>
              <a:ext cx="349875" cy="377350"/>
            </a:xfrm>
            <a:custGeom>
              <a:rect b="b" l="l" r="r" t="t"/>
              <a:pathLst>
                <a:path extrusionOk="0" h="15094" w="13995">
                  <a:moveTo>
                    <a:pt x="5691" y="5740"/>
                  </a:moveTo>
                  <a:lnTo>
                    <a:pt x="5764" y="5764"/>
                  </a:lnTo>
                  <a:lnTo>
                    <a:pt x="5813" y="5837"/>
                  </a:lnTo>
                  <a:lnTo>
                    <a:pt x="5862" y="5886"/>
                  </a:lnTo>
                  <a:lnTo>
                    <a:pt x="5935" y="6082"/>
                  </a:lnTo>
                  <a:lnTo>
                    <a:pt x="5959" y="6301"/>
                  </a:lnTo>
                  <a:lnTo>
                    <a:pt x="5935" y="6521"/>
                  </a:lnTo>
                  <a:lnTo>
                    <a:pt x="5862" y="6692"/>
                  </a:lnTo>
                  <a:lnTo>
                    <a:pt x="5813" y="6765"/>
                  </a:lnTo>
                  <a:lnTo>
                    <a:pt x="5764" y="6814"/>
                  </a:lnTo>
                  <a:lnTo>
                    <a:pt x="5691" y="6839"/>
                  </a:lnTo>
                  <a:lnTo>
                    <a:pt x="5642" y="6863"/>
                  </a:lnTo>
                  <a:lnTo>
                    <a:pt x="5569" y="6839"/>
                  </a:lnTo>
                  <a:lnTo>
                    <a:pt x="5520" y="6814"/>
                  </a:lnTo>
                  <a:lnTo>
                    <a:pt x="5446" y="6765"/>
                  </a:lnTo>
                  <a:lnTo>
                    <a:pt x="5398" y="6692"/>
                  </a:lnTo>
                  <a:lnTo>
                    <a:pt x="5349" y="6521"/>
                  </a:lnTo>
                  <a:lnTo>
                    <a:pt x="5324" y="6301"/>
                  </a:lnTo>
                  <a:lnTo>
                    <a:pt x="5349" y="6082"/>
                  </a:lnTo>
                  <a:lnTo>
                    <a:pt x="5398" y="5886"/>
                  </a:lnTo>
                  <a:lnTo>
                    <a:pt x="5446" y="5837"/>
                  </a:lnTo>
                  <a:lnTo>
                    <a:pt x="5520" y="5764"/>
                  </a:lnTo>
                  <a:lnTo>
                    <a:pt x="5569" y="5740"/>
                  </a:lnTo>
                  <a:close/>
                  <a:moveTo>
                    <a:pt x="8402" y="5740"/>
                  </a:moveTo>
                  <a:lnTo>
                    <a:pt x="8475" y="5764"/>
                  </a:lnTo>
                  <a:lnTo>
                    <a:pt x="8524" y="5837"/>
                  </a:lnTo>
                  <a:lnTo>
                    <a:pt x="8573" y="5886"/>
                  </a:lnTo>
                  <a:lnTo>
                    <a:pt x="8621" y="6082"/>
                  </a:lnTo>
                  <a:lnTo>
                    <a:pt x="8646" y="6301"/>
                  </a:lnTo>
                  <a:lnTo>
                    <a:pt x="8621" y="6521"/>
                  </a:lnTo>
                  <a:lnTo>
                    <a:pt x="8573" y="6692"/>
                  </a:lnTo>
                  <a:lnTo>
                    <a:pt x="8524" y="6765"/>
                  </a:lnTo>
                  <a:lnTo>
                    <a:pt x="8475" y="6814"/>
                  </a:lnTo>
                  <a:lnTo>
                    <a:pt x="8402" y="6839"/>
                  </a:lnTo>
                  <a:lnTo>
                    <a:pt x="8328" y="6863"/>
                  </a:lnTo>
                  <a:lnTo>
                    <a:pt x="8280" y="6839"/>
                  </a:lnTo>
                  <a:lnTo>
                    <a:pt x="8206" y="6814"/>
                  </a:lnTo>
                  <a:lnTo>
                    <a:pt x="8157" y="6765"/>
                  </a:lnTo>
                  <a:lnTo>
                    <a:pt x="8109" y="6692"/>
                  </a:lnTo>
                  <a:lnTo>
                    <a:pt x="8035" y="6521"/>
                  </a:lnTo>
                  <a:lnTo>
                    <a:pt x="8011" y="6301"/>
                  </a:lnTo>
                  <a:lnTo>
                    <a:pt x="8035" y="6082"/>
                  </a:lnTo>
                  <a:lnTo>
                    <a:pt x="8109" y="5886"/>
                  </a:lnTo>
                  <a:lnTo>
                    <a:pt x="8157" y="5837"/>
                  </a:lnTo>
                  <a:lnTo>
                    <a:pt x="8206" y="5764"/>
                  </a:lnTo>
                  <a:lnTo>
                    <a:pt x="8280" y="5740"/>
                  </a:lnTo>
                  <a:close/>
                  <a:moveTo>
                    <a:pt x="9867" y="2931"/>
                  </a:moveTo>
                  <a:lnTo>
                    <a:pt x="9867" y="4421"/>
                  </a:lnTo>
                  <a:lnTo>
                    <a:pt x="11552" y="4421"/>
                  </a:lnTo>
                  <a:lnTo>
                    <a:pt x="11552" y="6033"/>
                  </a:lnTo>
                  <a:lnTo>
                    <a:pt x="7229" y="4225"/>
                  </a:lnTo>
                  <a:lnTo>
                    <a:pt x="7229" y="9867"/>
                  </a:lnTo>
                  <a:lnTo>
                    <a:pt x="7205" y="9965"/>
                  </a:lnTo>
                  <a:lnTo>
                    <a:pt x="7156" y="10063"/>
                  </a:lnTo>
                  <a:lnTo>
                    <a:pt x="7083" y="10111"/>
                  </a:lnTo>
                  <a:lnTo>
                    <a:pt x="6887" y="10111"/>
                  </a:lnTo>
                  <a:lnTo>
                    <a:pt x="6814" y="10063"/>
                  </a:lnTo>
                  <a:lnTo>
                    <a:pt x="6765" y="9965"/>
                  </a:lnTo>
                  <a:lnTo>
                    <a:pt x="6741" y="9867"/>
                  </a:lnTo>
                  <a:lnTo>
                    <a:pt x="6741" y="4225"/>
                  </a:lnTo>
                  <a:lnTo>
                    <a:pt x="2418" y="6033"/>
                  </a:lnTo>
                  <a:lnTo>
                    <a:pt x="2418" y="4421"/>
                  </a:lnTo>
                  <a:lnTo>
                    <a:pt x="4103" y="4421"/>
                  </a:lnTo>
                  <a:lnTo>
                    <a:pt x="4103" y="2931"/>
                  </a:lnTo>
                  <a:close/>
                  <a:moveTo>
                    <a:pt x="5520" y="0"/>
                  </a:moveTo>
                  <a:lnTo>
                    <a:pt x="5520" y="2027"/>
                  </a:lnTo>
                  <a:lnTo>
                    <a:pt x="3151" y="2027"/>
                  </a:lnTo>
                  <a:lnTo>
                    <a:pt x="3151" y="3542"/>
                  </a:lnTo>
                  <a:lnTo>
                    <a:pt x="1466" y="3542"/>
                  </a:lnTo>
                  <a:lnTo>
                    <a:pt x="1466" y="6423"/>
                  </a:lnTo>
                  <a:lnTo>
                    <a:pt x="586" y="6765"/>
                  </a:lnTo>
                  <a:lnTo>
                    <a:pt x="415" y="6863"/>
                  </a:lnTo>
                  <a:lnTo>
                    <a:pt x="269" y="6985"/>
                  </a:lnTo>
                  <a:lnTo>
                    <a:pt x="147" y="7132"/>
                  </a:lnTo>
                  <a:lnTo>
                    <a:pt x="49" y="7278"/>
                  </a:lnTo>
                  <a:lnTo>
                    <a:pt x="0" y="7425"/>
                  </a:lnTo>
                  <a:lnTo>
                    <a:pt x="0" y="7596"/>
                  </a:lnTo>
                  <a:lnTo>
                    <a:pt x="0" y="7791"/>
                  </a:lnTo>
                  <a:lnTo>
                    <a:pt x="73" y="7987"/>
                  </a:lnTo>
                  <a:lnTo>
                    <a:pt x="1514" y="11308"/>
                  </a:lnTo>
                  <a:lnTo>
                    <a:pt x="1514" y="14874"/>
                  </a:lnTo>
                  <a:lnTo>
                    <a:pt x="1759" y="14752"/>
                  </a:lnTo>
                  <a:lnTo>
                    <a:pt x="2052" y="14630"/>
                  </a:lnTo>
                  <a:lnTo>
                    <a:pt x="2247" y="14581"/>
                  </a:lnTo>
                  <a:lnTo>
                    <a:pt x="2442" y="14556"/>
                  </a:lnTo>
                  <a:lnTo>
                    <a:pt x="2662" y="14532"/>
                  </a:lnTo>
                  <a:lnTo>
                    <a:pt x="2882" y="14508"/>
                  </a:lnTo>
                  <a:lnTo>
                    <a:pt x="3175" y="14532"/>
                  </a:lnTo>
                  <a:lnTo>
                    <a:pt x="3419" y="14556"/>
                  </a:lnTo>
                  <a:lnTo>
                    <a:pt x="3639" y="14605"/>
                  </a:lnTo>
                  <a:lnTo>
                    <a:pt x="3835" y="14678"/>
                  </a:lnTo>
                  <a:lnTo>
                    <a:pt x="4152" y="14801"/>
                  </a:lnTo>
                  <a:lnTo>
                    <a:pt x="4396" y="14947"/>
                  </a:lnTo>
                  <a:lnTo>
                    <a:pt x="4543" y="15020"/>
                  </a:lnTo>
                  <a:lnTo>
                    <a:pt x="4641" y="15069"/>
                  </a:lnTo>
                  <a:lnTo>
                    <a:pt x="4787" y="15094"/>
                  </a:lnTo>
                  <a:lnTo>
                    <a:pt x="5105" y="15094"/>
                  </a:lnTo>
                  <a:lnTo>
                    <a:pt x="5227" y="15069"/>
                  </a:lnTo>
                  <a:lnTo>
                    <a:pt x="5349" y="15020"/>
                  </a:lnTo>
                  <a:lnTo>
                    <a:pt x="5471" y="14947"/>
                  </a:lnTo>
                  <a:lnTo>
                    <a:pt x="5740" y="14801"/>
                  </a:lnTo>
                  <a:lnTo>
                    <a:pt x="6057" y="14678"/>
                  </a:lnTo>
                  <a:lnTo>
                    <a:pt x="6252" y="14605"/>
                  </a:lnTo>
                  <a:lnTo>
                    <a:pt x="6472" y="14556"/>
                  </a:lnTo>
                  <a:lnTo>
                    <a:pt x="6716" y="14532"/>
                  </a:lnTo>
                  <a:lnTo>
                    <a:pt x="6985" y="14508"/>
                  </a:lnTo>
                  <a:lnTo>
                    <a:pt x="7254" y="14532"/>
                  </a:lnTo>
                  <a:lnTo>
                    <a:pt x="7498" y="14556"/>
                  </a:lnTo>
                  <a:lnTo>
                    <a:pt x="7718" y="14605"/>
                  </a:lnTo>
                  <a:lnTo>
                    <a:pt x="7913" y="14678"/>
                  </a:lnTo>
                  <a:lnTo>
                    <a:pt x="8255" y="14801"/>
                  </a:lnTo>
                  <a:lnTo>
                    <a:pt x="8499" y="14947"/>
                  </a:lnTo>
                  <a:lnTo>
                    <a:pt x="8621" y="15020"/>
                  </a:lnTo>
                  <a:lnTo>
                    <a:pt x="8744" y="15069"/>
                  </a:lnTo>
                  <a:lnTo>
                    <a:pt x="8866" y="15094"/>
                  </a:lnTo>
                  <a:lnTo>
                    <a:pt x="9183" y="15094"/>
                  </a:lnTo>
                  <a:lnTo>
                    <a:pt x="9330" y="15069"/>
                  </a:lnTo>
                  <a:lnTo>
                    <a:pt x="9427" y="15020"/>
                  </a:lnTo>
                  <a:lnTo>
                    <a:pt x="9574" y="14947"/>
                  </a:lnTo>
                  <a:lnTo>
                    <a:pt x="9818" y="14801"/>
                  </a:lnTo>
                  <a:lnTo>
                    <a:pt x="10136" y="14678"/>
                  </a:lnTo>
                  <a:lnTo>
                    <a:pt x="10331" y="14605"/>
                  </a:lnTo>
                  <a:lnTo>
                    <a:pt x="10551" y="14556"/>
                  </a:lnTo>
                  <a:lnTo>
                    <a:pt x="10795" y="14532"/>
                  </a:lnTo>
                  <a:lnTo>
                    <a:pt x="11088" y="14508"/>
                  </a:lnTo>
                  <a:lnTo>
                    <a:pt x="11308" y="14532"/>
                  </a:lnTo>
                  <a:lnTo>
                    <a:pt x="11528" y="14556"/>
                  </a:lnTo>
                  <a:lnTo>
                    <a:pt x="11723" y="14581"/>
                  </a:lnTo>
                  <a:lnTo>
                    <a:pt x="11919" y="14630"/>
                  </a:lnTo>
                  <a:lnTo>
                    <a:pt x="12212" y="14752"/>
                  </a:lnTo>
                  <a:lnTo>
                    <a:pt x="12456" y="14874"/>
                  </a:lnTo>
                  <a:lnTo>
                    <a:pt x="12456" y="11308"/>
                  </a:lnTo>
                  <a:lnTo>
                    <a:pt x="13897" y="7987"/>
                  </a:lnTo>
                  <a:lnTo>
                    <a:pt x="13970" y="7791"/>
                  </a:lnTo>
                  <a:lnTo>
                    <a:pt x="13995" y="7596"/>
                  </a:lnTo>
                  <a:lnTo>
                    <a:pt x="13970" y="7425"/>
                  </a:lnTo>
                  <a:lnTo>
                    <a:pt x="13921" y="7278"/>
                  </a:lnTo>
                  <a:lnTo>
                    <a:pt x="13824" y="7132"/>
                  </a:lnTo>
                  <a:lnTo>
                    <a:pt x="13701" y="6985"/>
                  </a:lnTo>
                  <a:lnTo>
                    <a:pt x="13555" y="6863"/>
                  </a:lnTo>
                  <a:lnTo>
                    <a:pt x="13384" y="6765"/>
                  </a:lnTo>
                  <a:lnTo>
                    <a:pt x="12505" y="6423"/>
                  </a:lnTo>
                  <a:lnTo>
                    <a:pt x="12505" y="3542"/>
                  </a:lnTo>
                  <a:lnTo>
                    <a:pt x="10820" y="3542"/>
                  </a:lnTo>
                  <a:lnTo>
                    <a:pt x="10820" y="2027"/>
                  </a:lnTo>
                  <a:lnTo>
                    <a:pt x="8450" y="2027"/>
                  </a:lnTo>
                  <a:lnTo>
                    <a:pt x="8450"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1" name="Google Shape;831;p31"/>
          <p:cNvSpPr/>
          <p:nvPr/>
        </p:nvSpPr>
        <p:spPr>
          <a:xfrm>
            <a:off x="299775" y="4368343"/>
            <a:ext cx="465527" cy="274647"/>
          </a:xfrm>
          <a:custGeom>
            <a:rect b="b" l="l" r="r" t="t"/>
            <a:pathLst>
              <a:path extrusionOk="0" h="13141" w="22274">
                <a:moveTo>
                  <a:pt x="14532" y="3786"/>
                </a:moveTo>
                <a:lnTo>
                  <a:pt x="11747" y="7084"/>
                </a:lnTo>
                <a:lnTo>
                  <a:pt x="11577" y="7035"/>
                </a:lnTo>
                <a:lnTo>
                  <a:pt x="11406" y="6986"/>
                </a:lnTo>
                <a:lnTo>
                  <a:pt x="11235" y="6937"/>
                </a:lnTo>
                <a:lnTo>
                  <a:pt x="10893" y="6937"/>
                </a:lnTo>
                <a:lnTo>
                  <a:pt x="10746" y="6961"/>
                </a:lnTo>
                <a:lnTo>
                  <a:pt x="9207" y="3786"/>
                </a:lnTo>
                <a:close/>
                <a:moveTo>
                  <a:pt x="7034" y="6082"/>
                </a:moveTo>
                <a:lnTo>
                  <a:pt x="7229" y="6302"/>
                </a:lnTo>
                <a:lnTo>
                  <a:pt x="7400" y="6522"/>
                </a:lnTo>
                <a:lnTo>
                  <a:pt x="7571" y="6766"/>
                </a:lnTo>
                <a:lnTo>
                  <a:pt x="7718" y="7010"/>
                </a:lnTo>
                <a:lnTo>
                  <a:pt x="7840" y="7279"/>
                </a:lnTo>
                <a:lnTo>
                  <a:pt x="7937" y="7572"/>
                </a:lnTo>
                <a:lnTo>
                  <a:pt x="8011" y="7841"/>
                </a:lnTo>
                <a:lnTo>
                  <a:pt x="8060" y="8134"/>
                </a:lnTo>
                <a:lnTo>
                  <a:pt x="5422" y="8134"/>
                </a:lnTo>
                <a:lnTo>
                  <a:pt x="7034" y="6082"/>
                </a:lnTo>
                <a:close/>
                <a:moveTo>
                  <a:pt x="8475" y="4275"/>
                </a:moveTo>
                <a:lnTo>
                  <a:pt x="9965" y="7352"/>
                </a:lnTo>
                <a:lnTo>
                  <a:pt x="9769" y="7523"/>
                </a:lnTo>
                <a:lnTo>
                  <a:pt x="9623" y="7743"/>
                </a:lnTo>
                <a:lnTo>
                  <a:pt x="9525" y="7963"/>
                </a:lnTo>
                <a:lnTo>
                  <a:pt x="9427" y="8183"/>
                </a:lnTo>
                <a:lnTo>
                  <a:pt x="9061" y="8183"/>
                </a:lnTo>
                <a:lnTo>
                  <a:pt x="8988" y="7767"/>
                </a:lnTo>
                <a:lnTo>
                  <a:pt x="8890" y="7377"/>
                </a:lnTo>
                <a:lnTo>
                  <a:pt x="8768" y="6986"/>
                </a:lnTo>
                <a:lnTo>
                  <a:pt x="8597" y="6619"/>
                </a:lnTo>
                <a:lnTo>
                  <a:pt x="8402" y="6253"/>
                </a:lnTo>
                <a:lnTo>
                  <a:pt x="8182" y="5936"/>
                </a:lnTo>
                <a:lnTo>
                  <a:pt x="7937" y="5618"/>
                </a:lnTo>
                <a:lnTo>
                  <a:pt x="7644" y="5325"/>
                </a:lnTo>
                <a:lnTo>
                  <a:pt x="8475" y="4275"/>
                </a:lnTo>
                <a:close/>
                <a:moveTo>
                  <a:pt x="11161" y="8012"/>
                </a:moveTo>
                <a:lnTo>
                  <a:pt x="11259" y="8060"/>
                </a:lnTo>
                <a:lnTo>
                  <a:pt x="11381" y="8109"/>
                </a:lnTo>
                <a:lnTo>
                  <a:pt x="11454" y="8183"/>
                </a:lnTo>
                <a:lnTo>
                  <a:pt x="11528" y="8280"/>
                </a:lnTo>
                <a:lnTo>
                  <a:pt x="11577" y="8378"/>
                </a:lnTo>
                <a:lnTo>
                  <a:pt x="11625" y="8476"/>
                </a:lnTo>
                <a:lnTo>
                  <a:pt x="11625" y="8598"/>
                </a:lnTo>
                <a:lnTo>
                  <a:pt x="11625" y="8695"/>
                </a:lnTo>
                <a:lnTo>
                  <a:pt x="11577" y="8818"/>
                </a:lnTo>
                <a:lnTo>
                  <a:pt x="11528" y="8915"/>
                </a:lnTo>
                <a:lnTo>
                  <a:pt x="11454" y="9013"/>
                </a:lnTo>
                <a:lnTo>
                  <a:pt x="11381" y="9062"/>
                </a:lnTo>
                <a:lnTo>
                  <a:pt x="11259" y="9135"/>
                </a:lnTo>
                <a:lnTo>
                  <a:pt x="11161" y="9159"/>
                </a:lnTo>
                <a:lnTo>
                  <a:pt x="11039" y="9184"/>
                </a:lnTo>
                <a:lnTo>
                  <a:pt x="10942" y="9159"/>
                </a:lnTo>
                <a:lnTo>
                  <a:pt x="10819" y="9135"/>
                </a:lnTo>
                <a:lnTo>
                  <a:pt x="10722" y="9062"/>
                </a:lnTo>
                <a:lnTo>
                  <a:pt x="10624" y="9013"/>
                </a:lnTo>
                <a:lnTo>
                  <a:pt x="10575" y="8915"/>
                </a:lnTo>
                <a:lnTo>
                  <a:pt x="10502" y="8818"/>
                </a:lnTo>
                <a:lnTo>
                  <a:pt x="10477" y="8695"/>
                </a:lnTo>
                <a:lnTo>
                  <a:pt x="10453" y="8598"/>
                </a:lnTo>
                <a:lnTo>
                  <a:pt x="10477" y="8476"/>
                </a:lnTo>
                <a:lnTo>
                  <a:pt x="10502" y="8378"/>
                </a:lnTo>
                <a:lnTo>
                  <a:pt x="10575" y="8280"/>
                </a:lnTo>
                <a:lnTo>
                  <a:pt x="10624" y="8183"/>
                </a:lnTo>
                <a:lnTo>
                  <a:pt x="10722" y="8109"/>
                </a:lnTo>
                <a:lnTo>
                  <a:pt x="10819" y="8060"/>
                </a:lnTo>
                <a:lnTo>
                  <a:pt x="10942" y="8012"/>
                </a:lnTo>
                <a:close/>
                <a:moveTo>
                  <a:pt x="4811" y="5081"/>
                </a:moveTo>
                <a:lnTo>
                  <a:pt x="5056" y="5105"/>
                </a:lnTo>
                <a:lnTo>
                  <a:pt x="5275" y="5154"/>
                </a:lnTo>
                <a:lnTo>
                  <a:pt x="5520" y="5203"/>
                </a:lnTo>
                <a:lnTo>
                  <a:pt x="5739" y="5276"/>
                </a:lnTo>
                <a:lnTo>
                  <a:pt x="5959" y="5374"/>
                </a:lnTo>
                <a:lnTo>
                  <a:pt x="6179" y="5472"/>
                </a:lnTo>
                <a:lnTo>
                  <a:pt x="6374" y="5569"/>
                </a:lnTo>
                <a:lnTo>
                  <a:pt x="4640" y="7816"/>
                </a:lnTo>
                <a:lnTo>
                  <a:pt x="4396" y="7816"/>
                </a:lnTo>
                <a:lnTo>
                  <a:pt x="4250" y="7865"/>
                </a:lnTo>
                <a:lnTo>
                  <a:pt x="4127" y="7938"/>
                </a:lnTo>
                <a:lnTo>
                  <a:pt x="4005" y="8036"/>
                </a:lnTo>
                <a:lnTo>
                  <a:pt x="3908" y="8158"/>
                </a:lnTo>
                <a:lnTo>
                  <a:pt x="3834" y="8280"/>
                </a:lnTo>
                <a:lnTo>
                  <a:pt x="3786" y="8427"/>
                </a:lnTo>
                <a:lnTo>
                  <a:pt x="3761" y="8598"/>
                </a:lnTo>
                <a:lnTo>
                  <a:pt x="3786" y="8744"/>
                </a:lnTo>
                <a:lnTo>
                  <a:pt x="3834" y="8891"/>
                </a:lnTo>
                <a:lnTo>
                  <a:pt x="3908" y="9037"/>
                </a:lnTo>
                <a:lnTo>
                  <a:pt x="4005" y="9135"/>
                </a:lnTo>
                <a:lnTo>
                  <a:pt x="4127" y="9233"/>
                </a:lnTo>
                <a:lnTo>
                  <a:pt x="4250" y="9306"/>
                </a:lnTo>
                <a:lnTo>
                  <a:pt x="4396" y="9355"/>
                </a:lnTo>
                <a:lnTo>
                  <a:pt x="4543" y="9379"/>
                </a:lnTo>
                <a:lnTo>
                  <a:pt x="4738" y="9355"/>
                </a:lnTo>
                <a:lnTo>
                  <a:pt x="4933" y="9282"/>
                </a:lnTo>
                <a:lnTo>
                  <a:pt x="5080" y="9159"/>
                </a:lnTo>
                <a:lnTo>
                  <a:pt x="5227" y="9013"/>
                </a:lnTo>
                <a:lnTo>
                  <a:pt x="8060" y="9013"/>
                </a:lnTo>
                <a:lnTo>
                  <a:pt x="8011" y="9330"/>
                </a:lnTo>
                <a:lnTo>
                  <a:pt x="7937" y="9648"/>
                </a:lnTo>
                <a:lnTo>
                  <a:pt x="7815" y="9965"/>
                </a:lnTo>
                <a:lnTo>
                  <a:pt x="7693" y="10259"/>
                </a:lnTo>
                <a:lnTo>
                  <a:pt x="7522" y="10527"/>
                </a:lnTo>
                <a:lnTo>
                  <a:pt x="7351" y="10771"/>
                </a:lnTo>
                <a:lnTo>
                  <a:pt x="7156" y="11016"/>
                </a:lnTo>
                <a:lnTo>
                  <a:pt x="6912" y="11235"/>
                </a:lnTo>
                <a:lnTo>
                  <a:pt x="6667" y="11431"/>
                </a:lnTo>
                <a:lnTo>
                  <a:pt x="6423" y="11626"/>
                </a:lnTo>
                <a:lnTo>
                  <a:pt x="6130" y="11773"/>
                </a:lnTo>
                <a:lnTo>
                  <a:pt x="5837" y="11895"/>
                </a:lnTo>
                <a:lnTo>
                  <a:pt x="5544" y="12017"/>
                </a:lnTo>
                <a:lnTo>
                  <a:pt x="5227" y="12090"/>
                </a:lnTo>
                <a:lnTo>
                  <a:pt x="4885" y="12139"/>
                </a:lnTo>
                <a:lnTo>
                  <a:pt x="4201" y="12139"/>
                </a:lnTo>
                <a:lnTo>
                  <a:pt x="3834" y="12066"/>
                </a:lnTo>
                <a:lnTo>
                  <a:pt x="3517" y="11993"/>
                </a:lnTo>
                <a:lnTo>
                  <a:pt x="3175" y="11870"/>
                </a:lnTo>
                <a:lnTo>
                  <a:pt x="2882" y="11724"/>
                </a:lnTo>
                <a:lnTo>
                  <a:pt x="2589" y="11553"/>
                </a:lnTo>
                <a:lnTo>
                  <a:pt x="2320" y="11333"/>
                </a:lnTo>
                <a:lnTo>
                  <a:pt x="2052" y="11113"/>
                </a:lnTo>
                <a:lnTo>
                  <a:pt x="1832" y="10869"/>
                </a:lnTo>
                <a:lnTo>
                  <a:pt x="1636" y="10576"/>
                </a:lnTo>
                <a:lnTo>
                  <a:pt x="1441" y="10283"/>
                </a:lnTo>
                <a:lnTo>
                  <a:pt x="1294" y="9990"/>
                </a:lnTo>
                <a:lnTo>
                  <a:pt x="1172" y="9672"/>
                </a:lnTo>
                <a:lnTo>
                  <a:pt x="1099" y="9330"/>
                </a:lnTo>
                <a:lnTo>
                  <a:pt x="1050" y="8964"/>
                </a:lnTo>
                <a:lnTo>
                  <a:pt x="1026" y="8598"/>
                </a:lnTo>
                <a:lnTo>
                  <a:pt x="1050" y="8256"/>
                </a:lnTo>
                <a:lnTo>
                  <a:pt x="1099" y="7889"/>
                </a:lnTo>
                <a:lnTo>
                  <a:pt x="1172" y="7548"/>
                </a:lnTo>
                <a:lnTo>
                  <a:pt x="1294" y="7230"/>
                </a:lnTo>
                <a:lnTo>
                  <a:pt x="1441" y="6913"/>
                </a:lnTo>
                <a:lnTo>
                  <a:pt x="1636" y="6644"/>
                </a:lnTo>
                <a:lnTo>
                  <a:pt x="1832" y="6351"/>
                </a:lnTo>
                <a:lnTo>
                  <a:pt x="2052" y="6107"/>
                </a:lnTo>
                <a:lnTo>
                  <a:pt x="2320" y="5887"/>
                </a:lnTo>
                <a:lnTo>
                  <a:pt x="2589" y="5667"/>
                </a:lnTo>
                <a:lnTo>
                  <a:pt x="2882" y="5496"/>
                </a:lnTo>
                <a:lnTo>
                  <a:pt x="3175" y="5349"/>
                </a:lnTo>
                <a:lnTo>
                  <a:pt x="3517" y="5227"/>
                </a:lnTo>
                <a:lnTo>
                  <a:pt x="3834" y="5154"/>
                </a:lnTo>
                <a:lnTo>
                  <a:pt x="4201" y="5081"/>
                </a:lnTo>
                <a:close/>
                <a:moveTo>
                  <a:pt x="18097" y="5081"/>
                </a:moveTo>
                <a:lnTo>
                  <a:pt x="18464" y="5154"/>
                </a:lnTo>
                <a:lnTo>
                  <a:pt x="18806" y="5227"/>
                </a:lnTo>
                <a:lnTo>
                  <a:pt x="19123" y="5349"/>
                </a:lnTo>
                <a:lnTo>
                  <a:pt x="19441" y="5496"/>
                </a:lnTo>
                <a:lnTo>
                  <a:pt x="19734" y="5667"/>
                </a:lnTo>
                <a:lnTo>
                  <a:pt x="20002" y="5887"/>
                </a:lnTo>
                <a:lnTo>
                  <a:pt x="20247" y="6107"/>
                </a:lnTo>
                <a:lnTo>
                  <a:pt x="20466" y="6351"/>
                </a:lnTo>
                <a:lnTo>
                  <a:pt x="20686" y="6644"/>
                </a:lnTo>
                <a:lnTo>
                  <a:pt x="20857" y="6913"/>
                </a:lnTo>
                <a:lnTo>
                  <a:pt x="21004" y="7230"/>
                </a:lnTo>
                <a:lnTo>
                  <a:pt x="21126" y="7548"/>
                </a:lnTo>
                <a:lnTo>
                  <a:pt x="21199" y="7889"/>
                </a:lnTo>
                <a:lnTo>
                  <a:pt x="21272" y="8256"/>
                </a:lnTo>
                <a:lnTo>
                  <a:pt x="21272" y="8598"/>
                </a:lnTo>
                <a:lnTo>
                  <a:pt x="21272" y="8964"/>
                </a:lnTo>
                <a:lnTo>
                  <a:pt x="21199" y="9330"/>
                </a:lnTo>
                <a:lnTo>
                  <a:pt x="21126" y="9672"/>
                </a:lnTo>
                <a:lnTo>
                  <a:pt x="21004" y="9990"/>
                </a:lnTo>
                <a:lnTo>
                  <a:pt x="20857" y="10283"/>
                </a:lnTo>
                <a:lnTo>
                  <a:pt x="20686" y="10576"/>
                </a:lnTo>
                <a:lnTo>
                  <a:pt x="20466" y="10869"/>
                </a:lnTo>
                <a:lnTo>
                  <a:pt x="20247" y="11113"/>
                </a:lnTo>
                <a:lnTo>
                  <a:pt x="20002" y="11333"/>
                </a:lnTo>
                <a:lnTo>
                  <a:pt x="19734" y="11553"/>
                </a:lnTo>
                <a:lnTo>
                  <a:pt x="19441" y="11724"/>
                </a:lnTo>
                <a:lnTo>
                  <a:pt x="19123" y="11870"/>
                </a:lnTo>
                <a:lnTo>
                  <a:pt x="18806" y="11993"/>
                </a:lnTo>
                <a:lnTo>
                  <a:pt x="18464" y="12066"/>
                </a:lnTo>
                <a:lnTo>
                  <a:pt x="18097" y="12139"/>
                </a:lnTo>
                <a:lnTo>
                  <a:pt x="17389" y="12139"/>
                </a:lnTo>
                <a:lnTo>
                  <a:pt x="17023" y="12066"/>
                </a:lnTo>
                <a:lnTo>
                  <a:pt x="16705" y="11993"/>
                </a:lnTo>
                <a:lnTo>
                  <a:pt x="16363" y="11870"/>
                </a:lnTo>
                <a:lnTo>
                  <a:pt x="16070" y="11724"/>
                </a:lnTo>
                <a:lnTo>
                  <a:pt x="15777" y="11553"/>
                </a:lnTo>
                <a:lnTo>
                  <a:pt x="15509" y="11333"/>
                </a:lnTo>
                <a:lnTo>
                  <a:pt x="15240" y="11113"/>
                </a:lnTo>
                <a:lnTo>
                  <a:pt x="15020" y="10869"/>
                </a:lnTo>
                <a:lnTo>
                  <a:pt x="14825" y="10576"/>
                </a:lnTo>
                <a:lnTo>
                  <a:pt x="14629" y="10283"/>
                </a:lnTo>
                <a:lnTo>
                  <a:pt x="14483" y="9990"/>
                </a:lnTo>
                <a:lnTo>
                  <a:pt x="14361" y="9672"/>
                </a:lnTo>
                <a:lnTo>
                  <a:pt x="14287" y="9330"/>
                </a:lnTo>
                <a:lnTo>
                  <a:pt x="14239" y="8964"/>
                </a:lnTo>
                <a:lnTo>
                  <a:pt x="14214" y="8598"/>
                </a:lnTo>
                <a:lnTo>
                  <a:pt x="14214" y="8354"/>
                </a:lnTo>
                <a:lnTo>
                  <a:pt x="14239" y="8109"/>
                </a:lnTo>
                <a:lnTo>
                  <a:pt x="14287" y="7889"/>
                </a:lnTo>
                <a:lnTo>
                  <a:pt x="14336" y="7645"/>
                </a:lnTo>
                <a:lnTo>
                  <a:pt x="14410" y="7425"/>
                </a:lnTo>
                <a:lnTo>
                  <a:pt x="14507" y="7206"/>
                </a:lnTo>
                <a:lnTo>
                  <a:pt x="14605" y="6986"/>
                </a:lnTo>
                <a:lnTo>
                  <a:pt x="14703" y="6790"/>
                </a:lnTo>
                <a:lnTo>
                  <a:pt x="14849" y="6595"/>
                </a:lnTo>
                <a:lnTo>
                  <a:pt x="14971" y="6424"/>
                </a:lnTo>
                <a:lnTo>
                  <a:pt x="15118" y="6229"/>
                </a:lnTo>
                <a:lnTo>
                  <a:pt x="15289" y="6082"/>
                </a:lnTo>
                <a:lnTo>
                  <a:pt x="15460" y="5911"/>
                </a:lnTo>
                <a:lnTo>
                  <a:pt x="15631" y="5765"/>
                </a:lnTo>
                <a:lnTo>
                  <a:pt x="15826" y="5643"/>
                </a:lnTo>
                <a:lnTo>
                  <a:pt x="16022" y="5520"/>
                </a:lnTo>
                <a:lnTo>
                  <a:pt x="17096" y="8134"/>
                </a:lnTo>
                <a:lnTo>
                  <a:pt x="17023" y="8231"/>
                </a:lnTo>
                <a:lnTo>
                  <a:pt x="16974" y="8354"/>
                </a:lnTo>
                <a:lnTo>
                  <a:pt x="16950" y="8476"/>
                </a:lnTo>
                <a:lnTo>
                  <a:pt x="16925" y="8598"/>
                </a:lnTo>
                <a:lnTo>
                  <a:pt x="16950" y="8744"/>
                </a:lnTo>
                <a:lnTo>
                  <a:pt x="16998" y="8891"/>
                </a:lnTo>
                <a:lnTo>
                  <a:pt x="17072" y="9037"/>
                </a:lnTo>
                <a:lnTo>
                  <a:pt x="17169" y="9135"/>
                </a:lnTo>
                <a:lnTo>
                  <a:pt x="17292" y="9233"/>
                </a:lnTo>
                <a:lnTo>
                  <a:pt x="17414" y="9306"/>
                </a:lnTo>
                <a:lnTo>
                  <a:pt x="17560" y="9355"/>
                </a:lnTo>
                <a:lnTo>
                  <a:pt x="17731" y="9379"/>
                </a:lnTo>
                <a:lnTo>
                  <a:pt x="17878" y="9355"/>
                </a:lnTo>
                <a:lnTo>
                  <a:pt x="18024" y="9306"/>
                </a:lnTo>
                <a:lnTo>
                  <a:pt x="18146" y="9233"/>
                </a:lnTo>
                <a:lnTo>
                  <a:pt x="18268" y="9135"/>
                </a:lnTo>
                <a:lnTo>
                  <a:pt x="18366" y="9037"/>
                </a:lnTo>
                <a:lnTo>
                  <a:pt x="18439" y="8891"/>
                </a:lnTo>
                <a:lnTo>
                  <a:pt x="18488" y="8744"/>
                </a:lnTo>
                <a:lnTo>
                  <a:pt x="18513" y="8598"/>
                </a:lnTo>
                <a:lnTo>
                  <a:pt x="18488" y="8451"/>
                </a:lnTo>
                <a:lnTo>
                  <a:pt x="18464" y="8329"/>
                </a:lnTo>
                <a:lnTo>
                  <a:pt x="18391" y="8207"/>
                </a:lnTo>
                <a:lnTo>
                  <a:pt x="18317" y="8085"/>
                </a:lnTo>
                <a:lnTo>
                  <a:pt x="18220" y="7987"/>
                </a:lnTo>
                <a:lnTo>
                  <a:pt x="18122" y="7914"/>
                </a:lnTo>
                <a:lnTo>
                  <a:pt x="18000" y="7865"/>
                </a:lnTo>
                <a:lnTo>
                  <a:pt x="17853" y="7816"/>
                </a:lnTo>
                <a:lnTo>
                  <a:pt x="16803" y="5203"/>
                </a:lnTo>
                <a:lnTo>
                  <a:pt x="17023" y="5154"/>
                </a:lnTo>
                <a:lnTo>
                  <a:pt x="17267" y="5105"/>
                </a:lnTo>
                <a:lnTo>
                  <a:pt x="17511" y="5081"/>
                </a:lnTo>
                <a:close/>
                <a:moveTo>
                  <a:pt x="6252" y="1"/>
                </a:moveTo>
                <a:lnTo>
                  <a:pt x="6179" y="25"/>
                </a:lnTo>
                <a:lnTo>
                  <a:pt x="6106" y="74"/>
                </a:lnTo>
                <a:lnTo>
                  <a:pt x="6057" y="123"/>
                </a:lnTo>
                <a:lnTo>
                  <a:pt x="6008" y="196"/>
                </a:lnTo>
                <a:lnTo>
                  <a:pt x="5959" y="245"/>
                </a:lnTo>
                <a:lnTo>
                  <a:pt x="5935" y="343"/>
                </a:lnTo>
                <a:lnTo>
                  <a:pt x="5935" y="416"/>
                </a:lnTo>
                <a:lnTo>
                  <a:pt x="5959" y="660"/>
                </a:lnTo>
                <a:lnTo>
                  <a:pt x="6057" y="978"/>
                </a:lnTo>
                <a:lnTo>
                  <a:pt x="6106" y="1124"/>
                </a:lnTo>
                <a:lnTo>
                  <a:pt x="6179" y="1222"/>
                </a:lnTo>
                <a:lnTo>
                  <a:pt x="6252" y="1320"/>
                </a:lnTo>
                <a:lnTo>
                  <a:pt x="6350" y="1344"/>
                </a:lnTo>
                <a:lnTo>
                  <a:pt x="7107" y="1344"/>
                </a:lnTo>
                <a:lnTo>
                  <a:pt x="8084" y="3396"/>
                </a:lnTo>
                <a:lnTo>
                  <a:pt x="6985" y="4788"/>
                </a:lnTo>
                <a:lnTo>
                  <a:pt x="6716" y="4617"/>
                </a:lnTo>
                <a:lnTo>
                  <a:pt x="6423" y="4470"/>
                </a:lnTo>
                <a:lnTo>
                  <a:pt x="6130" y="4348"/>
                </a:lnTo>
                <a:lnTo>
                  <a:pt x="5813" y="4250"/>
                </a:lnTo>
                <a:lnTo>
                  <a:pt x="5495" y="4177"/>
                </a:lnTo>
                <a:lnTo>
                  <a:pt x="5178" y="4104"/>
                </a:lnTo>
                <a:lnTo>
                  <a:pt x="4860" y="4079"/>
                </a:lnTo>
                <a:lnTo>
                  <a:pt x="4030" y="4079"/>
                </a:lnTo>
                <a:lnTo>
                  <a:pt x="3590" y="4153"/>
                </a:lnTo>
                <a:lnTo>
                  <a:pt x="3151" y="4275"/>
                </a:lnTo>
                <a:lnTo>
                  <a:pt x="2735" y="4421"/>
                </a:lnTo>
                <a:lnTo>
                  <a:pt x="2345" y="4617"/>
                </a:lnTo>
                <a:lnTo>
                  <a:pt x="1978" y="4837"/>
                </a:lnTo>
                <a:lnTo>
                  <a:pt x="1636" y="5105"/>
                </a:lnTo>
                <a:lnTo>
                  <a:pt x="1319" y="5398"/>
                </a:lnTo>
                <a:lnTo>
                  <a:pt x="1026" y="5716"/>
                </a:lnTo>
                <a:lnTo>
                  <a:pt x="782" y="6058"/>
                </a:lnTo>
                <a:lnTo>
                  <a:pt x="537" y="6449"/>
                </a:lnTo>
                <a:lnTo>
                  <a:pt x="366" y="6839"/>
                </a:lnTo>
                <a:lnTo>
                  <a:pt x="220" y="7254"/>
                </a:lnTo>
                <a:lnTo>
                  <a:pt x="98" y="7670"/>
                </a:lnTo>
                <a:lnTo>
                  <a:pt x="24" y="8134"/>
                </a:lnTo>
                <a:lnTo>
                  <a:pt x="0" y="8598"/>
                </a:lnTo>
                <a:lnTo>
                  <a:pt x="24" y="9062"/>
                </a:lnTo>
                <a:lnTo>
                  <a:pt x="98" y="9501"/>
                </a:lnTo>
                <a:lnTo>
                  <a:pt x="220" y="9941"/>
                </a:lnTo>
                <a:lnTo>
                  <a:pt x="366" y="10356"/>
                </a:lnTo>
                <a:lnTo>
                  <a:pt x="562" y="10747"/>
                </a:lnTo>
                <a:lnTo>
                  <a:pt x="782" y="11138"/>
                </a:lnTo>
                <a:lnTo>
                  <a:pt x="1050" y="11480"/>
                </a:lnTo>
                <a:lnTo>
                  <a:pt x="1343" y="11797"/>
                </a:lnTo>
                <a:lnTo>
                  <a:pt x="1661" y="12090"/>
                </a:lnTo>
                <a:lnTo>
                  <a:pt x="2003" y="12359"/>
                </a:lnTo>
                <a:lnTo>
                  <a:pt x="2369" y="12579"/>
                </a:lnTo>
                <a:lnTo>
                  <a:pt x="2760" y="12774"/>
                </a:lnTo>
                <a:lnTo>
                  <a:pt x="3175" y="12945"/>
                </a:lnTo>
                <a:lnTo>
                  <a:pt x="3615" y="13043"/>
                </a:lnTo>
                <a:lnTo>
                  <a:pt x="4079" y="13116"/>
                </a:lnTo>
                <a:lnTo>
                  <a:pt x="4518" y="13140"/>
                </a:lnTo>
                <a:lnTo>
                  <a:pt x="4982" y="13116"/>
                </a:lnTo>
                <a:lnTo>
                  <a:pt x="5397" y="13043"/>
                </a:lnTo>
                <a:lnTo>
                  <a:pt x="5813" y="12945"/>
                </a:lnTo>
                <a:lnTo>
                  <a:pt x="6228" y="12823"/>
                </a:lnTo>
                <a:lnTo>
                  <a:pt x="6594" y="12628"/>
                </a:lnTo>
                <a:lnTo>
                  <a:pt x="6961" y="12432"/>
                </a:lnTo>
                <a:lnTo>
                  <a:pt x="7302" y="12188"/>
                </a:lnTo>
                <a:lnTo>
                  <a:pt x="7620" y="11919"/>
                </a:lnTo>
                <a:lnTo>
                  <a:pt x="7913" y="11626"/>
                </a:lnTo>
                <a:lnTo>
                  <a:pt x="8182" y="11309"/>
                </a:lnTo>
                <a:lnTo>
                  <a:pt x="8402" y="10967"/>
                </a:lnTo>
                <a:lnTo>
                  <a:pt x="8597" y="10625"/>
                </a:lnTo>
                <a:lnTo>
                  <a:pt x="8768" y="10234"/>
                </a:lnTo>
                <a:lnTo>
                  <a:pt x="8890" y="9843"/>
                </a:lnTo>
                <a:lnTo>
                  <a:pt x="8988" y="9428"/>
                </a:lnTo>
                <a:lnTo>
                  <a:pt x="9061" y="9013"/>
                </a:lnTo>
                <a:lnTo>
                  <a:pt x="9427" y="9013"/>
                </a:lnTo>
                <a:lnTo>
                  <a:pt x="9525" y="9282"/>
                </a:lnTo>
                <a:lnTo>
                  <a:pt x="9647" y="9501"/>
                </a:lnTo>
                <a:lnTo>
                  <a:pt x="9818" y="9721"/>
                </a:lnTo>
                <a:lnTo>
                  <a:pt x="10013" y="9892"/>
                </a:lnTo>
                <a:lnTo>
                  <a:pt x="10233" y="10039"/>
                </a:lnTo>
                <a:lnTo>
                  <a:pt x="10477" y="10161"/>
                </a:lnTo>
                <a:lnTo>
                  <a:pt x="10746" y="10234"/>
                </a:lnTo>
                <a:lnTo>
                  <a:pt x="11186" y="10234"/>
                </a:lnTo>
                <a:lnTo>
                  <a:pt x="11357" y="10210"/>
                </a:lnTo>
                <a:lnTo>
                  <a:pt x="11503" y="10161"/>
                </a:lnTo>
                <a:lnTo>
                  <a:pt x="11674" y="10112"/>
                </a:lnTo>
                <a:lnTo>
                  <a:pt x="11821" y="10039"/>
                </a:lnTo>
                <a:lnTo>
                  <a:pt x="11943" y="9965"/>
                </a:lnTo>
                <a:lnTo>
                  <a:pt x="12065" y="9868"/>
                </a:lnTo>
                <a:lnTo>
                  <a:pt x="12187" y="9770"/>
                </a:lnTo>
                <a:lnTo>
                  <a:pt x="12309" y="9648"/>
                </a:lnTo>
                <a:lnTo>
                  <a:pt x="12382" y="9526"/>
                </a:lnTo>
                <a:lnTo>
                  <a:pt x="12480" y="9379"/>
                </a:lnTo>
                <a:lnTo>
                  <a:pt x="12553" y="9233"/>
                </a:lnTo>
                <a:lnTo>
                  <a:pt x="12602" y="9086"/>
                </a:lnTo>
                <a:lnTo>
                  <a:pt x="12651" y="8915"/>
                </a:lnTo>
                <a:lnTo>
                  <a:pt x="12676" y="8769"/>
                </a:lnTo>
                <a:lnTo>
                  <a:pt x="12676" y="8598"/>
                </a:lnTo>
                <a:lnTo>
                  <a:pt x="12651" y="8329"/>
                </a:lnTo>
                <a:lnTo>
                  <a:pt x="12602" y="8085"/>
                </a:lnTo>
                <a:lnTo>
                  <a:pt x="12505" y="7865"/>
                </a:lnTo>
                <a:lnTo>
                  <a:pt x="12358" y="7645"/>
                </a:lnTo>
                <a:lnTo>
                  <a:pt x="15411" y="4055"/>
                </a:lnTo>
                <a:lnTo>
                  <a:pt x="15631" y="4592"/>
                </a:lnTo>
                <a:lnTo>
                  <a:pt x="15362" y="4739"/>
                </a:lnTo>
                <a:lnTo>
                  <a:pt x="15093" y="4910"/>
                </a:lnTo>
                <a:lnTo>
                  <a:pt x="14849" y="5105"/>
                </a:lnTo>
                <a:lnTo>
                  <a:pt x="14605" y="5301"/>
                </a:lnTo>
                <a:lnTo>
                  <a:pt x="14385" y="5520"/>
                </a:lnTo>
                <a:lnTo>
                  <a:pt x="14190" y="5765"/>
                </a:lnTo>
                <a:lnTo>
                  <a:pt x="14019" y="6009"/>
                </a:lnTo>
                <a:lnTo>
                  <a:pt x="13848" y="6253"/>
                </a:lnTo>
                <a:lnTo>
                  <a:pt x="13701" y="6522"/>
                </a:lnTo>
                <a:lnTo>
                  <a:pt x="13579" y="6790"/>
                </a:lnTo>
                <a:lnTo>
                  <a:pt x="13457" y="7084"/>
                </a:lnTo>
                <a:lnTo>
                  <a:pt x="13359" y="7377"/>
                </a:lnTo>
                <a:lnTo>
                  <a:pt x="13286" y="7670"/>
                </a:lnTo>
                <a:lnTo>
                  <a:pt x="13237" y="7963"/>
                </a:lnTo>
                <a:lnTo>
                  <a:pt x="13213" y="8280"/>
                </a:lnTo>
                <a:lnTo>
                  <a:pt x="13188" y="8598"/>
                </a:lnTo>
                <a:lnTo>
                  <a:pt x="13213" y="9062"/>
                </a:lnTo>
                <a:lnTo>
                  <a:pt x="13286" y="9501"/>
                </a:lnTo>
                <a:lnTo>
                  <a:pt x="13408" y="9941"/>
                </a:lnTo>
                <a:lnTo>
                  <a:pt x="13555" y="10356"/>
                </a:lnTo>
                <a:lnTo>
                  <a:pt x="13750" y="10747"/>
                </a:lnTo>
                <a:lnTo>
                  <a:pt x="13970" y="11138"/>
                </a:lnTo>
                <a:lnTo>
                  <a:pt x="14239" y="11480"/>
                </a:lnTo>
                <a:lnTo>
                  <a:pt x="14532" y="11797"/>
                </a:lnTo>
                <a:lnTo>
                  <a:pt x="14849" y="12090"/>
                </a:lnTo>
                <a:lnTo>
                  <a:pt x="15191" y="12359"/>
                </a:lnTo>
                <a:lnTo>
                  <a:pt x="15582" y="12579"/>
                </a:lnTo>
                <a:lnTo>
                  <a:pt x="15973" y="12774"/>
                </a:lnTo>
                <a:lnTo>
                  <a:pt x="16388" y="12945"/>
                </a:lnTo>
                <a:lnTo>
                  <a:pt x="16827" y="13043"/>
                </a:lnTo>
                <a:lnTo>
                  <a:pt x="17267" y="13116"/>
                </a:lnTo>
                <a:lnTo>
                  <a:pt x="17756" y="13140"/>
                </a:lnTo>
                <a:lnTo>
                  <a:pt x="18195" y="13116"/>
                </a:lnTo>
                <a:lnTo>
                  <a:pt x="18659" y="13043"/>
                </a:lnTo>
                <a:lnTo>
                  <a:pt x="19099" y="12945"/>
                </a:lnTo>
                <a:lnTo>
                  <a:pt x="19514" y="12774"/>
                </a:lnTo>
                <a:lnTo>
                  <a:pt x="19905" y="12579"/>
                </a:lnTo>
                <a:lnTo>
                  <a:pt x="20271" y="12359"/>
                </a:lnTo>
                <a:lnTo>
                  <a:pt x="20613" y="12090"/>
                </a:lnTo>
                <a:lnTo>
                  <a:pt x="20931" y="11797"/>
                </a:lnTo>
                <a:lnTo>
                  <a:pt x="21224" y="11480"/>
                </a:lnTo>
                <a:lnTo>
                  <a:pt x="21492" y="11138"/>
                </a:lnTo>
                <a:lnTo>
                  <a:pt x="21712" y="10747"/>
                </a:lnTo>
                <a:lnTo>
                  <a:pt x="21907" y="10356"/>
                </a:lnTo>
                <a:lnTo>
                  <a:pt x="22054" y="9941"/>
                </a:lnTo>
                <a:lnTo>
                  <a:pt x="22176" y="9501"/>
                </a:lnTo>
                <a:lnTo>
                  <a:pt x="22249" y="9062"/>
                </a:lnTo>
                <a:lnTo>
                  <a:pt x="22274" y="8598"/>
                </a:lnTo>
                <a:lnTo>
                  <a:pt x="22249" y="8134"/>
                </a:lnTo>
                <a:lnTo>
                  <a:pt x="22176" y="7670"/>
                </a:lnTo>
                <a:lnTo>
                  <a:pt x="22054" y="7230"/>
                </a:lnTo>
                <a:lnTo>
                  <a:pt x="21907" y="6815"/>
                </a:lnTo>
                <a:lnTo>
                  <a:pt x="21712" y="6424"/>
                </a:lnTo>
                <a:lnTo>
                  <a:pt x="21492" y="6058"/>
                </a:lnTo>
                <a:lnTo>
                  <a:pt x="21224" y="5691"/>
                </a:lnTo>
                <a:lnTo>
                  <a:pt x="20931" y="5374"/>
                </a:lnTo>
                <a:lnTo>
                  <a:pt x="20613" y="5081"/>
                </a:lnTo>
                <a:lnTo>
                  <a:pt x="20271" y="4812"/>
                </a:lnTo>
                <a:lnTo>
                  <a:pt x="19905" y="4592"/>
                </a:lnTo>
                <a:lnTo>
                  <a:pt x="19514" y="4397"/>
                </a:lnTo>
                <a:lnTo>
                  <a:pt x="19099" y="4250"/>
                </a:lnTo>
                <a:lnTo>
                  <a:pt x="18659" y="4128"/>
                </a:lnTo>
                <a:lnTo>
                  <a:pt x="18195" y="4079"/>
                </a:lnTo>
                <a:lnTo>
                  <a:pt x="17756" y="4055"/>
                </a:lnTo>
                <a:lnTo>
                  <a:pt x="17414" y="4055"/>
                </a:lnTo>
                <a:lnTo>
                  <a:pt x="17072" y="4104"/>
                </a:lnTo>
                <a:lnTo>
                  <a:pt x="16754" y="4153"/>
                </a:lnTo>
                <a:lnTo>
                  <a:pt x="16412" y="4250"/>
                </a:lnTo>
                <a:lnTo>
                  <a:pt x="15240" y="1344"/>
                </a:lnTo>
                <a:lnTo>
                  <a:pt x="16144" y="1344"/>
                </a:lnTo>
                <a:lnTo>
                  <a:pt x="15997" y="1515"/>
                </a:lnTo>
                <a:lnTo>
                  <a:pt x="15924" y="1564"/>
                </a:lnTo>
                <a:lnTo>
                  <a:pt x="15899" y="1637"/>
                </a:lnTo>
                <a:lnTo>
                  <a:pt x="15875" y="1735"/>
                </a:lnTo>
                <a:lnTo>
                  <a:pt x="15875" y="1808"/>
                </a:lnTo>
                <a:lnTo>
                  <a:pt x="15875" y="1881"/>
                </a:lnTo>
                <a:lnTo>
                  <a:pt x="15899" y="1955"/>
                </a:lnTo>
                <a:lnTo>
                  <a:pt x="15924" y="2028"/>
                </a:lnTo>
                <a:lnTo>
                  <a:pt x="15997" y="2101"/>
                </a:lnTo>
                <a:lnTo>
                  <a:pt x="16046" y="2150"/>
                </a:lnTo>
                <a:lnTo>
                  <a:pt x="16119" y="2199"/>
                </a:lnTo>
                <a:lnTo>
                  <a:pt x="16192" y="2223"/>
                </a:lnTo>
                <a:lnTo>
                  <a:pt x="16363" y="2223"/>
                </a:lnTo>
                <a:lnTo>
                  <a:pt x="16437" y="2199"/>
                </a:lnTo>
                <a:lnTo>
                  <a:pt x="16510" y="2150"/>
                </a:lnTo>
                <a:lnTo>
                  <a:pt x="16583" y="2101"/>
                </a:lnTo>
                <a:lnTo>
                  <a:pt x="16754" y="1930"/>
                </a:lnTo>
                <a:lnTo>
                  <a:pt x="16852" y="1808"/>
                </a:lnTo>
                <a:lnTo>
                  <a:pt x="16925" y="1662"/>
                </a:lnTo>
                <a:lnTo>
                  <a:pt x="16998" y="1491"/>
                </a:lnTo>
                <a:lnTo>
                  <a:pt x="17047" y="1320"/>
                </a:lnTo>
                <a:lnTo>
                  <a:pt x="17047" y="1124"/>
                </a:lnTo>
                <a:lnTo>
                  <a:pt x="16998" y="953"/>
                </a:lnTo>
                <a:lnTo>
                  <a:pt x="16901" y="807"/>
                </a:lnTo>
                <a:lnTo>
                  <a:pt x="16779" y="685"/>
                </a:lnTo>
                <a:lnTo>
                  <a:pt x="16657" y="587"/>
                </a:lnTo>
                <a:lnTo>
                  <a:pt x="16486" y="538"/>
                </a:lnTo>
                <a:lnTo>
                  <a:pt x="16339" y="489"/>
                </a:lnTo>
                <a:lnTo>
                  <a:pt x="16192" y="465"/>
                </a:lnTo>
                <a:lnTo>
                  <a:pt x="14629" y="465"/>
                </a:lnTo>
                <a:lnTo>
                  <a:pt x="14507" y="489"/>
                </a:lnTo>
                <a:lnTo>
                  <a:pt x="14434" y="514"/>
                </a:lnTo>
                <a:lnTo>
                  <a:pt x="14312" y="611"/>
                </a:lnTo>
                <a:lnTo>
                  <a:pt x="14239" y="709"/>
                </a:lnTo>
                <a:lnTo>
                  <a:pt x="14214" y="807"/>
                </a:lnTo>
                <a:lnTo>
                  <a:pt x="14214" y="929"/>
                </a:lnTo>
                <a:lnTo>
                  <a:pt x="14239" y="1027"/>
                </a:lnTo>
                <a:lnTo>
                  <a:pt x="14996" y="2883"/>
                </a:lnTo>
                <a:lnTo>
                  <a:pt x="8792" y="2883"/>
                </a:lnTo>
                <a:lnTo>
                  <a:pt x="8035" y="1344"/>
                </a:lnTo>
                <a:lnTo>
                  <a:pt x="9427" y="1344"/>
                </a:lnTo>
                <a:lnTo>
                  <a:pt x="9525" y="1320"/>
                </a:lnTo>
                <a:lnTo>
                  <a:pt x="9598" y="1295"/>
                </a:lnTo>
                <a:lnTo>
                  <a:pt x="9672" y="1271"/>
                </a:lnTo>
                <a:lnTo>
                  <a:pt x="9720" y="1222"/>
                </a:lnTo>
                <a:lnTo>
                  <a:pt x="9794" y="1149"/>
                </a:lnTo>
                <a:lnTo>
                  <a:pt x="9818" y="1075"/>
                </a:lnTo>
                <a:lnTo>
                  <a:pt x="9842" y="1002"/>
                </a:lnTo>
                <a:lnTo>
                  <a:pt x="9842" y="904"/>
                </a:lnTo>
                <a:lnTo>
                  <a:pt x="9842" y="831"/>
                </a:lnTo>
                <a:lnTo>
                  <a:pt x="9818" y="734"/>
                </a:lnTo>
                <a:lnTo>
                  <a:pt x="9794" y="685"/>
                </a:lnTo>
                <a:lnTo>
                  <a:pt x="9720" y="611"/>
                </a:lnTo>
                <a:lnTo>
                  <a:pt x="9672" y="563"/>
                </a:lnTo>
                <a:lnTo>
                  <a:pt x="9598" y="514"/>
                </a:lnTo>
                <a:lnTo>
                  <a:pt x="9525" y="489"/>
                </a:lnTo>
                <a:lnTo>
                  <a:pt x="9427" y="489"/>
                </a:lnTo>
                <a:lnTo>
                  <a:pt x="6350"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2" name="Google Shape;832;p31"/>
          <p:cNvGrpSpPr/>
          <p:nvPr/>
        </p:nvGrpSpPr>
        <p:grpSpPr>
          <a:xfrm>
            <a:off x="910227" y="4322764"/>
            <a:ext cx="371623" cy="365499"/>
            <a:chOff x="1244325" y="4999400"/>
            <a:chExt cx="444525" cy="437200"/>
          </a:xfrm>
        </p:grpSpPr>
        <p:sp>
          <p:nvSpPr>
            <p:cNvPr id="833" name="Google Shape;833;p31"/>
            <p:cNvSpPr/>
            <p:nvPr/>
          </p:nvSpPr>
          <p:spPr>
            <a:xfrm>
              <a:off x="1244325" y="5161200"/>
              <a:ext cx="374925" cy="222275"/>
            </a:xfrm>
            <a:custGeom>
              <a:rect b="b" l="l" r="r" t="t"/>
              <a:pathLst>
                <a:path extrusionOk="0" h="8891" w="14997">
                  <a:moveTo>
                    <a:pt x="2077" y="1661"/>
                  </a:moveTo>
                  <a:lnTo>
                    <a:pt x="2199" y="1685"/>
                  </a:lnTo>
                  <a:lnTo>
                    <a:pt x="2468" y="1783"/>
                  </a:lnTo>
                  <a:lnTo>
                    <a:pt x="2687" y="1930"/>
                  </a:lnTo>
                  <a:lnTo>
                    <a:pt x="2883" y="2076"/>
                  </a:lnTo>
                  <a:lnTo>
                    <a:pt x="2932" y="2443"/>
                  </a:lnTo>
                  <a:lnTo>
                    <a:pt x="3005" y="2833"/>
                  </a:lnTo>
                  <a:lnTo>
                    <a:pt x="3176" y="3664"/>
                  </a:lnTo>
                  <a:lnTo>
                    <a:pt x="3396" y="4470"/>
                  </a:lnTo>
                  <a:lnTo>
                    <a:pt x="3567" y="5154"/>
                  </a:lnTo>
                  <a:lnTo>
                    <a:pt x="3371" y="5105"/>
                  </a:lnTo>
                  <a:lnTo>
                    <a:pt x="3152" y="5031"/>
                  </a:lnTo>
                  <a:lnTo>
                    <a:pt x="2956" y="4934"/>
                  </a:lnTo>
                  <a:lnTo>
                    <a:pt x="2736" y="4812"/>
                  </a:lnTo>
                  <a:lnTo>
                    <a:pt x="2541" y="4690"/>
                  </a:lnTo>
                  <a:lnTo>
                    <a:pt x="2321" y="4543"/>
                  </a:lnTo>
                  <a:lnTo>
                    <a:pt x="2126" y="4372"/>
                  </a:lnTo>
                  <a:lnTo>
                    <a:pt x="1930" y="4201"/>
                  </a:lnTo>
                  <a:lnTo>
                    <a:pt x="1759" y="4006"/>
                  </a:lnTo>
                  <a:lnTo>
                    <a:pt x="1613" y="3810"/>
                  </a:lnTo>
                  <a:lnTo>
                    <a:pt x="1466" y="3590"/>
                  </a:lnTo>
                  <a:lnTo>
                    <a:pt x="1344" y="3395"/>
                  </a:lnTo>
                  <a:lnTo>
                    <a:pt x="1247" y="3175"/>
                  </a:lnTo>
                  <a:lnTo>
                    <a:pt x="1173" y="2931"/>
                  </a:lnTo>
                  <a:lnTo>
                    <a:pt x="1124" y="2711"/>
                  </a:lnTo>
                  <a:lnTo>
                    <a:pt x="1124" y="2491"/>
                  </a:lnTo>
                  <a:lnTo>
                    <a:pt x="1124" y="2320"/>
                  </a:lnTo>
                  <a:lnTo>
                    <a:pt x="1173" y="2174"/>
                  </a:lnTo>
                  <a:lnTo>
                    <a:pt x="1247" y="2027"/>
                  </a:lnTo>
                  <a:lnTo>
                    <a:pt x="1369" y="1905"/>
                  </a:lnTo>
                  <a:lnTo>
                    <a:pt x="1491" y="1808"/>
                  </a:lnTo>
                  <a:lnTo>
                    <a:pt x="1613" y="1734"/>
                  </a:lnTo>
                  <a:lnTo>
                    <a:pt x="1784" y="1685"/>
                  </a:lnTo>
                  <a:lnTo>
                    <a:pt x="1955" y="1661"/>
                  </a:lnTo>
                  <a:close/>
                  <a:moveTo>
                    <a:pt x="3225" y="0"/>
                  </a:moveTo>
                  <a:lnTo>
                    <a:pt x="3127" y="25"/>
                  </a:lnTo>
                  <a:lnTo>
                    <a:pt x="3029" y="98"/>
                  </a:lnTo>
                  <a:lnTo>
                    <a:pt x="2932" y="147"/>
                  </a:lnTo>
                  <a:lnTo>
                    <a:pt x="2883" y="245"/>
                  </a:lnTo>
                  <a:lnTo>
                    <a:pt x="2834" y="342"/>
                  </a:lnTo>
                  <a:lnTo>
                    <a:pt x="2785" y="440"/>
                  </a:lnTo>
                  <a:lnTo>
                    <a:pt x="2785" y="538"/>
                  </a:lnTo>
                  <a:lnTo>
                    <a:pt x="2785" y="709"/>
                  </a:lnTo>
                  <a:lnTo>
                    <a:pt x="2565" y="635"/>
                  </a:lnTo>
                  <a:lnTo>
                    <a:pt x="2370" y="586"/>
                  </a:lnTo>
                  <a:lnTo>
                    <a:pt x="2150" y="562"/>
                  </a:lnTo>
                  <a:lnTo>
                    <a:pt x="1955" y="538"/>
                  </a:lnTo>
                  <a:lnTo>
                    <a:pt x="1759" y="562"/>
                  </a:lnTo>
                  <a:lnTo>
                    <a:pt x="1564" y="586"/>
                  </a:lnTo>
                  <a:lnTo>
                    <a:pt x="1369" y="635"/>
                  </a:lnTo>
                  <a:lnTo>
                    <a:pt x="1198" y="709"/>
                  </a:lnTo>
                  <a:lnTo>
                    <a:pt x="1027" y="782"/>
                  </a:lnTo>
                  <a:lnTo>
                    <a:pt x="856" y="880"/>
                  </a:lnTo>
                  <a:lnTo>
                    <a:pt x="709" y="1002"/>
                  </a:lnTo>
                  <a:lnTo>
                    <a:pt x="563" y="1124"/>
                  </a:lnTo>
                  <a:lnTo>
                    <a:pt x="441" y="1246"/>
                  </a:lnTo>
                  <a:lnTo>
                    <a:pt x="343" y="1417"/>
                  </a:lnTo>
                  <a:lnTo>
                    <a:pt x="245" y="1563"/>
                  </a:lnTo>
                  <a:lnTo>
                    <a:pt x="147" y="1734"/>
                  </a:lnTo>
                  <a:lnTo>
                    <a:pt x="99" y="1905"/>
                  </a:lnTo>
                  <a:lnTo>
                    <a:pt x="50" y="2101"/>
                  </a:lnTo>
                  <a:lnTo>
                    <a:pt x="1" y="2296"/>
                  </a:lnTo>
                  <a:lnTo>
                    <a:pt x="1" y="2491"/>
                  </a:lnTo>
                  <a:lnTo>
                    <a:pt x="25" y="2858"/>
                  </a:lnTo>
                  <a:lnTo>
                    <a:pt x="99" y="3200"/>
                  </a:lnTo>
                  <a:lnTo>
                    <a:pt x="221" y="3566"/>
                  </a:lnTo>
                  <a:lnTo>
                    <a:pt x="367" y="3884"/>
                  </a:lnTo>
                  <a:lnTo>
                    <a:pt x="563" y="4225"/>
                  </a:lnTo>
                  <a:lnTo>
                    <a:pt x="782" y="4543"/>
                  </a:lnTo>
                  <a:lnTo>
                    <a:pt x="1027" y="4836"/>
                  </a:lnTo>
                  <a:lnTo>
                    <a:pt x="1295" y="5105"/>
                  </a:lnTo>
                  <a:lnTo>
                    <a:pt x="1588" y="5349"/>
                  </a:lnTo>
                  <a:lnTo>
                    <a:pt x="1906" y="5593"/>
                  </a:lnTo>
                  <a:lnTo>
                    <a:pt x="2248" y="5789"/>
                  </a:lnTo>
                  <a:lnTo>
                    <a:pt x="2590" y="5960"/>
                  </a:lnTo>
                  <a:lnTo>
                    <a:pt x="2932" y="6106"/>
                  </a:lnTo>
                  <a:lnTo>
                    <a:pt x="3274" y="6204"/>
                  </a:lnTo>
                  <a:lnTo>
                    <a:pt x="3616" y="6277"/>
                  </a:lnTo>
                  <a:lnTo>
                    <a:pt x="3957" y="6301"/>
                  </a:lnTo>
                  <a:lnTo>
                    <a:pt x="4080" y="6643"/>
                  </a:lnTo>
                  <a:lnTo>
                    <a:pt x="4226" y="6961"/>
                  </a:lnTo>
                  <a:lnTo>
                    <a:pt x="4519" y="7596"/>
                  </a:lnTo>
                  <a:lnTo>
                    <a:pt x="4812" y="8133"/>
                  </a:lnTo>
                  <a:lnTo>
                    <a:pt x="5081" y="8597"/>
                  </a:lnTo>
                  <a:lnTo>
                    <a:pt x="5154" y="8719"/>
                  </a:lnTo>
                  <a:lnTo>
                    <a:pt x="5276" y="8817"/>
                  </a:lnTo>
                  <a:lnTo>
                    <a:pt x="5423" y="8866"/>
                  </a:lnTo>
                  <a:lnTo>
                    <a:pt x="5569" y="8890"/>
                  </a:lnTo>
                  <a:lnTo>
                    <a:pt x="12212" y="8890"/>
                  </a:lnTo>
                  <a:lnTo>
                    <a:pt x="12359" y="8866"/>
                  </a:lnTo>
                  <a:lnTo>
                    <a:pt x="12506" y="8817"/>
                  </a:lnTo>
                  <a:lnTo>
                    <a:pt x="12628" y="8719"/>
                  </a:lnTo>
                  <a:lnTo>
                    <a:pt x="12701" y="8597"/>
                  </a:lnTo>
                  <a:lnTo>
                    <a:pt x="12994" y="8060"/>
                  </a:lnTo>
                  <a:lnTo>
                    <a:pt x="13360" y="7352"/>
                  </a:lnTo>
                  <a:lnTo>
                    <a:pt x="13727" y="6472"/>
                  </a:lnTo>
                  <a:lnTo>
                    <a:pt x="13922" y="6008"/>
                  </a:lnTo>
                  <a:lnTo>
                    <a:pt x="14117" y="5495"/>
                  </a:lnTo>
                  <a:lnTo>
                    <a:pt x="14288" y="4958"/>
                  </a:lnTo>
                  <a:lnTo>
                    <a:pt x="14459" y="4372"/>
                  </a:lnTo>
                  <a:lnTo>
                    <a:pt x="14606" y="3786"/>
                  </a:lnTo>
                  <a:lnTo>
                    <a:pt x="14752" y="3175"/>
                  </a:lnTo>
                  <a:lnTo>
                    <a:pt x="14850" y="2540"/>
                  </a:lnTo>
                  <a:lnTo>
                    <a:pt x="14923" y="1881"/>
                  </a:lnTo>
                  <a:lnTo>
                    <a:pt x="14972" y="1221"/>
                  </a:lnTo>
                  <a:lnTo>
                    <a:pt x="14997" y="538"/>
                  </a:lnTo>
                  <a:lnTo>
                    <a:pt x="14997" y="440"/>
                  </a:lnTo>
                  <a:lnTo>
                    <a:pt x="14948" y="342"/>
                  </a:lnTo>
                  <a:lnTo>
                    <a:pt x="14899" y="245"/>
                  </a:lnTo>
                  <a:lnTo>
                    <a:pt x="14850" y="147"/>
                  </a:lnTo>
                  <a:lnTo>
                    <a:pt x="14752" y="98"/>
                  </a:lnTo>
                  <a:lnTo>
                    <a:pt x="14655" y="25"/>
                  </a:lnTo>
                  <a:lnTo>
                    <a:pt x="14557"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31"/>
            <p:cNvSpPr/>
            <p:nvPr/>
          </p:nvSpPr>
          <p:spPr>
            <a:xfrm>
              <a:off x="1244325" y="5397500"/>
              <a:ext cx="444525" cy="39100"/>
            </a:xfrm>
            <a:custGeom>
              <a:rect b="b" l="l" r="r" t="t"/>
              <a:pathLst>
                <a:path extrusionOk="0" h="1564" w="17781">
                  <a:moveTo>
                    <a:pt x="1" y="0"/>
                  </a:moveTo>
                  <a:lnTo>
                    <a:pt x="25" y="244"/>
                  </a:lnTo>
                  <a:lnTo>
                    <a:pt x="99" y="488"/>
                  </a:lnTo>
                  <a:lnTo>
                    <a:pt x="196" y="757"/>
                  </a:lnTo>
                  <a:lnTo>
                    <a:pt x="318" y="1001"/>
                  </a:lnTo>
                  <a:lnTo>
                    <a:pt x="489" y="1221"/>
                  </a:lnTo>
                  <a:lnTo>
                    <a:pt x="685" y="1392"/>
                  </a:lnTo>
                  <a:lnTo>
                    <a:pt x="782" y="1465"/>
                  </a:lnTo>
                  <a:lnTo>
                    <a:pt x="880" y="1514"/>
                  </a:lnTo>
                  <a:lnTo>
                    <a:pt x="1002" y="1539"/>
                  </a:lnTo>
                  <a:lnTo>
                    <a:pt x="1124" y="1563"/>
                  </a:lnTo>
                  <a:lnTo>
                    <a:pt x="16657" y="1563"/>
                  </a:lnTo>
                  <a:lnTo>
                    <a:pt x="16780" y="1539"/>
                  </a:lnTo>
                  <a:lnTo>
                    <a:pt x="16902" y="1514"/>
                  </a:lnTo>
                  <a:lnTo>
                    <a:pt x="16999" y="1465"/>
                  </a:lnTo>
                  <a:lnTo>
                    <a:pt x="17097" y="1392"/>
                  </a:lnTo>
                  <a:lnTo>
                    <a:pt x="17292" y="1221"/>
                  </a:lnTo>
                  <a:lnTo>
                    <a:pt x="17463" y="1001"/>
                  </a:lnTo>
                  <a:lnTo>
                    <a:pt x="17586" y="757"/>
                  </a:lnTo>
                  <a:lnTo>
                    <a:pt x="17683" y="488"/>
                  </a:lnTo>
                  <a:lnTo>
                    <a:pt x="17756" y="244"/>
                  </a:lnTo>
                  <a:lnTo>
                    <a:pt x="17781"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31"/>
            <p:cNvSpPr/>
            <p:nvPr/>
          </p:nvSpPr>
          <p:spPr>
            <a:xfrm>
              <a:off x="1451925" y="4999400"/>
              <a:ext cx="31175" cy="129450"/>
            </a:xfrm>
            <a:custGeom>
              <a:rect b="b" l="l" r="r" t="t"/>
              <a:pathLst>
                <a:path extrusionOk="0" h="5178" w="1247">
                  <a:moveTo>
                    <a:pt x="953" y="0"/>
                  </a:moveTo>
                  <a:lnTo>
                    <a:pt x="856" y="25"/>
                  </a:lnTo>
                  <a:lnTo>
                    <a:pt x="758" y="98"/>
                  </a:lnTo>
                  <a:lnTo>
                    <a:pt x="709" y="171"/>
                  </a:lnTo>
                  <a:lnTo>
                    <a:pt x="685" y="293"/>
                  </a:lnTo>
                  <a:lnTo>
                    <a:pt x="660" y="464"/>
                  </a:lnTo>
                  <a:lnTo>
                    <a:pt x="611" y="611"/>
                  </a:lnTo>
                  <a:lnTo>
                    <a:pt x="514" y="733"/>
                  </a:lnTo>
                  <a:lnTo>
                    <a:pt x="416" y="879"/>
                  </a:lnTo>
                  <a:lnTo>
                    <a:pt x="269" y="1026"/>
                  </a:lnTo>
                  <a:lnTo>
                    <a:pt x="147" y="1246"/>
                  </a:lnTo>
                  <a:lnTo>
                    <a:pt x="74" y="1368"/>
                  </a:lnTo>
                  <a:lnTo>
                    <a:pt x="50" y="1490"/>
                  </a:lnTo>
                  <a:lnTo>
                    <a:pt x="1" y="1661"/>
                  </a:lnTo>
                  <a:lnTo>
                    <a:pt x="1" y="1832"/>
                  </a:lnTo>
                  <a:lnTo>
                    <a:pt x="1" y="2003"/>
                  </a:lnTo>
                  <a:lnTo>
                    <a:pt x="50" y="2149"/>
                  </a:lnTo>
                  <a:lnTo>
                    <a:pt x="74" y="2296"/>
                  </a:lnTo>
                  <a:lnTo>
                    <a:pt x="147" y="2394"/>
                  </a:lnTo>
                  <a:lnTo>
                    <a:pt x="269" y="2613"/>
                  </a:lnTo>
                  <a:lnTo>
                    <a:pt x="416" y="2784"/>
                  </a:lnTo>
                  <a:lnTo>
                    <a:pt x="514" y="2907"/>
                  </a:lnTo>
                  <a:lnTo>
                    <a:pt x="611" y="3029"/>
                  </a:lnTo>
                  <a:lnTo>
                    <a:pt x="660" y="3175"/>
                  </a:lnTo>
                  <a:lnTo>
                    <a:pt x="685" y="3346"/>
                  </a:lnTo>
                  <a:lnTo>
                    <a:pt x="660" y="3542"/>
                  </a:lnTo>
                  <a:lnTo>
                    <a:pt x="611" y="3688"/>
                  </a:lnTo>
                  <a:lnTo>
                    <a:pt x="514" y="3810"/>
                  </a:lnTo>
                  <a:lnTo>
                    <a:pt x="416" y="3932"/>
                  </a:lnTo>
                  <a:lnTo>
                    <a:pt x="269" y="4103"/>
                  </a:lnTo>
                  <a:lnTo>
                    <a:pt x="147" y="4299"/>
                  </a:lnTo>
                  <a:lnTo>
                    <a:pt x="74" y="4421"/>
                  </a:lnTo>
                  <a:lnTo>
                    <a:pt x="50" y="4567"/>
                  </a:lnTo>
                  <a:lnTo>
                    <a:pt x="1" y="4714"/>
                  </a:lnTo>
                  <a:lnTo>
                    <a:pt x="1" y="4885"/>
                  </a:lnTo>
                  <a:lnTo>
                    <a:pt x="25" y="5007"/>
                  </a:lnTo>
                  <a:lnTo>
                    <a:pt x="74" y="5080"/>
                  </a:lnTo>
                  <a:lnTo>
                    <a:pt x="172" y="5153"/>
                  </a:lnTo>
                  <a:lnTo>
                    <a:pt x="294" y="5178"/>
                  </a:lnTo>
                  <a:lnTo>
                    <a:pt x="392" y="5153"/>
                  </a:lnTo>
                  <a:lnTo>
                    <a:pt x="489" y="5080"/>
                  </a:lnTo>
                  <a:lnTo>
                    <a:pt x="538" y="5007"/>
                  </a:lnTo>
                  <a:lnTo>
                    <a:pt x="563" y="4885"/>
                  </a:lnTo>
                  <a:lnTo>
                    <a:pt x="587" y="4714"/>
                  </a:lnTo>
                  <a:lnTo>
                    <a:pt x="636" y="4567"/>
                  </a:lnTo>
                  <a:lnTo>
                    <a:pt x="733" y="4445"/>
                  </a:lnTo>
                  <a:lnTo>
                    <a:pt x="831" y="4299"/>
                  </a:lnTo>
                  <a:lnTo>
                    <a:pt x="978" y="4152"/>
                  </a:lnTo>
                  <a:lnTo>
                    <a:pt x="1100" y="3932"/>
                  </a:lnTo>
                  <a:lnTo>
                    <a:pt x="1149" y="3810"/>
                  </a:lnTo>
                  <a:lnTo>
                    <a:pt x="1197" y="3688"/>
                  </a:lnTo>
                  <a:lnTo>
                    <a:pt x="1222" y="3542"/>
                  </a:lnTo>
                  <a:lnTo>
                    <a:pt x="1246" y="3346"/>
                  </a:lnTo>
                  <a:lnTo>
                    <a:pt x="1222" y="3175"/>
                  </a:lnTo>
                  <a:lnTo>
                    <a:pt x="1197" y="3029"/>
                  </a:lnTo>
                  <a:lnTo>
                    <a:pt x="1149" y="2882"/>
                  </a:lnTo>
                  <a:lnTo>
                    <a:pt x="1100" y="2784"/>
                  </a:lnTo>
                  <a:lnTo>
                    <a:pt x="978" y="2565"/>
                  </a:lnTo>
                  <a:lnTo>
                    <a:pt x="831" y="2394"/>
                  </a:lnTo>
                  <a:lnTo>
                    <a:pt x="733" y="2272"/>
                  </a:lnTo>
                  <a:lnTo>
                    <a:pt x="636" y="2149"/>
                  </a:lnTo>
                  <a:lnTo>
                    <a:pt x="587" y="2003"/>
                  </a:lnTo>
                  <a:lnTo>
                    <a:pt x="563" y="1832"/>
                  </a:lnTo>
                  <a:lnTo>
                    <a:pt x="587" y="1637"/>
                  </a:lnTo>
                  <a:lnTo>
                    <a:pt x="636" y="1490"/>
                  </a:lnTo>
                  <a:lnTo>
                    <a:pt x="733" y="1368"/>
                  </a:lnTo>
                  <a:lnTo>
                    <a:pt x="831" y="1246"/>
                  </a:lnTo>
                  <a:lnTo>
                    <a:pt x="978" y="1075"/>
                  </a:lnTo>
                  <a:lnTo>
                    <a:pt x="1100" y="879"/>
                  </a:lnTo>
                  <a:lnTo>
                    <a:pt x="1149" y="757"/>
                  </a:lnTo>
                  <a:lnTo>
                    <a:pt x="1197" y="611"/>
                  </a:lnTo>
                  <a:lnTo>
                    <a:pt x="1222" y="464"/>
                  </a:lnTo>
                  <a:lnTo>
                    <a:pt x="1246" y="293"/>
                  </a:lnTo>
                  <a:lnTo>
                    <a:pt x="1222" y="171"/>
                  </a:lnTo>
                  <a:lnTo>
                    <a:pt x="1149" y="98"/>
                  </a:lnTo>
                  <a:lnTo>
                    <a:pt x="1075" y="25"/>
                  </a:lnTo>
                  <a:lnTo>
                    <a:pt x="953"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31"/>
            <p:cNvSpPr/>
            <p:nvPr/>
          </p:nvSpPr>
          <p:spPr>
            <a:xfrm>
              <a:off x="1407975" y="4999400"/>
              <a:ext cx="31150" cy="129450"/>
            </a:xfrm>
            <a:custGeom>
              <a:rect b="b" l="l" r="r" t="t"/>
              <a:pathLst>
                <a:path extrusionOk="0" h="5178" w="1246">
                  <a:moveTo>
                    <a:pt x="977" y="0"/>
                  </a:moveTo>
                  <a:lnTo>
                    <a:pt x="855" y="25"/>
                  </a:lnTo>
                  <a:lnTo>
                    <a:pt x="782" y="98"/>
                  </a:lnTo>
                  <a:lnTo>
                    <a:pt x="709" y="171"/>
                  </a:lnTo>
                  <a:lnTo>
                    <a:pt x="684" y="293"/>
                  </a:lnTo>
                  <a:lnTo>
                    <a:pt x="660" y="464"/>
                  </a:lnTo>
                  <a:lnTo>
                    <a:pt x="611" y="611"/>
                  </a:lnTo>
                  <a:lnTo>
                    <a:pt x="538" y="733"/>
                  </a:lnTo>
                  <a:lnTo>
                    <a:pt x="416" y="879"/>
                  </a:lnTo>
                  <a:lnTo>
                    <a:pt x="269" y="1026"/>
                  </a:lnTo>
                  <a:lnTo>
                    <a:pt x="147" y="1246"/>
                  </a:lnTo>
                  <a:lnTo>
                    <a:pt x="98" y="1368"/>
                  </a:lnTo>
                  <a:lnTo>
                    <a:pt x="49" y="1490"/>
                  </a:lnTo>
                  <a:lnTo>
                    <a:pt x="25" y="1661"/>
                  </a:lnTo>
                  <a:lnTo>
                    <a:pt x="0" y="1832"/>
                  </a:lnTo>
                  <a:lnTo>
                    <a:pt x="25" y="2003"/>
                  </a:lnTo>
                  <a:lnTo>
                    <a:pt x="49" y="2149"/>
                  </a:lnTo>
                  <a:lnTo>
                    <a:pt x="98" y="2296"/>
                  </a:lnTo>
                  <a:lnTo>
                    <a:pt x="147" y="2394"/>
                  </a:lnTo>
                  <a:lnTo>
                    <a:pt x="269" y="2613"/>
                  </a:lnTo>
                  <a:lnTo>
                    <a:pt x="416" y="2784"/>
                  </a:lnTo>
                  <a:lnTo>
                    <a:pt x="538" y="2907"/>
                  </a:lnTo>
                  <a:lnTo>
                    <a:pt x="611" y="3029"/>
                  </a:lnTo>
                  <a:lnTo>
                    <a:pt x="660" y="3175"/>
                  </a:lnTo>
                  <a:lnTo>
                    <a:pt x="684" y="3346"/>
                  </a:lnTo>
                  <a:lnTo>
                    <a:pt x="660" y="3542"/>
                  </a:lnTo>
                  <a:lnTo>
                    <a:pt x="611" y="3688"/>
                  </a:lnTo>
                  <a:lnTo>
                    <a:pt x="538" y="3810"/>
                  </a:lnTo>
                  <a:lnTo>
                    <a:pt x="416" y="3932"/>
                  </a:lnTo>
                  <a:lnTo>
                    <a:pt x="269" y="4103"/>
                  </a:lnTo>
                  <a:lnTo>
                    <a:pt x="147" y="4299"/>
                  </a:lnTo>
                  <a:lnTo>
                    <a:pt x="98" y="4421"/>
                  </a:lnTo>
                  <a:lnTo>
                    <a:pt x="49" y="4567"/>
                  </a:lnTo>
                  <a:lnTo>
                    <a:pt x="25" y="4714"/>
                  </a:lnTo>
                  <a:lnTo>
                    <a:pt x="0" y="4885"/>
                  </a:lnTo>
                  <a:lnTo>
                    <a:pt x="25" y="5007"/>
                  </a:lnTo>
                  <a:lnTo>
                    <a:pt x="98" y="5080"/>
                  </a:lnTo>
                  <a:lnTo>
                    <a:pt x="171" y="5153"/>
                  </a:lnTo>
                  <a:lnTo>
                    <a:pt x="293" y="5178"/>
                  </a:lnTo>
                  <a:lnTo>
                    <a:pt x="391" y="5153"/>
                  </a:lnTo>
                  <a:lnTo>
                    <a:pt x="489" y="5080"/>
                  </a:lnTo>
                  <a:lnTo>
                    <a:pt x="562" y="5007"/>
                  </a:lnTo>
                  <a:lnTo>
                    <a:pt x="586" y="4885"/>
                  </a:lnTo>
                  <a:lnTo>
                    <a:pt x="586" y="4714"/>
                  </a:lnTo>
                  <a:lnTo>
                    <a:pt x="660" y="4567"/>
                  </a:lnTo>
                  <a:lnTo>
                    <a:pt x="733" y="4445"/>
                  </a:lnTo>
                  <a:lnTo>
                    <a:pt x="831" y="4299"/>
                  </a:lnTo>
                  <a:lnTo>
                    <a:pt x="977" y="4152"/>
                  </a:lnTo>
                  <a:lnTo>
                    <a:pt x="1124" y="3932"/>
                  </a:lnTo>
                  <a:lnTo>
                    <a:pt x="1173" y="3810"/>
                  </a:lnTo>
                  <a:lnTo>
                    <a:pt x="1221" y="3688"/>
                  </a:lnTo>
                  <a:lnTo>
                    <a:pt x="1246" y="3542"/>
                  </a:lnTo>
                  <a:lnTo>
                    <a:pt x="1246" y="3346"/>
                  </a:lnTo>
                  <a:lnTo>
                    <a:pt x="1246" y="3175"/>
                  </a:lnTo>
                  <a:lnTo>
                    <a:pt x="1221" y="3029"/>
                  </a:lnTo>
                  <a:lnTo>
                    <a:pt x="1173" y="2882"/>
                  </a:lnTo>
                  <a:lnTo>
                    <a:pt x="1124" y="2784"/>
                  </a:lnTo>
                  <a:lnTo>
                    <a:pt x="977" y="2565"/>
                  </a:lnTo>
                  <a:lnTo>
                    <a:pt x="831" y="2394"/>
                  </a:lnTo>
                  <a:lnTo>
                    <a:pt x="733" y="2272"/>
                  </a:lnTo>
                  <a:lnTo>
                    <a:pt x="660" y="2149"/>
                  </a:lnTo>
                  <a:lnTo>
                    <a:pt x="586" y="2003"/>
                  </a:lnTo>
                  <a:lnTo>
                    <a:pt x="586" y="1832"/>
                  </a:lnTo>
                  <a:lnTo>
                    <a:pt x="586" y="1637"/>
                  </a:lnTo>
                  <a:lnTo>
                    <a:pt x="660" y="1490"/>
                  </a:lnTo>
                  <a:lnTo>
                    <a:pt x="733" y="1368"/>
                  </a:lnTo>
                  <a:lnTo>
                    <a:pt x="831" y="1246"/>
                  </a:lnTo>
                  <a:lnTo>
                    <a:pt x="977" y="1075"/>
                  </a:lnTo>
                  <a:lnTo>
                    <a:pt x="1124" y="879"/>
                  </a:lnTo>
                  <a:lnTo>
                    <a:pt x="1173" y="757"/>
                  </a:lnTo>
                  <a:lnTo>
                    <a:pt x="1221" y="611"/>
                  </a:lnTo>
                  <a:lnTo>
                    <a:pt x="1246" y="464"/>
                  </a:lnTo>
                  <a:lnTo>
                    <a:pt x="1246" y="293"/>
                  </a:lnTo>
                  <a:lnTo>
                    <a:pt x="1221" y="171"/>
                  </a:lnTo>
                  <a:lnTo>
                    <a:pt x="1173" y="98"/>
                  </a:lnTo>
                  <a:lnTo>
                    <a:pt x="1075" y="25"/>
                  </a:lnTo>
                  <a:lnTo>
                    <a:pt x="977"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31"/>
            <p:cNvSpPr/>
            <p:nvPr/>
          </p:nvSpPr>
          <p:spPr>
            <a:xfrm>
              <a:off x="1495900" y="4999400"/>
              <a:ext cx="30550" cy="129450"/>
            </a:xfrm>
            <a:custGeom>
              <a:rect b="b" l="l" r="r" t="t"/>
              <a:pathLst>
                <a:path extrusionOk="0" h="5178" w="1222">
                  <a:moveTo>
                    <a:pt x="953" y="0"/>
                  </a:moveTo>
                  <a:lnTo>
                    <a:pt x="831" y="25"/>
                  </a:lnTo>
                  <a:lnTo>
                    <a:pt x="757" y="98"/>
                  </a:lnTo>
                  <a:lnTo>
                    <a:pt x="684" y="171"/>
                  </a:lnTo>
                  <a:lnTo>
                    <a:pt x="660" y="293"/>
                  </a:lnTo>
                  <a:lnTo>
                    <a:pt x="660" y="464"/>
                  </a:lnTo>
                  <a:lnTo>
                    <a:pt x="586" y="611"/>
                  </a:lnTo>
                  <a:lnTo>
                    <a:pt x="513" y="733"/>
                  </a:lnTo>
                  <a:lnTo>
                    <a:pt x="391" y="879"/>
                  </a:lnTo>
                  <a:lnTo>
                    <a:pt x="269" y="1026"/>
                  </a:lnTo>
                  <a:lnTo>
                    <a:pt x="122" y="1246"/>
                  </a:lnTo>
                  <a:lnTo>
                    <a:pt x="73" y="1368"/>
                  </a:lnTo>
                  <a:lnTo>
                    <a:pt x="25" y="1490"/>
                  </a:lnTo>
                  <a:lnTo>
                    <a:pt x="0" y="1661"/>
                  </a:lnTo>
                  <a:lnTo>
                    <a:pt x="0" y="1832"/>
                  </a:lnTo>
                  <a:lnTo>
                    <a:pt x="0" y="2003"/>
                  </a:lnTo>
                  <a:lnTo>
                    <a:pt x="25" y="2149"/>
                  </a:lnTo>
                  <a:lnTo>
                    <a:pt x="73" y="2296"/>
                  </a:lnTo>
                  <a:lnTo>
                    <a:pt x="122" y="2394"/>
                  </a:lnTo>
                  <a:lnTo>
                    <a:pt x="269" y="2613"/>
                  </a:lnTo>
                  <a:lnTo>
                    <a:pt x="391" y="2784"/>
                  </a:lnTo>
                  <a:lnTo>
                    <a:pt x="513" y="2907"/>
                  </a:lnTo>
                  <a:lnTo>
                    <a:pt x="586" y="3029"/>
                  </a:lnTo>
                  <a:lnTo>
                    <a:pt x="660" y="3175"/>
                  </a:lnTo>
                  <a:lnTo>
                    <a:pt x="660" y="3346"/>
                  </a:lnTo>
                  <a:lnTo>
                    <a:pt x="660" y="3542"/>
                  </a:lnTo>
                  <a:lnTo>
                    <a:pt x="586" y="3688"/>
                  </a:lnTo>
                  <a:lnTo>
                    <a:pt x="513" y="3810"/>
                  </a:lnTo>
                  <a:lnTo>
                    <a:pt x="391" y="3932"/>
                  </a:lnTo>
                  <a:lnTo>
                    <a:pt x="269" y="4103"/>
                  </a:lnTo>
                  <a:lnTo>
                    <a:pt x="122" y="4299"/>
                  </a:lnTo>
                  <a:lnTo>
                    <a:pt x="73" y="4421"/>
                  </a:lnTo>
                  <a:lnTo>
                    <a:pt x="25" y="4567"/>
                  </a:lnTo>
                  <a:lnTo>
                    <a:pt x="0" y="4714"/>
                  </a:lnTo>
                  <a:lnTo>
                    <a:pt x="0" y="4885"/>
                  </a:lnTo>
                  <a:lnTo>
                    <a:pt x="25" y="5007"/>
                  </a:lnTo>
                  <a:lnTo>
                    <a:pt x="73" y="5080"/>
                  </a:lnTo>
                  <a:lnTo>
                    <a:pt x="171" y="5153"/>
                  </a:lnTo>
                  <a:lnTo>
                    <a:pt x="269" y="5178"/>
                  </a:lnTo>
                  <a:lnTo>
                    <a:pt x="391" y="5153"/>
                  </a:lnTo>
                  <a:lnTo>
                    <a:pt x="464" y="5080"/>
                  </a:lnTo>
                  <a:lnTo>
                    <a:pt x="538" y="5007"/>
                  </a:lnTo>
                  <a:lnTo>
                    <a:pt x="562" y="4885"/>
                  </a:lnTo>
                  <a:lnTo>
                    <a:pt x="586" y="4714"/>
                  </a:lnTo>
                  <a:lnTo>
                    <a:pt x="635" y="4567"/>
                  </a:lnTo>
                  <a:lnTo>
                    <a:pt x="708" y="4445"/>
                  </a:lnTo>
                  <a:lnTo>
                    <a:pt x="831" y="4299"/>
                  </a:lnTo>
                  <a:lnTo>
                    <a:pt x="953" y="4152"/>
                  </a:lnTo>
                  <a:lnTo>
                    <a:pt x="1099" y="3932"/>
                  </a:lnTo>
                  <a:lnTo>
                    <a:pt x="1148" y="3810"/>
                  </a:lnTo>
                  <a:lnTo>
                    <a:pt x="1197" y="3688"/>
                  </a:lnTo>
                  <a:lnTo>
                    <a:pt x="1221" y="3542"/>
                  </a:lnTo>
                  <a:lnTo>
                    <a:pt x="1221" y="3346"/>
                  </a:lnTo>
                  <a:lnTo>
                    <a:pt x="1221" y="3175"/>
                  </a:lnTo>
                  <a:lnTo>
                    <a:pt x="1197" y="3029"/>
                  </a:lnTo>
                  <a:lnTo>
                    <a:pt x="1148" y="2882"/>
                  </a:lnTo>
                  <a:lnTo>
                    <a:pt x="1099" y="2784"/>
                  </a:lnTo>
                  <a:lnTo>
                    <a:pt x="953" y="2565"/>
                  </a:lnTo>
                  <a:lnTo>
                    <a:pt x="831" y="2394"/>
                  </a:lnTo>
                  <a:lnTo>
                    <a:pt x="708" y="2272"/>
                  </a:lnTo>
                  <a:lnTo>
                    <a:pt x="635" y="2149"/>
                  </a:lnTo>
                  <a:lnTo>
                    <a:pt x="586" y="2003"/>
                  </a:lnTo>
                  <a:lnTo>
                    <a:pt x="562" y="1832"/>
                  </a:lnTo>
                  <a:lnTo>
                    <a:pt x="586" y="1637"/>
                  </a:lnTo>
                  <a:lnTo>
                    <a:pt x="635" y="1490"/>
                  </a:lnTo>
                  <a:lnTo>
                    <a:pt x="708" y="1368"/>
                  </a:lnTo>
                  <a:lnTo>
                    <a:pt x="831" y="1246"/>
                  </a:lnTo>
                  <a:lnTo>
                    <a:pt x="953" y="1075"/>
                  </a:lnTo>
                  <a:lnTo>
                    <a:pt x="1099" y="879"/>
                  </a:lnTo>
                  <a:lnTo>
                    <a:pt x="1148" y="757"/>
                  </a:lnTo>
                  <a:lnTo>
                    <a:pt x="1197" y="611"/>
                  </a:lnTo>
                  <a:lnTo>
                    <a:pt x="1221" y="464"/>
                  </a:lnTo>
                  <a:lnTo>
                    <a:pt x="1221" y="293"/>
                  </a:lnTo>
                  <a:lnTo>
                    <a:pt x="1221" y="171"/>
                  </a:lnTo>
                  <a:lnTo>
                    <a:pt x="1148" y="98"/>
                  </a:lnTo>
                  <a:lnTo>
                    <a:pt x="1050" y="25"/>
                  </a:lnTo>
                  <a:lnTo>
                    <a:pt x="953"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8" name="Google Shape;838;p31"/>
          <p:cNvGrpSpPr/>
          <p:nvPr/>
        </p:nvGrpSpPr>
        <p:grpSpPr>
          <a:xfrm>
            <a:off x="1506943" y="4311018"/>
            <a:ext cx="305265" cy="388970"/>
            <a:chOff x="1958100" y="4985350"/>
            <a:chExt cx="365150" cy="465275"/>
          </a:xfrm>
        </p:grpSpPr>
        <p:sp>
          <p:nvSpPr>
            <p:cNvPr id="839" name="Google Shape;839;p31"/>
            <p:cNvSpPr/>
            <p:nvPr/>
          </p:nvSpPr>
          <p:spPr>
            <a:xfrm>
              <a:off x="1958100" y="4985350"/>
              <a:ext cx="365150" cy="465275"/>
            </a:xfrm>
            <a:custGeom>
              <a:rect b="b" l="l" r="r" t="t"/>
              <a:pathLst>
                <a:path extrusionOk="0" h="18611" w="14606">
                  <a:moveTo>
                    <a:pt x="4152" y="1734"/>
                  </a:moveTo>
                  <a:lnTo>
                    <a:pt x="4274" y="1759"/>
                  </a:lnTo>
                  <a:lnTo>
                    <a:pt x="4397" y="1783"/>
                  </a:lnTo>
                  <a:lnTo>
                    <a:pt x="4543" y="1808"/>
                  </a:lnTo>
                  <a:lnTo>
                    <a:pt x="4812" y="1930"/>
                  </a:lnTo>
                  <a:lnTo>
                    <a:pt x="5105" y="2125"/>
                  </a:lnTo>
                  <a:lnTo>
                    <a:pt x="5398" y="2394"/>
                  </a:lnTo>
                  <a:lnTo>
                    <a:pt x="5496" y="2516"/>
                  </a:lnTo>
                  <a:lnTo>
                    <a:pt x="5593" y="2638"/>
                  </a:lnTo>
                  <a:lnTo>
                    <a:pt x="5789" y="2956"/>
                  </a:lnTo>
                  <a:lnTo>
                    <a:pt x="5935" y="3322"/>
                  </a:lnTo>
                  <a:lnTo>
                    <a:pt x="6057" y="3688"/>
                  </a:lnTo>
                  <a:lnTo>
                    <a:pt x="6155" y="4079"/>
                  </a:lnTo>
                  <a:lnTo>
                    <a:pt x="6204" y="4470"/>
                  </a:lnTo>
                  <a:lnTo>
                    <a:pt x="6277" y="4836"/>
                  </a:lnTo>
                  <a:lnTo>
                    <a:pt x="6302" y="5154"/>
                  </a:lnTo>
                  <a:lnTo>
                    <a:pt x="5984" y="5129"/>
                  </a:lnTo>
                  <a:lnTo>
                    <a:pt x="5618" y="5080"/>
                  </a:lnTo>
                  <a:lnTo>
                    <a:pt x="5227" y="5007"/>
                  </a:lnTo>
                  <a:lnTo>
                    <a:pt x="4836" y="4909"/>
                  </a:lnTo>
                  <a:lnTo>
                    <a:pt x="4470" y="4787"/>
                  </a:lnTo>
                  <a:lnTo>
                    <a:pt x="4104" y="4641"/>
                  </a:lnTo>
                  <a:lnTo>
                    <a:pt x="3786" y="4445"/>
                  </a:lnTo>
                  <a:lnTo>
                    <a:pt x="3664" y="4348"/>
                  </a:lnTo>
                  <a:lnTo>
                    <a:pt x="3542" y="4250"/>
                  </a:lnTo>
                  <a:lnTo>
                    <a:pt x="3273" y="3957"/>
                  </a:lnTo>
                  <a:lnTo>
                    <a:pt x="3078" y="3664"/>
                  </a:lnTo>
                  <a:lnTo>
                    <a:pt x="2956" y="3395"/>
                  </a:lnTo>
                  <a:lnTo>
                    <a:pt x="2931" y="3273"/>
                  </a:lnTo>
                  <a:lnTo>
                    <a:pt x="2907" y="3127"/>
                  </a:lnTo>
                  <a:lnTo>
                    <a:pt x="2882" y="3004"/>
                  </a:lnTo>
                  <a:lnTo>
                    <a:pt x="2907" y="2858"/>
                  </a:lnTo>
                  <a:lnTo>
                    <a:pt x="2931" y="2736"/>
                  </a:lnTo>
                  <a:lnTo>
                    <a:pt x="2956" y="2614"/>
                  </a:lnTo>
                  <a:lnTo>
                    <a:pt x="3004" y="2492"/>
                  </a:lnTo>
                  <a:lnTo>
                    <a:pt x="3078" y="2369"/>
                  </a:lnTo>
                  <a:lnTo>
                    <a:pt x="3273" y="2125"/>
                  </a:lnTo>
                  <a:lnTo>
                    <a:pt x="3517" y="1930"/>
                  </a:lnTo>
                  <a:lnTo>
                    <a:pt x="3639" y="1857"/>
                  </a:lnTo>
                  <a:lnTo>
                    <a:pt x="3762" y="1808"/>
                  </a:lnTo>
                  <a:lnTo>
                    <a:pt x="3884" y="1783"/>
                  </a:lnTo>
                  <a:lnTo>
                    <a:pt x="4006" y="1759"/>
                  </a:lnTo>
                  <a:lnTo>
                    <a:pt x="4152" y="1734"/>
                  </a:lnTo>
                  <a:close/>
                  <a:moveTo>
                    <a:pt x="10454" y="1734"/>
                  </a:moveTo>
                  <a:lnTo>
                    <a:pt x="10600" y="1759"/>
                  </a:lnTo>
                  <a:lnTo>
                    <a:pt x="10722" y="1783"/>
                  </a:lnTo>
                  <a:lnTo>
                    <a:pt x="10844" y="1808"/>
                  </a:lnTo>
                  <a:lnTo>
                    <a:pt x="10966" y="1857"/>
                  </a:lnTo>
                  <a:lnTo>
                    <a:pt x="11089" y="1930"/>
                  </a:lnTo>
                  <a:lnTo>
                    <a:pt x="11333" y="2125"/>
                  </a:lnTo>
                  <a:lnTo>
                    <a:pt x="11528" y="2369"/>
                  </a:lnTo>
                  <a:lnTo>
                    <a:pt x="11601" y="2492"/>
                  </a:lnTo>
                  <a:lnTo>
                    <a:pt x="11650" y="2614"/>
                  </a:lnTo>
                  <a:lnTo>
                    <a:pt x="11675" y="2736"/>
                  </a:lnTo>
                  <a:lnTo>
                    <a:pt x="11699" y="2858"/>
                  </a:lnTo>
                  <a:lnTo>
                    <a:pt x="11724" y="3004"/>
                  </a:lnTo>
                  <a:lnTo>
                    <a:pt x="11699" y="3127"/>
                  </a:lnTo>
                  <a:lnTo>
                    <a:pt x="11675" y="3273"/>
                  </a:lnTo>
                  <a:lnTo>
                    <a:pt x="11650" y="3395"/>
                  </a:lnTo>
                  <a:lnTo>
                    <a:pt x="11528" y="3664"/>
                  </a:lnTo>
                  <a:lnTo>
                    <a:pt x="11333" y="3957"/>
                  </a:lnTo>
                  <a:lnTo>
                    <a:pt x="11064" y="4250"/>
                  </a:lnTo>
                  <a:lnTo>
                    <a:pt x="10942" y="4348"/>
                  </a:lnTo>
                  <a:lnTo>
                    <a:pt x="10820" y="4445"/>
                  </a:lnTo>
                  <a:lnTo>
                    <a:pt x="10502" y="4641"/>
                  </a:lnTo>
                  <a:lnTo>
                    <a:pt x="10136" y="4787"/>
                  </a:lnTo>
                  <a:lnTo>
                    <a:pt x="9770" y="4909"/>
                  </a:lnTo>
                  <a:lnTo>
                    <a:pt x="9379" y="5007"/>
                  </a:lnTo>
                  <a:lnTo>
                    <a:pt x="8988" y="5080"/>
                  </a:lnTo>
                  <a:lnTo>
                    <a:pt x="8622" y="5129"/>
                  </a:lnTo>
                  <a:lnTo>
                    <a:pt x="8304" y="5154"/>
                  </a:lnTo>
                  <a:lnTo>
                    <a:pt x="8329" y="4836"/>
                  </a:lnTo>
                  <a:lnTo>
                    <a:pt x="8402" y="4470"/>
                  </a:lnTo>
                  <a:lnTo>
                    <a:pt x="8451" y="4079"/>
                  </a:lnTo>
                  <a:lnTo>
                    <a:pt x="8549" y="3688"/>
                  </a:lnTo>
                  <a:lnTo>
                    <a:pt x="8671" y="3322"/>
                  </a:lnTo>
                  <a:lnTo>
                    <a:pt x="8817" y="2956"/>
                  </a:lnTo>
                  <a:lnTo>
                    <a:pt x="9013" y="2638"/>
                  </a:lnTo>
                  <a:lnTo>
                    <a:pt x="9110" y="2516"/>
                  </a:lnTo>
                  <a:lnTo>
                    <a:pt x="9208" y="2394"/>
                  </a:lnTo>
                  <a:lnTo>
                    <a:pt x="9501" y="2125"/>
                  </a:lnTo>
                  <a:lnTo>
                    <a:pt x="9794" y="1930"/>
                  </a:lnTo>
                  <a:lnTo>
                    <a:pt x="10063" y="1808"/>
                  </a:lnTo>
                  <a:lnTo>
                    <a:pt x="10209" y="1783"/>
                  </a:lnTo>
                  <a:lnTo>
                    <a:pt x="10331" y="1759"/>
                  </a:lnTo>
                  <a:lnTo>
                    <a:pt x="10454" y="1734"/>
                  </a:lnTo>
                  <a:close/>
                  <a:moveTo>
                    <a:pt x="3639" y="0"/>
                  </a:moveTo>
                  <a:lnTo>
                    <a:pt x="3395" y="25"/>
                  </a:lnTo>
                  <a:lnTo>
                    <a:pt x="3151" y="74"/>
                  </a:lnTo>
                  <a:lnTo>
                    <a:pt x="2907" y="147"/>
                  </a:lnTo>
                  <a:lnTo>
                    <a:pt x="2687" y="220"/>
                  </a:lnTo>
                  <a:lnTo>
                    <a:pt x="2467" y="342"/>
                  </a:lnTo>
                  <a:lnTo>
                    <a:pt x="2272" y="464"/>
                  </a:lnTo>
                  <a:lnTo>
                    <a:pt x="2101" y="611"/>
                  </a:lnTo>
                  <a:lnTo>
                    <a:pt x="1930" y="782"/>
                  </a:lnTo>
                  <a:lnTo>
                    <a:pt x="1759" y="953"/>
                  </a:lnTo>
                  <a:lnTo>
                    <a:pt x="1612" y="1124"/>
                  </a:lnTo>
                  <a:lnTo>
                    <a:pt x="1490" y="1344"/>
                  </a:lnTo>
                  <a:lnTo>
                    <a:pt x="1368" y="1539"/>
                  </a:lnTo>
                  <a:lnTo>
                    <a:pt x="1295" y="1759"/>
                  </a:lnTo>
                  <a:lnTo>
                    <a:pt x="1222" y="2003"/>
                  </a:lnTo>
                  <a:lnTo>
                    <a:pt x="1173" y="2247"/>
                  </a:lnTo>
                  <a:lnTo>
                    <a:pt x="1148" y="2492"/>
                  </a:lnTo>
                  <a:lnTo>
                    <a:pt x="1173" y="2760"/>
                  </a:lnTo>
                  <a:lnTo>
                    <a:pt x="1197" y="3029"/>
                  </a:lnTo>
                  <a:lnTo>
                    <a:pt x="1295" y="3298"/>
                  </a:lnTo>
                  <a:lnTo>
                    <a:pt x="1393" y="3566"/>
                  </a:lnTo>
                  <a:lnTo>
                    <a:pt x="1539" y="3859"/>
                  </a:lnTo>
                  <a:lnTo>
                    <a:pt x="1734" y="4152"/>
                  </a:lnTo>
                  <a:lnTo>
                    <a:pt x="1954" y="4445"/>
                  </a:lnTo>
                  <a:lnTo>
                    <a:pt x="2223" y="4739"/>
                  </a:lnTo>
                  <a:lnTo>
                    <a:pt x="2394" y="4885"/>
                  </a:lnTo>
                  <a:lnTo>
                    <a:pt x="2565" y="5007"/>
                  </a:lnTo>
                  <a:lnTo>
                    <a:pt x="2931" y="5251"/>
                  </a:lnTo>
                  <a:lnTo>
                    <a:pt x="3346" y="5471"/>
                  </a:lnTo>
                  <a:lnTo>
                    <a:pt x="3762" y="5642"/>
                  </a:lnTo>
                  <a:lnTo>
                    <a:pt x="391" y="5642"/>
                  </a:lnTo>
                  <a:lnTo>
                    <a:pt x="318" y="5667"/>
                  </a:lnTo>
                  <a:lnTo>
                    <a:pt x="220" y="5715"/>
                  </a:lnTo>
                  <a:lnTo>
                    <a:pt x="147" y="5789"/>
                  </a:lnTo>
                  <a:lnTo>
                    <a:pt x="98" y="5838"/>
                  </a:lnTo>
                  <a:lnTo>
                    <a:pt x="49" y="5935"/>
                  </a:lnTo>
                  <a:lnTo>
                    <a:pt x="25" y="6033"/>
                  </a:lnTo>
                  <a:lnTo>
                    <a:pt x="0" y="6131"/>
                  </a:lnTo>
                  <a:lnTo>
                    <a:pt x="0" y="9599"/>
                  </a:lnTo>
                  <a:lnTo>
                    <a:pt x="5325" y="9599"/>
                  </a:lnTo>
                  <a:lnTo>
                    <a:pt x="5325" y="6009"/>
                  </a:lnTo>
                  <a:lnTo>
                    <a:pt x="5813" y="6082"/>
                  </a:lnTo>
                  <a:lnTo>
                    <a:pt x="5813" y="18611"/>
                  </a:lnTo>
                  <a:lnTo>
                    <a:pt x="8793" y="18611"/>
                  </a:lnTo>
                  <a:lnTo>
                    <a:pt x="8793" y="6082"/>
                  </a:lnTo>
                  <a:lnTo>
                    <a:pt x="9281" y="6009"/>
                  </a:lnTo>
                  <a:lnTo>
                    <a:pt x="9281" y="9599"/>
                  </a:lnTo>
                  <a:lnTo>
                    <a:pt x="14605" y="9599"/>
                  </a:lnTo>
                  <a:lnTo>
                    <a:pt x="14605" y="6131"/>
                  </a:lnTo>
                  <a:lnTo>
                    <a:pt x="14581" y="6033"/>
                  </a:lnTo>
                  <a:lnTo>
                    <a:pt x="14557" y="5935"/>
                  </a:lnTo>
                  <a:lnTo>
                    <a:pt x="14508" y="5838"/>
                  </a:lnTo>
                  <a:lnTo>
                    <a:pt x="14459" y="5789"/>
                  </a:lnTo>
                  <a:lnTo>
                    <a:pt x="14386" y="5715"/>
                  </a:lnTo>
                  <a:lnTo>
                    <a:pt x="14288" y="5667"/>
                  </a:lnTo>
                  <a:lnTo>
                    <a:pt x="14215" y="5642"/>
                  </a:lnTo>
                  <a:lnTo>
                    <a:pt x="10844" y="5642"/>
                  </a:lnTo>
                  <a:lnTo>
                    <a:pt x="11259" y="5471"/>
                  </a:lnTo>
                  <a:lnTo>
                    <a:pt x="11675" y="5251"/>
                  </a:lnTo>
                  <a:lnTo>
                    <a:pt x="12041" y="5007"/>
                  </a:lnTo>
                  <a:lnTo>
                    <a:pt x="12212" y="4885"/>
                  </a:lnTo>
                  <a:lnTo>
                    <a:pt x="12383" y="4739"/>
                  </a:lnTo>
                  <a:lnTo>
                    <a:pt x="12652" y="4445"/>
                  </a:lnTo>
                  <a:lnTo>
                    <a:pt x="12871" y="4152"/>
                  </a:lnTo>
                  <a:lnTo>
                    <a:pt x="13067" y="3859"/>
                  </a:lnTo>
                  <a:lnTo>
                    <a:pt x="13213" y="3566"/>
                  </a:lnTo>
                  <a:lnTo>
                    <a:pt x="13311" y="3298"/>
                  </a:lnTo>
                  <a:lnTo>
                    <a:pt x="13409" y="3029"/>
                  </a:lnTo>
                  <a:lnTo>
                    <a:pt x="13433" y="2760"/>
                  </a:lnTo>
                  <a:lnTo>
                    <a:pt x="13458" y="2492"/>
                  </a:lnTo>
                  <a:lnTo>
                    <a:pt x="13433" y="2247"/>
                  </a:lnTo>
                  <a:lnTo>
                    <a:pt x="13384" y="2003"/>
                  </a:lnTo>
                  <a:lnTo>
                    <a:pt x="13311" y="1759"/>
                  </a:lnTo>
                  <a:lnTo>
                    <a:pt x="13238" y="1539"/>
                  </a:lnTo>
                  <a:lnTo>
                    <a:pt x="13116" y="1344"/>
                  </a:lnTo>
                  <a:lnTo>
                    <a:pt x="12994" y="1124"/>
                  </a:lnTo>
                  <a:lnTo>
                    <a:pt x="12847" y="953"/>
                  </a:lnTo>
                  <a:lnTo>
                    <a:pt x="12676" y="782"/>
                  </a:lnTo>
                  <a:lnTo>
                    <a:pt x="12505" y="611"/>
                  </a:lnTo>
                  <a:lnTo>
                    <a:pt x="12334" y="464"/>
                  </a:lnTo>
                  <a:lnTo>
                    <a:pt x="12139" y="342"/>
                  </a:lnTo>
                  <a:lnTo>
                    <a:pt x="11919" y="220"/>
                  </a:lnTo>
                  <a:lnTo>
                    <a:pt x="11699" y="147"/>
                  </a:lnTo>
                  <a:lnTo>
                    <a:pt x="11455" y="74"/>
                  </a:lnTo>
                  <a:lnTo>
                    <a:pt x="11211" y="25"/>
                  </a:lnTo>
                  <a:lnTo>
                    <a:pt x="10966" y="0"/>
                  </a:lnTo>
                  <a:lnTo>
                    <a:pt x="10698" y="25"/>
                  </a:lnTo>
                  <a:lnTo>
                    <a:pt x="10429" y="49"/>
                  </a:lnTo>
                  <a:lnTo>
                    <a:pt x="10160" y="147"/>
                  </a:lnTo>
                  <a:lnTo>
                    <a:pt x="9892" y="245"/>
                  </a:lnTo>
                  <a:lnTo>
                    <a:pt x="9599" y="391"/>
                  </a:lnTo>
                  <a:lnTo>
                    <a:pt x="9306" y="587"/>
                  </a:lnTo>
                  <a:lnTo>
                    <a:pt x="9013" y="806"/>
                  </a:lnTo>
                  <a:lnTo>
                    <a:pt x="8719" y="1075"/>
                  </a:lnTo>
                  <a:lnTo>
                    <a:pt x="8475" y="1368"/>
                  </a:lnTo>
                  <a:lnTo>
                    <a:pt x="8280" y="1661"/>
                  </a:lnTo>
                  <a:lnTo>
                    <a:pt x="8084" y="2003"/>
                  </a:lnTo>
                  <a:lnTo>
                    <a:pt x="7914" y="2369"/>
                  </a:lnTo>
                  <a:lnTo>
                    <a:pt x="7791" y="2736"/>
                  </a:lnTo>
                  <a:lnTo>
                    <a:pt x="7669" y="3102"/>
                  </a:lnTo>
                  <a:lnTo>
                    <a:pt x="7572" y="3469"/>
                  </a:lnTo>
                  <a:lnTo>
                    <a:pt x="7498" y="3835"/>
                  </a:lnTo>
                  <a:lnTo>
                    <a:pt x="7401" y="4519"/>
                  </a:lnTo>
                  <a:lnTo>
                    <a:pt x="7327" y="5080"/>
                  </a:lnTo>
                  <a:lnTo>
                    <a:pt x="7303" y="5667"/>
                  </a:lnTo>
                  <a:lnTo>
                    <a:pt x="7279" y="5080"/>
                  </a:lnTo>
                  <a:lnTo>
                    <a:pt x="7205" y="4519"/>
                  </a:lnTo>
                  <a:lnTo>
                    <a:pt x="7108" y="3835"/>
                  </a:lnTo>
                  <a:lnTo>
                    <a:pt x="7034" y="3469"/>
                  </a:lnTo>
                  <a:lnTo>
                    <a:pt x="6937" y="3102"/>
                  </a:lnTo>
                  <a:lnTo>
                    <a:pt x="6814" y="2736"/>
                  </a:lnTo>
                  <a:lnTo>
                    <a:pt x="6692" y="2369"/>
                  </a:lnTo>
                  <a:lnTo>
                    <a:pt x="6521" y="2003"/>
                  </a:lnTo>
                  <a:lnTo>
                    <a:pt x="6326" y="1661"/>
                  </a:lnTo>
                  <a:lnTo>
                    <a:pt x="6131" y="1368"/>
                  </a:lnTo>
                  <a:lnTo>
                    <a:pt x="5886" y="1075"/>
                  </a:lnTo>
                  <a:lnTo>
                    <a:pt x="5593" y="806"/>
                  </a:lnTo>
                  <a:lnTo>
                    <a:pt x="5300" y="587"/>
                  </a:lnTo>
                  <a:lnTo>
                    <a:pt x="5007" y="391"/>
                  </a:lnTo>
                  <a:lnTo>
                    <a:pt x="4714" y="245"/>
                  </a:lnTo>
                  <a:lnTo>
                    <a:pt x="4445" y="147"/>
                  </a:lnTo>
                  <a:lnTo>
                    <a:pt x="4177" y="49"/>
                  </a:lnTo>
                  <a:lnTo>
                    <a:pt x="3908" y="25"/>
                  </a:lnTo>
                  <a:lnTo>
                    <a:pt x="3639"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31"/>
            <p:cNvSpPr/>
            <p:nvPr/>
          </p:nvSpPr>
          <p:spPr>
            <a:xfrm>
              <a:off x="1977625" y="5237525"/>
              <a:ext cx="113600" cy="213100"/>
            </a:xfrm>
            <a:custGeom>
              <a:rect b="b" l="l" r="r" t="t"/>
              <a:pathLst>
                <a:path extrusionOk="0" h="8524" w="4544">
                  <a:moveTo>
                    <a:pt x="1" y="0"/>
                  </a:moveTo>
                  <a:lnTo>
                    <a:pt x="1" y="8035"/>
                  </a:lnTo>
                  <a:lnTo>
                    <a:pt x="25" y="8133"/>
                  </a:lnTo>
                  <a:lnTo>
                    <a:pt x="50" y="8231"/>
                  </a:lnTo>
                  <a:lnTo>
                    <a:pt x="99" y="8304"/>
                  </a:lnTo>
                  <a:lnTo>
                    <a:pt x="148" y="8377"/>
                  </a:lnTo>
                  <a:lnTo>
                    <a:pt x="221" y="8426"/>
                  </a:lnTo>
                  <a:lnTo>
                    <a:pt x="318" y="8475"/>
                  </a:lnTo>
                  <a:lnTo>
                    <a:pt x="392" y="8499"/>
                  </a:lnTo>
                  <a:lnTo>
                    <a:pt x="489" y="8524"/>
                  </a:lnTo>
                  <a:lnTo>
                    <a:pt x="4544" y="8524"/>
                  </a:lnTo>
                  <a:lnTo>
                    <a:pt x="4544"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31"/>
            <p:cNvSpPr/>
            <p:nvPr/>
          </p:nvSpPr>
          <p:spPr>
            <a:xfrm>
              <a:off x="2190125" y="5237525"/>
              <a:ext cx="113575" cy="213100"/>
            </a:xfrm>
            <a:custGeom>
              <a:rect b="b" l="l" r="r" t="t"/>
              <a:pathLst>
                <a:path extrusionOk="0" h="8524" w="4543">
                  <a:moveTo>
                    <a:pt x="0" y="0"/>
                  </a:moveTo>
                  <a:lnTo>
                    <a:pt x="0" y="8524"/>
                  </a:lnTo>
                  <a:lnTo>
                    <a:pt x="4054" y="8524"/>
                  </a:lnTo>
                  <a:lnTo>
                    <a:pt x="4152" y="8499"/>
                  </a:lnTo>
                  <a:lnTo>
                    <a:pt x="4225" y="8475"/>
                  </a:lnTo>
                  <a:lnTo>
                    <a:pt x="4323" y="8426"/>
                  </a:lnTo>
                  <a:lnTo>
                    <a:pt x="4396" y="8377"/>
                  </a:lnTo>
                  <a:lnTo>
                    <a:pt x="4445" y="8304"/>
                  </a:lnTo>
                  <a:lnTo>
                    <a:pt x="4494" y="8231"/>
                  </a:lnTo>
                  <a:lnTo>
                    <a:pt x="4518" y="8133"/>
                  </a:lnTo>
                  <a:lnTo>
                    <a:pt x="4543" y="8035"/>
                  </a:lnTo>
                  <a:lnTo>
                    <a:pt x="4543"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2" name="Google Shape;842;p31"/>
          <p:cNvGrpSpPr/>
          <p:nvPr/>
        </p:nvGrpSpPr>
        <p:grpSpPr>
          <a:xfrm>
            <a:off x="2048002" y="4325815"/>
            <a:ext cx="350200" cy="359877"/>
            <a:chOff x="2605300" y="5003050"/>
            <a:chExt cx="418900" cy="430475"/>
          </a:xfrm>
        </p:grpSpPr>
        <p:sp>
          <p:nvSpPr>
            <p:cNvPr id="843" name="Google Shape;843;p31"/>
            <p:cNvSpPr/>
            <p:nvPr/>
          </p:nvSpPr>
          <p:spPr>
            <a:xfrm>
              <a:off x="2820225" y="5222250"/>
              <a:ext cx="202750" cy="211275"/>
            </a:xfrm>
            <a:custGeom>
              <a:rect b="b" l="l" r="r" t="t"/>
              <a:pathLst>
                <a:path extrusionOk="0" h="8451" w="8110">
                  <a:moveTo>
                    <a:pt x="1710" y="1"/>
                  </a:moveTo>
                  <a:lnTo>
                    <a:pt x="1" y="1857"/>
                  </a:lnTo>
                  <a:lnTo>
                    <a:pt x="5813" y="8158"/>
                  </a:lnTo>
                  <a:lnTo>
                    <a:pt x="5960" y="8280"/>
                  </a:lnTo>
                  <a:lnTo>
                    <a:pt x="6131" y="8378"/>
                  </a:lnTo>
                  <a:lnTo>
                    <a:pt x="6302" y="8427"/>
                  </a:lnTo>
                  <a:lnTo>
                    <a:pt x="6497" y="8451"/>
                  </a:lnTo>
                  <a:lnTo>
                    <a:pt x="6668" y="8427"/>
                  </a:lnTo>
                  <a:lnTo>
                    <a:pt x="6839" y="8378"/>
                  </a:lnTo>
                  <a:lnTo>
                    <a:pt x="7010" y="8280"/>
                  </a:lnTo>
                  <a:lnTo>
                    <a:pt x="7157" y="8158"/>
                  </a:lnTo>
                  <a:lnTo>
                    <a:pt x="7841" y="7474"/>
                  </a:lnTo>
                  <a:lnTo>
                    <a:pt x="7963" y="7328"/>
                  </a:lnTo>
                  <a:lnTo>
                    <a:pt x="8060" y="7157"/>
                  </a:lnTo>
                  <a:lnTo>
                    <a:pt x="8109" y="6986"/>
                  </a:lnTo>
                  <a:lnTo>
                    <a:pt x="8109" y="6815"/>
                  </a:lnTo>
                  <a:lnTo>
                    <a:pt x="8109" y="6619"/>
                  </a:lnTo>
                  <a:lnTo>
                    <a:pt x="8060" y="6448"/>
                  </a:lnTo>
                  <a:lnTo>
                    <a:pt x="7963" y="6277"/>
                  </a:lnTo>
                  <a:lnTo>
                    <a:pt x="7841" y="6131"/>
                  </a:lnTo>
                  <a:lnTo>
                    <a:pt x="1710"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31"/>
            <p:cNvSpPr/>
            <p:nvPr/>
          </p:nvSpPr>
          <p:spPr>
            <a:xfrm>
              <a:off x="2606525" y="5003050"/>
              <a:ext cx="203975" cy="208225"/>
            </a:xfrm>
            <a:custGeom>
              <a:rect b="b" l="l" r="r" t="t"/>
              <a:pathLst>
                <a:path extrusionOk="0" h="8329" w="8159">
                  <a:moveTo>
                    <a:pt x="880" y="1"/>
                  </a:moveTo>
                  <a:lnTo>
                    <a:pt x="685" y="50"/>
                  </a:lnTo>
                  <a:lnTo>
                    <a:pt x="514" y="123"/>
                  </a:lnTo>
                  <a:lnTo>
                    <a:pt x="391" y="245"/>
                  </a:lnTo>
                  <a:lnTo>
                    <a:pt x="269" y="367"/>
                  </a:lnTo>
                  <a:lnTo>
                    <a:pt x="172" y="514"/>
                  </a:lnTo>
                  <a:lnTo>
                    <a:pt x="98" y="685"/>
                  </a:lnTo>
                  <a:lnTo>
                    <a:pt x="50" y="856"/>
                  </a:lnTo>
                  <a:lnTo>
                    <a:pt x="1" y="1026"/>
                  </a:lnTo>
                  <a:lnTo>
                    <a:pt x="1" y="1222"/>
                  </a:lnTo>
                  <a:lnTo>
                    <a:pt x="1" y="1417"/>
                  </a:lnTo>
                  <a:lnTo>
                    <a:pt x="1" y="1613"/>
                  </a:lnTo>
                  <a:lnTo>
                    <a:pt x="74" y="2028"/>
                  </a:lnTo>
                  <a:lnTo>
                    <a:pt x="221" y="2492"/>
                  </a:lnTo>
                  <a:lnTo>
                    <a:pt x="391" y="2931"/>
                  </a:lnTo>
                  <a:lnTo>
                    <a:pt x="611" y="3396"/>
                  </a:lnTo>
                  <a:lnTo>
                    <a:pt x="856" y="3884"/>
                  </a:lnTo>
                  <a:lnTo>
                    <a:pt x="1124" y="4324"/>
                  </a:lnTo>
                  <a:lnTo>
                    <a:pt x="1417" y="4788"/>
                  </a:lnTo>
                  <a:lnTo>
                    <a:pt x="1710" y="5203"/>
                  </a:lnTo>
                  <a:lnTo>
                    <a:pt x="2003" y="5594"/>
                  </a:lnTo>
                  <a:lnTo>
                    <a:pt x="2296" y="5960"/>
                  </a:lnTo>
                  <a:lnTo>
                    <a:pt x="2590" y="6302"/>
                  </a:lnTo>
                  <a:lnTo>
                    <a:pt x="2858" y="6571"/>
                  </a:lnTo>
                  <a:lnTo>
                    <a:pt x="3078" y="6790"/>
                  </a:lnTo>
                  <a:lnTo>
                    <a:pt x="3322" y="6986"/>
                  </a:lnTo>
                  <a:lnTo>
                    <a:pt x="3566" y="7157"/>
                  </a:lnTo>
                  <a:lnTo>
                    <a:pt x="3811" y="7328"/>
                  </a:lnTo>
                  <a:lnTo>
                    <a:pt x="4324" y="7621"/>
                  </a:lnTo>
                  <a:lnTo>
                    <a:pt x="4836" y="7841"/>
                  </a:lnTo>
                  <a:lnTo>
                    <a:pt x="5325" y="8036"/>
                  </a:lnTo>
                  <a:lnTo>
                    <a:pt x="5740" y="8182"/>
                  </a:lnTo>
                  <a:lnTo>
                    <a:pt x="6351" y="8329"/>
                  </a:lnTo>
                  <a:lnTo>
                    <a:pt x="8158" y="6668"/>
                  </a:lnTo>
                  <a:lnTo>
                    <a:pt x="4446" y="2956"/>
                  </a:lnTo>
                  <a:lnTo>
                    <a:pt x="1735" y="245"/>
                  </a:lnTo>
                  <a:lnTo>
                    <a:pt x="1588" y="123"/>
                  </a:lnTo>
                  <a:lnTo>
                    <a:pt x="1417" y="50"/>
                  </a:lnTo>
                  <a:lnTo>
                    <a:pt x="1246"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1"/>
            <p:cNvSpPr/>
            <p:nvPr/>
          </p:nvSpPr>
          <p:spPr>
            <a:xfrm>
              <a:off x="2605300" y="5008550"/>
              <a:ext cx="418900" cy="418875"/>
            </a:xfrm>
            <a:custGeom>
              <a:rect b="b" l="l" r="r" t="t"/>
              <a:pathLst>
                <a:path extrusionOk="0" h="16755" w="16756">
                  <a:moveTo>
                    <a:pt x="13922" y="1"/>
                  </a:moveTo>
                  <a:lnTo>
                    <a:pt x="13824" y="49"/>
                  </a:lnTo>
                  <a:lnTo>
                    <a:pt x="13360" y="342"/>
                  </a:lnTo>
                  <a:lnTo>
                    <a:pt x="12261" y="1026"/>
                  </a:lnTo>
                  <a:lnTo>
                    <a:pt x="11602" y="1466"/>
                  </a:lnTo>
                  <a:lnTo>
                    <a:pt x="10942" y="1930"/>
                  </a:lnTo>
                  <a:lnTo>
                    <a:pt x="10381" y="2370"/>
                  </a:lnTo>
                  <a:lnTo>
                    <a:pt x="10112" y="2589"/>
                  </a:lnTo>
                  <a:lnTo>
                    <a:pt x="9917" y="2785"/>
                  </a:lnTo>
                  <a:lnTo>
                    <a:pt x="9795" y="2907"/>
                  </a:lnTo>
                  <a:lnTo>
                    <a:pt x="9697" y="3053"/>
                  </a:lnTo>
                  <a:lnTo>
                    <a:pt x="9599" y="3224"/>
                  </a:lnTo>
                  <a:lnTo>
                    <a:pt x="9526" y="3420"/>
                  </a:lnTo>
                  <a:lnTo>
                    <a:pt x="9404" y="3835"/>
                  </a:lnTo>
                  <a:lnTo>
                    <a:pt x="9330" y="4275"/>
                  </a:lnTo>
                  <a:lnTo>
                    <a:pt x="9282" y="4714"/>
                  </a:lnTo>
                  <a:lnTo>
                    <a:pt x="9306" y="5178"/>
                  </a:lnTo>
                  <a:lnTo>
                    <a:pt x="9355" y="5593"/>
                  </a:lnTo>
                  <a:lnTo>
                    <a:pt x="9379" y="5789"/>
                  </a:lnTo>
                  <a:lnTo>
                    <a:pt x="9453" y="5960"/>
                  </a:lnTo>
                  <a:lnTo>
                    <a:pt x="270" y="14459"/>
                  </a:lnTo>
                  <a:lnTo>
                    <a:pt x="147" y="14606"/>
                  </a:lnTo>
                  <a:lnTo>
                    <a:pt x="74" y="14776"/>
                  </a:lnTo>
                  <a:lnTo>
                    <a:pt x="1" y="14947"/>
                  </a:lnTo>
                  <a:lnTo>
                    <a:pt x="1" y="15118"/>
                  </a:lnTo>
                  <a:lnTo>
                    <a:pt x="1" y="15314"/>
                  </a:lnTo>
                  <a:lnTo>
                    <a:pt x="74" y="15485"/>
                  </a:lnTo>
                  <a:lnTo>
                    <a:pt x="147" y="15656"/>
                  </a:lnTo>
                  <a:lnTo>
                    <a:pt x="270" y="15802"/>
                  </a:lnTo>
                  <a:lnTo>
                    <a:pt x="953" y="16486"/>
                  </a:lnTo>
                  <a:lnTo>
                    <a:pt x="1100" y="16608"/>
                  </a:lnTo>
                  <a:lnTo>
                    <a:pt x="1271" y="16681"/>
                  </a:lnTo>
                  <a:lnTo>
                    <a:pt x="1442" y="16755"/>
                  </a:lnTo>
                  <a:lnTo>
                    <a:pt x="1808" y="16755"/>
                  </a:lnTo>
                  <a:lnTo>
                    <a:pt x="1979" y="16681"/>
                  </a:lnTo>
                  <a:lnTo>
                    <a:pt x="2150" y="16608"/>
                  </a:lnTo>
                  <a:lnTo>
                    <a:pt x="2297" y="16486"/>
                  </a:lnTo>
                  <a:lnTo>
                    <a:pt x="10796" y="7303"/>
                  </a:lnTo>
                  <a:lnTo>
                    <a:pt x="11162" y="7401"/>
                  </a:lnTo>
                  <a:lnTo>
                    <a:pt x="11577" y="7450"/>
                  </a:lnTo>
                  <a:lnTo>
                    <a:pt x="12041" y="7474"/>
                  </a:lnTo>
                  <a:lnTo>
                    <a:pt x="12481" y="7425"/>
                  </a:lnTo>
                  <a:lnTo>
                    <a:pt x="12921" y="7352"/>
                  </a:lnTo>
                  <a:lnTo>
                    <a:pt x="13336" y="7230"/>
                  </a:lnTo>
                  <a:lnTo>
                    <a:pt x="13531" y="7156"/>
                  </a:lnTo>
                  <a:lnTo>
                    <a:pt x="13702" y="7059"/>
                  </a:lnTo>
                  <a:lnTo>
                    <a:pt x="13849" y="6961"/>
                  </a:lnTo>
                  <a:lnTo>
                    <a:pt x="13971" y="6839"/>
                  </a:lnTo>
                  <a:lnTo>
                    <a:pt x="14166" y="6644"/>
                  </a:lnTo>
                  <a:lnTo>
                    <a:pt x="14386" y="6375"/>
                  </a:lnTo>
                  <a:lnTo>
                    <a:pt x="14826" y="5813"/>
                  </a:lnTo>
                  <a:lnTo>
                    <a:pt x="15290" y="5154"/>
                  </a:lnTo>
                  <a:lnTo>
                    <a:pt x="15729" y="4494"/>
                  </a:lnTo>
                  <a:lnTo>
                    <a:pt x="16413" y="3395"/>
                  </a:lnTo>
                  <a:lnTo>
                    <a:pt x="16706" y="2931"/>
                  </a:lnTo>
                  <a:lnTo>
                    <a:pt x="16755" y="2834"/>
                  </a:lnTo>
                  <a:lnTo>
                    <a:pt x="16755" y="2736"/>
                  </a:lnTo>
                  <a:lnTo>
                    <a:pt x="16755" y="2663"/>
                  </a:lnTo>
                  <a:lnTo>
                    <a:pt x="16706" y="2589"/>
                  </a:lnTo>
                  <a:lnTo>
                    <a:pt x="16633" y="2541"/>
                  </a:lnTo>
                  <a:lnTo>
                    <a:pt x="16462" y="2541"/>
                  </a:lnTo>
                  <a:lnTo>
                    <a:pt x="16364" y="2589"/>
                  </a:lnTo>
                  <a:lnTo>
                    <a:pt x="13653" y="4958"/>
                  </a:lnTo>
                  <a:lnTo>
                    <a:pt x="13580" y="5007"/>
                  </a:lnTo>
                  <a:lnTo>
                    <a:pt x="13458" y="5007"/>
                  </a:lnTo>
                  <a:lnTo>
                    <a:pt x="13360" y="4983"/>
                  </a:lnTo>
                  <a:lnTo>
                    <a:pt x="13238" y="4885"/>
                  </a:lnTo>
                  <a:lnTo>
                    <a:pt x="13140" y="4763"/>
                  </a:lnTo>
                  <a:lnTo>
                    <a:pt x="13092" y="4641"/>
                  </a:lnTo>
                  <a:lnTo>
                    <a:pt x="13092" y="4543"/>
                  </a:lnTo>
                  <a:lnTo>
                    <a:pt x="13140" y="4446"/>
                  </a:lnTo>
                  <a:lnTo>
                    <a:pt x="15607" y="1490"/>
                  </a:lnTo>
                  <a:lnTo>
                    <a:pt x="15656" y="1393"/>
                  </a:lnTo>
                  <a:lnTo>
                    <a:pt x="15656" y="1319"/>
                  </a:lnTo>
                  <a:lnTo>
                    <a:pt x="15656" y="1222"/>
                  </a:lnTo>
                  <a:lnTo>
                    <a:pt x="15607" y="1148"/>
                  </a:lnTo>
                  <a:lnTo>
                    <a:pt x="15534" y="1100"/>
                  </a:lnTo>
                  <a:lnTo>
                    <a:pt x="15363" y="1100"/>
                  </a:lnTo>
                  <a:lnTo>
                    <a:pt x="15265" y="1148"/>
                  </a:lnTo>
                  <a:lnTo>
                    <a:pt x="12310" y="3615"/>
                  </a:lnTo>
                  <a:lnTo>
                    <a:pt x="12212" y="3664"/>
                  </a:lnTo>
                  <a:lnTo>
                    <a:pt x="12115" y="3664"/>
                  </a:lnTo>
                  <a:lnTo>
                    <a:pt x="11993" y="3615"/>
                  </a:lnTo>
                  <a:lnTo>
                    <a:pt x="11895" y="3517"/>
                  </a:lnTo>
                  <a:lnTo>
                    <a:pt x="11797" y="3395"/>
                  </a:lnTo>
                  <a:lnTo>
                    <a:pt x="11748" y="3298"/>
                  </a:lnTo>
                  <a:lnTo>
                    <a:pt x="11748" y="3176"/>
                  </a:lnTo>
                  <a:lnTo>
                    <a:pt x="11797" y="3102"/>
                  </a:lnTo>
                  <a:lnTo>
                    <a:pt x="14166" y="391"/>
                  </a:lnTo>
                  <a:lnTo>
                    <a:pt x="14215" y="294"/>
                  </a:lnTo>
                  <a:lnTo>
                    <a:pt x="14215" y="220"/>
                  </a:lnTo>
                  <a:lnTo>
                    <a:pt x="14215" y="123"/>
                  </a:lnTo>
                  <a:lnTo>
                    <a:pt x="14166" y="49"/>
                  </a:lnTo>
                  <a:lnTo>
                    <a:pt x="14093"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6" name="Google Shape;846;p31"/>
          <p:cNvGrpSpPr/>
          <p:nvPr/>
        </p:nvGrpSpPr>
        <p:grpSpPr>
          <a:xfrm>
            <a:off x="2577336" y="4333486"/>
            <a:ext cx="418585" cy="344056"/>
            <a:chOff x="3238475" y="5012225"/>
            <a:chExt cx="500700" cy="411550"/>
          </a:xfrm>
        </p:grpSpPr>
        <p:sp>
          <p:nvSpPr>
            <p:cNvPr id="847" name="Google Shape;847;p31"/>
            <p:cNvSpPr/>
            <p:nvPr/>
          </p:nvSpPr>
          <p:spPr>
            <a:xfrm>
              <a:off x="3238475" y="5315050"/>
              <a:ext cx="500700" cy="108725"/>
            </a:xfrm>
            <a:custGeom>
              <a:rect b="b" l="l" r="r" t="t"/>
              <a:pathLst>
                <a:path extrusionOk="0" h="4349" w="20028">
                  <a:moveTo>
                    <a:pt x="17683" y="856"/>
                  </a:moveTo>
                  <a:lnTo>
                    <a:pt x="17781" y="880"/>
                  </a:lnTo>
                  <a:lnTo>
                    <a:pt x="17854" y="929"/>
                  </a:lnTo>
                  <a:lnTo>
                    <a:pt x="17903" y="1002"/>
                  </a:lnTo>
                  <a:lnTo>
                    <a:pt x="17927" y="1100"/>
                  </a:lnTo>
                  <a:lnTo>
                    <a:pt x="17903" y="1198"/>
                  </a:lnTo>
                  <a:lnTo>
                    <a:pt x="17854" y="1271"/>
                  </a:lnTo>
                  <a:lnTo>
                    <a:pt x="17781" y="1320"/>
                  </a:lnTo>
                  <a:lnTo>
                    <a:pt x="17683" y="1344"/>
                  </a:lnTo>
                  <a:lnTo>
                    <a:pt x="2345" y="1344"/>
                  </a:lnTo>
                  <a:lnTo>
                    <a:pt x="2247" y="1320"/>
                  </a:lnTo>
                  <a:lnTo>
                    <a:pt x="2174" y="1271"/>
                  </a:lnTo>
                  <a:lnTo>
                    <a:pt x="2125" y="1198"/>
                  </a:lnTo>
                  <a:lnTo>
                    <a:pt x="2101" y="1100"/>
                  </a:lnTo>
                  <a:lnTo>
                    <a:pt x="2125" y="1002"/>
                  </a:lnTo>
                  <a:lnTo>
                    <a:pt x="2174" y="929"/>
                  </a:lnTo>
                  <a:lnTo>
                    <a:pt x="2247" y="880"/>
                  </a:lnTo>
                  <a:lnTo>
                    <a:pt x="2345" y="856"/>
                  </a:lnTo>
                  <a:close/>
                  <a:moveTo>
                    <a:pt x="367" y="1"/>
                  </a:moveTo>
                  <a:lnTo>
                    <a:pt x="269" y="25"/>
                  </a:lnTo>
                  <a:lnTo>
                    <a:pt x="196" y="74"/>
                  </a:lnTo>
                  <a:lnTo>
                    <a:pt x="123" y="123"/>
                  </a:lnTo>
                  <a:lnTo>
                    <a:pt x="74" y="196"/>
                  </a:lnTo>
                  <a:lnTo>
                    <a:pt x="49" y="270"/>
                  </a:lnTo>
                  <a:lnTo>
                    <a:pt x="25" y="343"/>
                  </a:lnTo>
                  <a:lnTo>
                    <a:pt x="1" y="441"/>
                  </a:lnTo>
                  <a:lnTo>
                    <a:pt x="25" y="514"/>
                  </a:lnTo>
                  <a:lnTo>
                    <a:pt x="49" y="587"/>
                  </a:lnTo>
                  <a:lnTo>
                    <a:pt x="74" y="660"/>
                  </a:lnTo>
                  <a:lnTo>
                    <a:pt x="123" y="734"/>
                  </a:lnTo>
                  <a:lnTo>
                    <a:pt x="196" y="782"/>
                  </a:lnTo>
                  <a:lnTo>
                    <a:pt x="269" y="831"/>
                  </a:lnTo>
                  <a:lnTo>
                    <a:pt x="367" y="856"/>
                  </a:lnTo>
                  <a:lnTo>
                    <a:pt x="440" y="856"/>
                  </a:lnTo>
                  <a:lnTo>
                    <a:pt x="489" y="880"/>
                  </a:lnTo>
                  <a:lnTo>
                    <a:pt x="562" y="905"/>
                  </a:lnTo>
                  <a:lnTo>
                    <a:pt x="709" y="1051"/>
                  </a:lnTo>
                  <a:lnTo>
                    <a:pt x="855" y="1246"/>
                  </a:lnTo>
                  <a:lnTo>
                    <a:pt x="1026" y="1491"/>
                  </a:lnTo>
                  <a:lnTo>
                    <a:pt x="1344" y="2028"/>
                  </a:lnTo>
                  <a:lnTo>
                    <a:pt x="1637" y="2516"/>
                  </a:lnTo>
                  <a:lnTo>
                    <a:pt x="1906" y="3005"/>
                  </a:lnTo>
                  <a:lnTo>
                    <a:pt x="2174" y="3469"/>
                  </a:lnTo>
                  <a:lnTo>
                    <a:pt x="2467" y="3884"/>
                  </a:lnTo>
                  <a:lnTo>
                    <a:pt x="2589" y="4055"/>
                  </a:lnTo>
                  <a:lnTo>
                    <a:pt x="2736" y="4226"/>
                  </a:lnTo>
                  <a:lnTo>
                    <a:pt x="2809" y="4275"/>
                  </a:lnTo>
                  <a:lnTo>
                    <a:pt x="2882" y="4299"/>
                  </a:lnTo>
                  <a:lnTo>
                    <a:pt x="2980" y="4324"/>
                  </a:lnTo>
                  <a:lnTo>
                    <a:pt x="3053" y="4348"/>
                  </a:lnTo>
                  <a:lnTo>
                    <a:pt x="16975" y="4348"/>
                  </a:lnTo>
                  <a:lnTo>
                    <a:pt x="17048" y="4324"/>
                  </a:lnTo>
                  <a:lnTo>
                    <a:pt x="17146" y="4299"/>
                  </a:lnTo>
                  <a:lnTo>
                    <a:pt x="17219" y="4275"/>
                  </a:lnTo>
                  <a:lnTo>
                    <a:pt x="17292" y="4226"/>
                  </a:lnTo>
                  <a:lnTo>
                    <a:pt x="17439" y="4055"/>
                  </a:lnTo>
                  <a:lnTo>
                    <a:pt x="17561" y="3884"/>
                  </a:lnTo>
                  <a:lnTo>
                    <a:pt x="17854" y="3469"/>
                  </a:lnTo>
                  <a:lnTo>
                    <a:pt x="18122" y="3005"/>
                  </a:lnTo>
                  <a:lnTo>
                    <a:pt x="18391" y="2516"/>
                  </a:lnTo>
                  <a:lnTo>
                    <a:pt x="18684" y="2028"/>
                  </a:lnTo>
                  <a:lnTo>
                    <a:pt x="19002" y="1491"/>
                  </a:lnTo>
                  <a:lnTo>
                    <a:pt x="19173" y="1246"/>
                  </a:lnTo>
                  <a:lnTo>
                    <a:pt x="19319" y="1051"/>
                  </a:lnTo>
                  <a:lnTo>
                    <a:pt x="19466" y="905"/>
                  </a:lnTo>
                  <a:lnTo>
                    <a:pt x="19539" y="880"/>
                  </a:lnTo>
                  <a:lnTo>
                    <a:pt x="19588" y="856"/>
                  </a:lnTo>
                  <a:lnTo>
                    <a:pt x="19661" y="856"/>
                  </a:lnTo>
                  <a:lnTo>
                    <a:pt x="19759" y="831"/>
                  </a:lnTo>
                  <a:lnTo>
                    <a:pt x="19832" y="782"/>
                  </a:lnTo>
                  <a:lnTo>
                    <a:pt x="19905" y="734"/>
                  </a:lnTo>
                  <a:lnTo>
                    <a:pt x="19954" y="660"/>
                  </a:lnTo>
                  <a:lnTo>
                    <a:pt x="19979" y="587"/>
                  </a:lnTo>
                  <a:lnTo>
                    <a:pt x="20003" y="514"/>
                  </a:lnTo>
                  <a:lnTo>
                    <a:pt x="20027" y="441"/>
                  </a:lnTo>
                  <a:lnTo>
                    <a:pt x="20003" y="343"/>
                  </a:lnTo>
                  <a:lnTo>
                    <a:pt x="19979" y="270"/>
                  </a:lnTo>
                  <a:lnTo>
                    <a:pt x="19954" y="196"/>
                  </a:lnTo>
                  <a:lnTo>
                    <a:pt x="19881" y="123"/>
                  </a:lnTo>
                  <a:lnTo>
                    <a:pt x="19832" y="74"/>
                  </a:lnTo>
                  <a:lnTo>
                    <a:pt x="19759" y="25"/>
                  </a:lnTo>
                  <a:lnTo>
                    <a:pt x="19661"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31"/>
            <p:cNvSpPr/>
            <p:nvPr/>
          </p:nvSpPr>
          <p:spPr>
            <a:xfrm>
              <a:off x="3282450" y="5160575"/>
              <a:ext cx="412750" cy="140475"/>
            </a:xfrm>
            <a:custGeom>
              <a:rect b="b" l="l" r="r" t="t"/>
              <a:pathLst>
                <a:path extrusionOk="0" h="5619" w="16510">
                  <a:moveTo>
                    <a:pt x="8475" y="1"/>
                  </a:moveTo>
                  <a:lnTo>
                    <a:pt x="8157" y="50"/>
                  </a:lnTo>
                  <a:lnTo>
                    <a:pt x="7840" y="99"/>
                  </a:lnTo>
                  <a:lnTo>
                    <a:pt x="7522" y="172"/>
                  </a:lnTo>
                  <a:lnTo>
                    <a:pt x="7229" y="270"/>
                  </a:lnTo>
                  <a:lnTo>
                    <a:pt x="6936" y="367"/>
                  </a:lnTo>
                  <a:lnTo>
                    <a:pt x="6643" y="514"/>
                  </a:lnTo>
                  <a:lnTo>
                    <a:pt x="6374" y="660"/>
                  </a:lnTo>
                  <a:lnTo>
                    <a:pt x="6106" y="807"/>
                  </a:lnTo>
                  <a:lnTo>
                    <a:pt x="5862" y="1002"/>
                  </a:lnTo>
                  <a:lnTo>
                    <a:pt x="5617" y="1173"/>
                  </a:lnTo>
                  <a:lnTo>
                    <a:pt x="5398" y="1393"/>
                  </a:lnTo>
                  <a:lnTo>
                    <a:pt x="5202" y="1613"/>
                  </a:lnTo>
                  <a:lnTo>
                    <a:pt x="5007" y="1857"/>
                  </a:lnTo>
                  <a:lnTo>
                    <a:pt x="4811" y="2101"/>
                  </a:lnTo>
                  <a:lnTo>
                    <a:pt x="4640" y="2370"/>
                  </a:lnTo>
                  <a:lnTo>
                    <a:pt x="4372" y="2272"/>
                  </a:lnTo>
                  <a:lnTo>
                    <a:pt x="4103" y="2223"/>
                  </a:lnTo>
                  <a:lnTo>
                    <a:pt x="3834" y="2199"/>
                  </a:lnTo>
                  <a:lnTo>
                    <a:pt x="3541" y="2175"/>
                  </a:lnTo>
                  <a:lnTo>
                    <a:pt x="3199" y="2199"/>
                  </a:lnTo>
                  <a:lnTo>
                    <a:pt x="2858" y="2248"/>
                  </a:lnTo>
                  <a:lnTo>
                    <a:pt x="2516" y="2345"/>
                  </a:lnTo>
                  <a:lnTo>
                    <a:pt x="2198" y="2443"/>
                  </a:lnTo>
                  <a:lnTo>
                    <a:pt x="1881" y="2590"/>
                  </a:lnTo>
                  <a:lnTo>
                    <a:pt x="1588" y="2761"/>
                  </a:lnTo>
                  <a:lnTo>
                    <a:pt x="1319" y="2956"/>
                  </a:lnTo>
                  <a:lnTo>
                    <a:pt x="1075" y="3176"/>
                  </a:lnTo>
                  <a:lnTo>
                    <a:pt x="855" y="3420"/>
                  </a:lnTo>
                  <a:lnTo>
                    <a:pt x="635" y="3689"/>
                  </a:lnTo>
                  <a:lnTo>
                    <a:pt x="464" y="3982"/>
                  </a:lnTo>
                  <a:lnTo>
                    <a:pt x="318" y="4275"/>
                  </a:lnTo>
                  <a:lnTo>
                    <a:pt x="195" y="4592"/>
                  </a:lnTo>
                  <a:lnTo>
                    <a:pt x="98" y="4910"/>
                  </a:lnTo>
                  <a:lnTo>
                    <a:pt x="24" y="5252"/>
                  </a:lnTo>
                  <a:lnTo>
                    <a:pt x="0" y="5618"/>
                  </a:lnTo>
                  <a:lnTo>
                    <a:pt x="16510" y="5618"/>
                  </a:lnTo>
                  <a:lnTo>
                    <a:pt x="16437" y="5423"/>
                  </a:lnTo>
                  <a:lnTo>
                    <a:pt x="16339" y="5252"/>
                  </a:lnTo>
                  <a:lnTo>
                    <a:pt x="16119" y="4934"/>
                  </a:lnTo>
                  <a:lnTo>
                    <a:pt x="15851" y="4641"/>
                  </a:lnTo>
                  <a:lnTo>
                    <a:pt x="15533" y="4397"/>
                  </a:lnTo>
                  <a:lnTo>
                    <a:pt x="15362" y="4299"/>
                  </a:lnTo>
                  <a:lnTo>
                    <a:pt x="15191" y="4202"/>
                  </a:lnTo>
                  <a:lnTo>
                    <a:pt x="15020" y="4104"/>
                  </a:lnTo>
                  <a:lnTo>
                    <a:pt x="14825" y="4055"/>
                  </a:lnTo>
                  <a:lnTo>
                    <a:pt x="14629" y="3982"/>
                  </a:lnTo>
                  <a:lnTo>
                    <a:pt x="14434" y="3957"/>
                  </a:lnTo>
                  <a:lnTo>
                    <a:pt x="14214" y="3933"/>
                  </a:lnTo>
                  <a:lnTo>
                    <a:pt x="14019" y="3909"/>
                  </a:lnTo>
                  <a:lnTo>
                    <a:pt x="13775" y="3933"/>
                  </a:lnTo>
                  <a:lnTo>
                    <a:pt x="13555" y="3957"/>
                  </a:lnTo>
                  <a:lnTo>
                    <a:pt x="13457" y="3542"/>
                  </a:lnTo>
                  <a:lnTo>
                    <a:pt x="13335" y="3151"/>
                  </a:lnTo>
                  <a:lnTo>
                    <a:pt x="13164" y="2761"/>
                  </a:lnTo>
                  <a:lnTo>
                    <a:pt x="12969" y="2394"/>
                  </a:lnTo>
                  <a:lnTo>
                    <a:pt x="12749" y="2052"/>
                  </a:lnTo>
                  <a:lnTo>
                    <a:pt x="12505" y="1710"/>
                  </a:lnTo>
                  <a:lnTo>
                    <a:pt x="12212" y="1417"/>
                  </a:lnTo>
                  <a:lnTo>
                    <a:pt x="11918" y="1124"/>
                  </a:lnTo>
                  <a:lnTo>
                    <a:pt x="11577" y="880"/>
                  </a:lnTo>
                  <a:lnTo>
                    <a:pt x="11235" y="660"/>
                  </a:lnTo>
                  <a:lnTo>
                    <a:pt x="10868" y="465"/>
                  </a:lnTo>
                  <a:lnTo>
                    <a:pt x="10477" y="294"/>
                  </a:lnTo>
                  <a:lnTo>
                    <a:pt x="10087" y="172"/>
                  </a:lnTo>
                  <a:lnTo>
                    <a:pt x="9672" y="74"/>
                  </a:lnTo>
                  <a:lnTo>
                    <a:pt x="9232" y="25"/>
                  </a:lnTo>
                  <a:lnTo>
                    <a:pt x="8792"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31"/>
            <p:cNvSpPr/>
            <p:nvPr/>
          </p:nvSpPr>
          <p:spPr>
            <a:xfrm>
              <a:off x="3473550" y="5012225"/>
              <a:ext cx="30550" cy="129450"/>
            </a:xfrm>
            <a:custGeom>
              <a:rect b="b" l="l" r="r" t="t"/>
              <a:pathLst>
                <a:path extrusionOk="0" h="5178" w="1222">
                  <a:moveTo>
                    <a:pt x="953" y="0"/>
                  </a:moveTo>
                  <a:lnTo>
                    <a:pt x="831" y="24"/>
                  </a:lnTo>
                  <a:lnTo>
                    <a:pt x="758" y="98"/>
                  </a:lnTo>
                  <a:lnTo>
                    <a:pt x="684" y="171"/>
                  </a:lnTo>
                  <a:lnTo>
                    <a:pt x="660" y="293"/>
                  </a:lnTo>
                  <a:lnTo>
                    <a:pt x="635" y="464"/>
                  </a:lnTo>
                  <a:lnTo>
                    <a:pt x="587" y="611"/>
                  </a:lnTo>
                  <a:lnTo>
                    <a:pt x="513" y="733"/>
                  </a:lnTo>
                  <a:lnTo>
                    <a:pt x="391" y="879"/>
                  </a:lnTo>
                  <a:lnTo>
                    <a:pt x="269" y="1026"/>
                  </a:lnTo>
                  <a:lnTo>
                    <a:pt x="123" y="1246"/>
                  </a:lnTo>
                  <a:lnTo>
                    <a:pt x="74" y="1368"/>
                  </a:lnTo>
                  <a:lnTo>
                    <a:pt x="25" y="1490"/>
                  </a:lnTo>
                  <a:lnTo>
                    <a:pt x="0" y="1636"/>
                  </a:lnTo>
                  <a:lnTo>
                    <a:pt x="0" y="1832"/>
                  </a:lnTo>
                  <a:lnTo>
                    <a:pt x="0" y="2003"/>
                  </a:lnTo>
                  <a:lnTo>
                    <a:pt x="25" y="2149"/>
                  </a:lnTo>
                  <a:lnTo>
                    <a:pt x="74" y="2271"/>
                  </a:lnTo>
                  <a:lnTo>
                    <a:pt x="123" y="2394"/>
                  </a:lnTo>
                  <a:lnTo>
                    <a:pt x="269" y="2613"/>
                  </a:lnTo>
                  <a:lnTo>
                    <a:pt x="391" y="2784"/>
                  </a:lnTo>
                  <a:lnTo>
                    <a:pt x="513" y="2906"/>
                  </a:lnTo>
                  <a:lnTo>
                    <a:pt x="587" y="3029"/>
                  </a:lnTo>
                  <a:lnTo>
                    <a:pt x="635" y="3175"/>
                  </a:lnTo>
                  <a:lnTo>
                    <a:pt x="660" y="3346"/>
                  </a:lnTo>
                  <a:lnTo>
                    <a:pt x="635" y="3541"/>
                  </a:lnTo>
                  <a:lnTo>
                    <a:pt x="587" y="3688"/>
                  </a:lnTo>
                  <a:lnTo>
                    <a:pt x="513" y="3810"/>
                  </a:lnTo>
                  <a:lnTo>
                    <a:pt x="391" y="3932"/>
                  </a:lnTo>
                  <a:lnTo>
                    <a:pt x="269" y="4103"/>
                  </a:lnTo>
                  <a:lnTo>
                    <a:pt x="123" y="4299"/>
                  </a:lnTo>
                  <a:lnTo>
                    <a:pt x="74" y="4421"/>
                  </a:lnTo>
                  <a:lnTo>
                    <a:pt x="25" y="4567"/>
                  </a:lnTo>
                  <a:lnTo>
                    <a:pt x="0" y="4714"/>
                  </a:lnTo>
                  <a:lnTo>
                    <a:pt x="0" y="4885"/>
                  </a:lnTo>
                  <a:lnTo>
                    <a:pt x="0" y="5007"/>
                  </a:lnTo>
                  <a:lnTo>
                    <a:pt x="74" y="5080"/>
                  </a:lnTo>
                  <a:lnTo>
                    <a:pt x="171" y="5153"/>
                  </a:lnTo>
                  <a:lnTo>
                    <a:pt x="269" y="5178"/>
                  </a:lnTo>
                  <a:lnTo>
                    <a:pt x="391" y="5153"/>
                  </a:lnTo>
                  <a:lnTo>
                    <a:pt x="464" y="5080"/>
                  </a:lnTo>
                  <a:lnTo>
                    <a:pt x="538" y="5007"/>
                  </a:lnTo>
                  <a:lnTo>
                    <a:pt x="562" y="4885"/>
                  </a:lnTo>
                  <a:lnTo>
                    <a:pt x="587" y="4714"/>
                  </a:lnTo>
                  <a:lnTo>
                    <a:pt x="635" y="4567"/>
                  </a:lnTo>
                  <a:lnTo>
                    <a:pt x="709" y="4445"/>
                  </a:lnTo>
                  <a:lnTo>
                    <a:pt x="831" y="4299"/>
                  </a:lnTo>
                  <a:lnTo>
                    <a:pt x="953" y="4152"/>
                  </a:lnTo>
                  <a:lnTo>
                    <a:pt x="1099" y="3932"/>
                  </a:lnTo>
                  <a:lnTo>
                    <a:pt x="1148" y="3810"/>
                  </a:lnTo>
                  <a:lnTo>
                    <a:pt x="1197" y="3688"/>
                  </a:lnTo>
                  <a:lnTo>
                    <a:pt x="1222" y="3517"/>
                  </a:lnTo>
                  <a:lnTo>
                    <a:pt x="1222" y="3346"/>
                  </a:lnTo>
                  <a:lnTo>
                    <a:pt x="1222" y="3175"/>
                  </a:lnTo>
                  <a:lnTo>
                    <a:pt x="1197" y="3029"/>
                  </a:lnTo>
                  <a:lnTo>
                    <a:pt x="1148" y="2882"/>
                  </a:lnTo>
                  <a:lnTo>
                    <a:pt x="1099" y="2760"/>
                  </a:lnTo>
                  <a:lnTo>
                    <a:pt x="953" y="2564"/>
                  </a:lnTo>
                  <a:lnTo>
                    <a:pt x="831" y="2394"/>
                  </a:lnTo>
                  <a:lnTo>
                    <a:pt x="709" y="2271"/>
                  </a:lnTo>
                  <a:lnTo>
                    <a:pt x="635" y="2149"/>
                  </a:lnTo>
                  <a:lnTo>
                    <a:pt x="587" y="2003"/>
                  </a:lnTo>
                  <a:lnTo>
                    <a:pt x="562" y="1832"/>
                  </a:lnTo>
                  <a:lnTo>
                    <a:pt x="587" y="1636"/>
                  </a:lnTo>
                  <a:lnTo>
                    <a:pt x="635" y="1490"/>
                  </a:lnTo>
                  <a:lnTo>
                    <a:pt x="709" y="1368"/>
                  </a:lnTo>
                  <a:lnTo>
                    <a:pt x="831" y="1246"/>
                  </a:lnTo>
                  <a:lnTo>
                    <a:pt x="953" y="1075"/>
                  </a:lnTo>
                  <a:lnTo>
                    <a:pt x="1099" y="879"/>
                  </a:lnTo>
                  <a:lnTo>
                    <a:pt x="1148" y="757"/>
                  </a:lnTo>
                  <a:lnTo>
                    <a:pt x="1197" y="611"/>
                  </a:lnTo>
                  <a:lnTo>
                    <a:pt x="1222" y="464"/>
                  </a:lnTo>
                  <a:lnTo>
                    <a:pt x="1222" y="293"/>
                  </a:lnTo>
                  <a:lnTo>
                    <a:pt x="1222" y="171"/>
                  </a:lnTo>
                  <a:lnTo>
                    <a:pt x="1148" y="98"/>
                  </a:lnTo>
                  <a:lnTo>
                    <a:pt x="1051" y="24"/>
                  </a:lnTo>
                  <a:lnTo>
                    <a:pt x="953"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31"/>
            <p:cNvSpPr/>
            <p:nvPr/>
          </p:nvSpPr>
          <p:spPr>
            <a:xfrm>
              <a:off x="3429575" y="5012225"/>
              <a:ext cx="31175" cy="129450"/>
            </a:xfrm>
            <a:custGeom>
              <a:rect b="b" l="l" r="r" t="t"/>
              <a:pathLst>
                <a:path extrusionOk="0" h="5178" w="1247">
                  <a:moveTo>
                    <a:pt x="953" y="0"/>
                  </a:moveTo>
                  <a:lnTo>
                    <a:pt x="856" y="24"/>
                  </a:lnTo>
                  <a:lnTo>
                    <a:pt x="758" y="98"/>
                  </a:lnTo>
                  <a:lnTo>
                    <a:pt x="709" y="171"/>
                  </a:lnTo>
                  <a:lnTo>
                    <a:pt x="685" y="293"/>
                  </a:lnTo>
                  <a:lnTo>
                    <a:pt x="660" y="464"/>
                  </a:lnTo>
                  <a:lnTo>
                    <a:pt x="612" y="611"/>
                  </a:lnTo>
                  <a:lnTo>
                    <a:pt x="514" y="733"/>
                  </a:lnTo>
                  <a:lnTo>
                    <a:pt x="416" y="879"/>
                  </a:lnTo>
                  <a:lnTo>
                    <a:pt x="270" y="1026"/>
                  </a:lnTo>
                  <a:lnTo>
                    <a:pt x="148" y="1246"/>
                  </a:lnTo>
                  <a:lnTo>
                    <a:pt x="74" y="1368"/>
                  </a:lnTo>
                  <a:lnTo>
                    <a:pt x="50" y="1490"/>
                  </a:lnTo>
                  <a:lnTo>
                    <a:pt x="1" y="1636"/>
                  </a:lnTo>
                  <a:lnTo>
                    <a:pt x="1" y="1832"/>
                  </a:lnTo>
                  <a:lnTo>
                    <a:pt x="1" y="2003"/>
                  </a:lnTo>
                  <a:lnTo>
                    <a:pt x="50" y="2149"/>
                  </a:lnTo>
                  <a:lnTo>
                    <a:pt x="74" y="2271"/>
                  </a:lnTo>
                  <a:lnTo>
                    <a:pt x="148" y="2394"/>
                  </a:lnTo>
                  <a:lnTo>
                    <a:pt x="270" y="2613"/>
                  </a:lnTo>
                  <a:lnTo>
                    <a:pt x="416" y="2784"/>
                  </a:lnTo>
                  <a:lnTo>
                    <a:pt x="514" y="2906"/>
                  </a:lnTo>
                  <a:lnTo>
                    <a:pt x="612" y="3029"/>
                  </a:lnTo>
                  <a:lnTo>
                    <a:pt x="660" y="3175"/>
                  </a:lnTo>
                  <a:lnTo>
                    <a:pt x="685" y="3346"/>
                  </a:lnTo>
                  <a:lnTo>
                    <a:pt x="660" y="3541"/>
                  </a:lnTo>
                  <a:lnTo>
                    <a:pt x="612" y="3688"/>
                  </a:lnTo>
                  <a:lnTo>
                    <a:pt x="514" y="3810"/>
                  </a:lnTo>
                  <a:lnTo>
                    <a:pt x="416" y="3932"/>
                  </a:lnTo>
                  <a:lnTo>
                    <a:pt x="270" y="4103"/>
                  </a:lnTo>
                  <a:lnTo>
                    <a:pt x="148" y="4299"/>
                  </a:lnTo>
                  <a:lnTo>
                    <a:pt x="74" y="4421"/>
                  </a:lnTo>
                  <a:lnTo>
                    <a:pt x="50" y="4567"/>
                  </a:lnTo>
                  <a:lnTo>
                    <a:pt x="1" y="4714"/>
                  </a:lnTo>
                  <a:lnTo>
                    <a:pt x="1" y="4885"/>
                  </a:lnTo>
                  <a:lnTo>
                    <a:pt x="25" y="5007"/>
                  </a:lnTo>
                  <a:lnTo>
                    <a:pt x="74" y="5080"/>
                  </a:lnTo>
                  <a:lnTo>
                    <a:pt x="172" y="5153"/>
                  </a:lnTo>
                  <a:lnTo>
                    <a:pt x="294" y="5178"/>
                  </a:lnTo>
                  <a:lnTo>
                    <a:pt x="392" y="5153"/>
                  </a:lnTo>
                  <a:lnTo>
                    <a:pt x="489" y="5080"/>
                  </a:lnTo>
                  <a:lnTo>
                    <a:pt x="538" y="5007"/>
                  </a:lnTo>
                  <a:lnTo>
                    <a:pt x="563" y="4885"/>
                  </a:lnTo>
                  <a:lnTo>
                    <a:pt x="587" y="4714"/>
                  </a:lnTo>
                  <a:lnTo>
                    <a:pt x="636" y="4567"/>
                  </a:lnTo>
                  <a:lnTo>
                    <a:pt x="734" y="4445"/>
                  </a:lnTo>
                  <a:lnTo>
                    <a:pt x="831" y="4299"/>
                  </a:lnTo>
                  <a:lnTo>
                    <a:pt x="978" y="4152"/>
                  </a:lnTo>
                  <a:lnTo>
                    <a:pt x="1100" y="3932"/>
                  </a:lnTo>
                  <a:lnTo>
                    <a:pt x="1149" y="3810"/>
                  </a:lnTo>
                  <a:lnTo>
                    <a:pt x="1198" y="3688"/>
                  </a:lnTo>
                  <a:lnTo>
                    <a:pt x="1222" y="3517"/>
                  </a:lnTo>
                  <a:lnTo>
                    <a:pt x="1247" y="3346"/>
                  </a:lnTo>
                  <a:lnTo>
                    <a:pt x="1222" y="3175"/>
                  </a:lnTo>
                  <a:lnTo>
                    <a:pt x="1198" y="3029"/>
                  </a:lnTo>
                  <a:lnTo>
                    <a:pt x="1149" y="2882"/>
                  </a:lnTo>
                  <a:lnTo>
                    <a:pt x="1100" y="2760"/>
                  </a:lnTo>
                  <a:lnTo>
                    <a:pt x="978" y="2564"/>
                  </a:lnTo>
                  <a:lnTo>
                    <a:pt x="831" y="2394"/>
                  </a:lnTo>
                  <a:lnTo>
                    <a:pt x="734" y="2271"/>
                  </a:lnTo>
                  <a:lnTo>
                    <a:pt x="636" y="2149"/>
                  </a:lnTo>
                  <a:lnTo>
                    <a:pt x="587" y="2003"/>
                  </a:lnTo>
                  <a:lnTo>
                    <a:pt x="563" y="1832"/>
                  </a:lnTo>
                  <a:lnTo>
                    <a:pt x="587" y="1636"/>
                  </a:lnTo>
                  <a:lnTo>
                    <a:pt x="636" y="1490"/>
                  </a:lnTo>
                  <a:lnTo>
                    <a:pt x="734" y="1368"/>
                  </a:lnTo>
                  <a:lnTo>
                    <a:pt x="831" y="1246"/>
                  </a:lnTo>
                  <a:lnTo>
                    <a:pt x="978" y="1075"/>
                  </a:lnTo>
                  <a:lnTo>
                    <a:pt x="1100" y="879"/>
                  </a:lnTo>
                  <a:lnTo>
                    <a:pt x="1149" y="757"/>
                  </a:lnTo>
                  <a:lnTo>
                    <a:pt x="1198" y="611"/>
                  </a:lnTo>
                  <a:lnTo>
                    <a:pt x="1222" y="464"/>
                  </a:lnTo>
                  <a:lnTo>
                    <a:pt x="1247" y="293"/>
                  </a:lnTo>
                  <a:lnTo>
                    <a:pt x="1222" y="171"/>
                  </a:lnTo>
                  <a:lnTo>
                    <a:pt x="1149" y="98"/>
                  </a:lnTo>
                  <a:lnTo>
                    <a:pt x="1076" y="24"/>
                  </a:lnTo>
                  <a:lnTo>
                    <a:pt x="953"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31"/>
            <p:cNvSpPr/>
            <p:nvPr/>
          </p:nvSpPr>
          <p:spPr>
            <a:xfrm>
              <a:off x="3516900" y="5012225"/>
              <a:ext cx="31175" cy="129450"/>
            </a:xfrm>
            <a:custGeom>
              <a:rect b="b" l="l" r="r" t="t"/>
              <a:pathLst>
                <a:path extrusionOk="0" h="5178" w="1247">
                  <a:moveTo>
                    <a:pt x="953" y="0"/>
                  </a:moveTo>
                  <a:lnTo>
                    <a:pt x="855" y="24"/>
                  </a:lnTo>
                  <a:lnTo>
                    <a:pt x="758" y="98"/>
                  </a:lnTo>
                  <a:lnTo>
                    <a:pt x="709" y="171"/>
                  </a:lnTo>
                  <a:lnTo>
                    <a:pt x="684" y="293"/>
                  </a:lnTo>
                  <a:lnTo>
                    <a:pt x="660" y="464"/>
                  </a:lnTo>
                  <a:lnTo>
                    <a:pt x="611" y="611"/>
                  </a:lnTo>
                  <a:lnTo>
                    <a:pt x="513" y="733"/>
                  </a:lnTo>
                  <a:lnTo>
                    <a:pt x="416" y="879"/>
                  </a:lnTo>
                  <a:lnTo>
                    <a:pt x="269" y="1026"/>
                  </a:lnTo>
                  <a:lnTo>
                    <a:pt x="147" y="1246"/>
                  </a:lnTo>
                  <a:lnTo>
                    <a:pt x="98" y="1368"/>
                  </a:lnTo>
                  <a:lnTo>
                    <a:pt x="49" y="1490"/>
                  </a:lnTo>
                  <a:lnTo>
                    <a:pt x="25" y="1636"/>
                  </a:lnTo>
                  <a:lnTo>
                    <a:pt x="0" y="1832"/>
                  </a:lnTo>
                  <a:lnTo>
                    <a:pt x="25" y="2003"/>
                  </a:lnTo>
                  <a:lnTo>
                    <a:pt x="49" y="2149"/>
                  </a:lnTo>
                  <a:lnTo>
                    <a:pt x="98" y="2271"/>
                  </a:lnTo>
                  <a:lnTo>
                    <a:pt x="147" y="2394"/>
                  </a:lnTo>
                  <a:lnTo>
                    <a:pt x="269" y="2613"/>
                  </a:lnTo>
                  <a:lnTo>
                    <a:pt x="416" y="2784"/>
                  </a:lnTo>
                  <a:lnTo>
                    <a:pt x="513" y="2906"/>
                  </a:lnTo>
                  <a:lnTo>
                    <a:pt x="611" y="3029"/>
                  </a:lnTo>
                  <a:lnTo>
                    <a:pt x="660" y="3175"/>
                  </a:lnTo>
                  <a:lnTo>
                    <a:pt x="684" y="3346"/>
                  </a:lnTo>
                  <a:lnTo>
                    <a:pt x="660" y="3541"/>
                  </a:lnTo>
                  <a:lnTo>
                    <a:pt x="611" y="3688"/>
                  </a:lnTo>
                  <a:lnTo>
                    <a:pt x="513" y="3810"/>
                  </a:lnTo>
                  <a:lnTo>
                    <a:pt x="416" y="3932"/>
                  </a:lnTo>
                  <a:lnTo>
                    <a:pt x="269" y="4103"/>
                  </a:lnTo>
                  <a:lnTo>
                    <a:pt x="147" y="4299"/>
                  </a:lnTo>
                  <a:lnTo>
                    <a:pt x="98" y="4421"/>
                  </a:lnTo>
                  <a:lnTo>
                    <a:pt x="49" y="4567"/>
                  </a:lnTo>
                  <a:lnTo>
                    <a:pt x="25" y="4714"/>
                  </a:lnTo>
                  <a:lnTo>
                    <a:pt x="0" y="4885"/>
                  </a:lnTo>
                  <a:lnTo>
                    <a:pt x="25" y="5007"/>
                  </a:lnTo>
                  <a:lnTo>
                    <a:pt x="98" y="5080"/>
                  </a:lnTo>
                  <a:lnTo>
                    <a:pt x="171" y="5153"/>
                  </a:lnTo>
                  <a:lnTo>
                    <a:pt x="294" y="5178"/>
                  </a:lnTo>
                  <a:lnTo>
                    <a:pt x="391" y="5153"/>
                  </a:lnTo>
                  <a:lnTo>
                    <a:pt x="489" y="5080"/>
                  </a:lnTo>
                  <a:lnTo>
                    <a:pt x="538" y="5007"/>
                  </a:lnTo>
                  <a:lnTo>
                    <a:pt x="562" y="4885"/>
                  </a:lnTo>
                  <a:lnTo>
                    <a:pt x="587" y="4714"/>
                  </a:lnTo>
                  <a:lnTo>
                    <a:pt x="635" y="4567"/>
                  </a:lnTo>
                  <a:lnTo>
                    <a:pt x="733" y="4445"/>
                  </a:lnTo>
                  <a:lnTo>
                    <a:pt x="831" y="4299"/>
                  </a:lnTo>
                  <a:lnTo>
                    <a:pt x="977" y="4152"/>
                  </a:lnTo>
                  <a:lnTo>
                    <a:pt x="1099" y="3932"/>
                  </a:lnTo>
                  <a:lnTo>
                    <a:pt x="1173" y="3810"/>
                  </a:lnTo>
                  <a:lnTo>
                    <a:pt x="1197" y="3688"/>
                  </a:lnTo>
                  <a:lnTo>
                    <a:pt x="1246" y="3517"/>
                  </a:lnTo>
                  <a:lnTo>
                    <a:pt x="1246" y="3346"/>
                  </a:lnTo>
                  <a:lnTo>
                    <a:pt x="1246" y="3175"/>
                  </a:lnTo>
                  <a:lnTo>
                    <a:pt x="1197" y="3029"/>
                  </a:lnTo>
                  <a:lnTo>
                    <a:pt x="1173" y="2882"/>
                  </a:lnTo>
                  <a:lnTo>
                    <a:pt x="1099" y="2760"/>
                  </a:lnTo>
                  <a:lnTo>
                    <a:pt x="977" y="2564"/>
                  </a:lnTo>
                  <a:lnTo>
                    <a:pt x="831" y="2394"/>
                  </a:lnTo>
                  <a:lnTo>
                    <a:pt x="733" y="2271"/>
                  </a:lnTo>
                  <a:lnTo>
                    <a:pt x="635" y="2149"/>
                  </a:lnTo>
                  <a:lnTo>
                    <a:pt x="587" y="2003"/>
                  </a:lnTo>
                  <a:lnTo>
                    <a:pt x="562" y="1832"/>
                  </a:lnTo>
                  <a:lnTo>
                    <a:pt x="587" y="1636"/>
                  </a:lnTo>
                  <a:lnTo>
                    <a:pt x="635" y="1490"/>
                  </a:lnTo>
                  <a:lnTo>
                    <a:pt x="733" y="1368"/>
                  </a:lnTo>
                  <a:lnTo>
                    <a:pt x="831" y="1246"/>
                  </a:lnTo>
                  <a:lnTo>
                    <a:pt x="977" y="1075"/>
                  </a:lnTo>
                  <a:lnTo>
                    <a:pt x="1099" y="879"/>
                  </a:lnTo>
                  <a:lnTo>
                    <a:pt x="1173" y="757"/>
                  </a:lnTo>
                  <a:lnTo>
                    <a:pt x="1197" y="611"/>
                  </a:lnTo>
                  <a:lnTo>
                    <a:pt x="1246" y="464"/>
                  </a:lnTo>
                  <a:lnTo>
                    <a:pt x="1246" y="293"/>
                  </a:lnTo>
                  <a:lnTo>
                    <a:pt x="1222" y="171"/>
                  </a:lnTo>
                  <a:lnTo>
                    <a:pt x="1173" y="98"/>
                  </a:lnTo>
                  <a:lnTo>
                    <a:pt x="1075" y="24"/>
                  </a:lnTo>
                  <a:lnTo>
                    <a:pt x="953"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2" name="Google Shape;852;p31"/>
          <p:cNvGrpSpPr/>
          <p:nvPr/>
        </p:nvGrpSpPr>
        <p:grpSpPr>
          <a:xfrm>
            <a:off x="3683970" y="4296722"/>
            <a:ext cx="459424" cy="417561"/>
            <a:chOff x="4562200" y="4968250"/>
            <a:chExt cx="549550" cy="499475"/>
          </a:xfrm>
        </p:grpSpPr>
        <p:sp>
          <p:nvSpPr>
            <p:cNvPr id="853" name="Google Shape;853;p31"/>
            <p:cNvSpPr/>
            <p:nvPr/>
          </p:nvSpPr>
          <p:spPr>
            <a:xfrm>
              <a:off x="4842450" y="5242400"/>
              <a:ext cx="213125" cy="225325"/>
            </a:xfrm>
            <a:custGeom>
              <a:rect b="b" l="l" r="r" t="t"/>
              <a:pathLst>
                <a:path extrusionOk="0" h="9013" w="8525">
                  <a:moveTo>
                    <a:pt x="8524" y="1"/>
                  </a:moveTo>
                  <a:lnTo>
                    <a:pt x="2272" y="3542"/>
                  </a:lnTo>
                  <a:lnTo>
                    <a:pt x="2150" y="3591"/>
                  </a:lnTo>
                  <a:lnTo>
                    <a:pt x="2028" y="3615"/>
                  </a:lnTo>
                  <a:lnTo>
                    <a:pt x="1906" y="3591"/>
                  </a:lnTo>
                  <a:lnTo>
                    <a:pt x="1808" y="3566"/>
                  </a:lnTo>
                  <a:lnTo>
                    <a:pt x="1735" y="3517"/>
                  </a:lnTo>
                  <a:lnTo>
                    <a:pt x="1662" y="3444"/>
                  </a:lnTo>
                  <a:lnTo>
                    <a:pt x="1588" y="3371"/>
                  </a:lnTo>
                  <a:lnTo>
                    <a:pt x="1" y="440"/>
                  </a:lnTo>
                  <a:lnTo>
                    <a:pt x="1" y="9013"/>
                  </a:lnTo>
                  <a:lnTo>
                    <a:pt x="8524" y="4104"/>
                  </a:lnTo>
                  <a:lnTo>
                    <a:pt x="8524"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31"/>
            <p:cNvSpPr/>
            <p:nvPr/>
          </p:nvSpPr>
          <p:spPr>
            <a:xfrm>
              <a:off x="4617775" y="5241800"/>
              <a:ext cx="212500" cy="225925"/>
            </a:xfrm>
            <a:custGeom>
              <a:rect b="b" l="l" r="r" t="t"/>
              <a:pathLst>
                <a:path extrusionOk="0" h="9037" w="8500">
                  <a:moveTo>
                    <a:pt x="0" y="0"/>
                  </a:moveTo>
                  <a:lnTo>
                    <a:pt x="0" y="4128"/>
                  </a:lnTo>
                  <a:lnTo>
                    <a:pt x="8499" y="9037"/>
                  </a:lnTo>
                  <a:lnTo>
                    <a:pt x="8499" y="586"/>
                  </a:lnTo>
                  <a:lnTo>
                    <a:pt x="6961" y="3395"/>
                  </a:lnTo>
                  <a:lnTo>
                    <a:pt x="6887" y="3468"/>
                  </a:lnTo>
                  <a:lnTo>
                    <a:pt x="6814" y="3541"/>
                  </a:lnTo>
                  <a:lnTo>
                    <a:pt x="6741" y="3590"/>
                  </a:lnTo>
                  <a:lnTo>
                    <a:pt x="6643" y="3615"/>
                  </a:lnTo>
                  <a:lnTo>
                    <a:pt x="6521" y="3639"/>
                  </a:lnTo>
                  <a:lnTo>
                    <a:pt x="6399" y="3615"/>
                  </a:lnTo>
                  <a:lnTo>
                    <a:pt x="6277" y="3566"/>
                  </a:lnTo>
                  <a:lnTo>
                    <a:pt x="0"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31"/>
            <p:cNvSpPr/>
            <p:nvPr/>
          </p:nvSpPr>
          <p:spPr>
            <a:xfrm>
              <a:off x="4631200" y="4968250"/>
              <a:ext cx="411550" cy="236325"/>
            </a:xfrm>
            <a:custGeom>
              <a:rect b="b" l="l" r="r" t="t"/>
              <a:pathLst>
                <a:path extrusionOk="0" h="9453" w="16462">
                  <a:moveTo>
                    <a:pt x="8182" y="1"/>
                  </a:moveTo>
                  <a:lnTo>
                    <a:pt x="0" y="4763"/>
                  </a:lnTo>
                  <a:lnTo>
                    <a:pt x="8231" y="9452"/>
                  </a:lnTo>
                  <a:lnTo>
                    <a:pt x="16462" y="4763"/>
                  </a:lnTo>
                  <a:lnTo>
                    <a:pt x="8182"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31"/>
            <p:cNvSpPr/>
            <p:nvPr/>
          </p:nvSpPr>
          <p:spPr>
            <a:xfrm>
              <a:off x="4562200" y="5094025"/>
              <a:ext cx="274800" cy="226550"/>
            </a:xfrm>
            <a:custGeom>
              <a:rect b="b" l="l" r="r" t="t"/>
              <a:pathLst>
                <a:path extrusionOk="0" h="9062" w="10992">
                  <a:moveTo>
                    <a:pt x="2248" y="1"/>
                  </a:moveTo>
                  <a:lnTo>
                    <a:pt x="1" y="4079"/>
                  </a:lnTo>
                  <a:lnTo>
                    <a:pt x="8744" y="9062"/>
                  </a:lnTo>
                  <a:lnTo>
                    <a:pt x="10991" y="4983"/>
                  </a:lnTo>
                  <a:lnTo>
                    <a:pt x="2248"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31"/>
            <p:cNvSpPr/>
            <p:nvPr/>
          </p:nvSpPr>
          <p:spPr>
            <a:xfrm>
              <a:off x="4836975" y="5094025"/>
              <a:ext cx="274775" cy="226550"/>
            </a:xfrm>
            <a:custGeom>
              <a:rect b="b" l="l" r="r" t="t"/>
              <a:pathLst>
                <a:path extrusionOk="0" h="9062" w="10991">
                  <a:moveTo>
                    <a:pt x="8743" y="1"/>
                  </a:moveTo>
                  <a:lnTo>
                    <a:pt x="0" y="4983"/>
                  </a:lnTo>
                  <a:lnTo>
                    <a:pt x="2247" y="9062"/>
                  </a:lnTo>
                  <a:lnTo>
                    <a:pt x="10990" y="4079"/>
                  </a:lnTo>
                  <a:lnTo>
                    <a:pt x="8743"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8" name="Google Shape;858;p31"/>
          <p:cNvGrpSpPr/>
          <p:nvPr/>
        </p:nvGrpSpPr>
        <p:grpSpPr>
          <a:xfrm>
            <a:off x="3190898" y="4320214"/>
            <a:ext cx="318516" cy="370076"/>
            <a:chOff x="3972400" y="4996350"/>
            <a:chExt cx="381000" cy="442675"/>
          </a:xfrm>
        </p:grpSpPr>
        <p:sp>
          <p:nvSpPr>
            <p:cNvPr id="859" name="Google Shape;859;p31"/>
            <p:cNvSpPr/>
            <p:nvPr/>
          </p:nvSpPr>
          <p:spPr>
            <a:xfrm>
              <a:off x="4157400" y="4996350"/>
              <a:ext cx="86725" cy="103200"/>
            </a:xfrm>
            <a:custGeom>
              <a:rect b="b" l="l" r="r" t="t"/>
              <a:pathLst>
                <a:path extrusionOk="0" h="4128" w="3469">
                  <a:moveTo>
                    <a:pt x="3395" y="0"/>
                  </a:moveTo>
                  <a:lnTo>
                    <a:pt x="3029" y="98"/>
                  </a:lnTo>
                  <a:lnTo>
                    <a:pt x="2638" y="195"/>
                  </a:lnTo>
                  <a:lnTo>
                    <a:pt x="2149" y="342"/>
                  </a:lnTo>
                  <a:lnTo>
                    <a:pt x="1661" y="537"/>
                  </a:lnTo>
                  <a:lnTo>
                    <a:pt x="1392" y="659"/>
                  </a:lnTo>
                  <a:lnTo>
                    <a:pt x="1148" y="806"/>
                  </a:lnTo>
                  <a:lnTo>
                    <a:pt x="904" y="953"/>
                  </a:lnTo>
                  <a:lnTo>
                    <a:pt x="684" y="1124"/>
                  </a:lnTo>
                  <a:lnTo>
                    <a:pt x="489" y="1319"/>
                  </a:lnTo>
                  <a:lnTo>
                    <a:pt x="318" y="1514"/>
                  </a:lnTo>
                  <a:lnTo>
                    <a:pt x="196" y="1710"/>
                  </a:lnTo>
                  <a:lnTo>
                    <a:pt x="98" y="1929"/>
                  </a:lnTo>
                  <a:lnTo>
                    <a:pt x="49" y="2149"/>
                  </a:lnTo>
                  <a:lnTo>
                    <a:pt x="0" y="2369"/>
                  </a:lnTo>
                  <a:lnTo>
                    <a:pt x="0" y="2589"/>
                  </a:lnTo>
                  <a:lnTo>
                    <a:pt x="25" y="2784"/>
                  </a:lnTo>
                  <a:lnTo>
                    <a:pt x="49" y="2980"/>
                  </a:lnTo>
                  <a:lnTo>
                    <a:pt x="98" y="3175"/>
                  </a:lnTo>
                  <a:lnTo>
                    <a:pt x="220" y="3517"/>
                  </a:lnTo>
                  <a:lnTo>
                    <a:pt x="342" y="3786"/>
                  </a:lnTo>
                  <a:lnTo>
                    <a:pt x="489" y="4030"/>
                  </a:lnTo>
                  <a:lnTo>
                    <a:pt x="757" y="4079"/>
                  </a:lnTo>
                  <a:lnTo>
                    <a:pt x="1050" y="4103"/>
                  </a:lnTo>
                  <a:lnTo>
                    <a:pt x="1392" y="4128"/>
                  </a:lnTo>
                  <a:lnTo>
                    <a:pt x="1588" y="4103"/>
                  </a:lnTo>
                  <a:lnTo>
                    <a:pt x="1808" y="4079"/>
                  </a:lnTo>
                  <a:lnTo>
                    <a:pt x="2003" y="4030"/>
                  </a:lnTo>
                  <a:lnTo>
                    <a:pt x="2198" y="3957"/>
                  </a:lnTo>
                  <a:lnTo>
                    <a:pt x="2394" y="3859"/>
                  </a:lnTo>
                  <a:lnTo>
                    <a:pt x="2589" y="3737"/>
                  </a:lnTo>
                  <a:lnTo>
                    <a:pt x="2760" y="3590"/>
                  </a:lnTo>
                  <a:lnTo>
                    <a:pt x="2931" y="3395"/>
                  </a:lnTo>
                  <a:lnTo>
                    <a:pt x="3053" y="3175"/>
                  </a:lnTo>
                  <a:lnTo>
                    <a:pt x="3175" y="2931"/>
                  </a:lnTo>
                  <a:lnTo>
                    <a:pt x="3273" y="2662"/>
                  </a:lnTo>
                  <a:lnTo>
                    <a:pt x="3346" y="2394"/>
                  </a:lnTo>
                  <a:lnTo>
                    <a:pt x="3395" y="2125"/>
                  </a:lnTo>
                  <a:lnTo>
                    <a:pt x="3419" y="1832"/>
                  </a:lnTo>
                  <a:lnTo>
                    <a:pt x="3468" y="1294"/>
                  </a:lnTo>
                  <a:lnTo>
                    <a:pt x="3468" y="782"/>
                  </a:lnTo>
                  <a:lnTo>
                    <a:pt x="3444" y="391"/>
                  </a:lnTo>
                  <a:lnTo>
                    <a:pt x="3395"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31"/>
            <p:cNvSpPr/>
            <p:nvPr/>
          </p:nvSpPr>
          <p:spPr>
            <a:xfrm>
              <a:off x="3972400" y="5048250"/>
              <a:ext cx="381000" cy="390775"/>
            </a:xfrm>
            <a:custGeom>
              <a:rect b="b" l="l" r="r" t="t"/>
              <a:pathLst>
                <a:path extrusionOk="0" h="15631" w="15240">
                  <a:moveTo>
                    <a:pt x="4689" y="3810"/>
                  </a:moveTo>
                  <a:lnTo>
                    <a:pt x="4787" y="3834"/>
                  </a:lnTo>
                  <a:lnTo>
                    <a:pt x="4860" y="3908"/>
                  </a:lnTo>
                  <a:lnTo>
                    <a:pt x="4885" y="4005"/>
                  </a:lnTo>
                  <a:lnTo>
                    <a:pt x="4885" y="4103"/>
                  </a:lnTo>
                  <a:lnTo>
                    <a:pt x="4836" y="4176"/>
                  </a:lnTo>
                  <a:lnTo>
                    <a:pt x="4787" y="4250"/>
                  </a:lnTo>
                  <a:lnTo>
                    <a:pt x="4689" y="4298"/>
                  </a:lnTo>
                  <a:lnTo>
                    <a:pt x="4421" y="4347"/>
                  </a:lnTo>
                  <a:lnTo>
                    <a:pt x="4176" y="4421"/>
                  </a:lnTo>
                  <a:lnTo>
                    <a:pt x="3957" y="4518"/>
                  </a:lnTo>
                  <a:lnTo>
                    <a:pt x="3737" y="4640"/>
                  </a:lnTo>
                  <a:lnTo>
                    <a:pt x="3566" y="4787"/>
                  </a:lnTo>
                  <a:lnTo>
                    <a:pt x="3395" y="4933"/>
                  </a:lnTo>
                  <a:lnTo>
                    <a:pt x="3248" y="5080"/>
                  </a:lnTo>
                  <a:lnTo>
                    <a:pt x="3102" y="5251"/>
                  </a:lnTo>
                  <a:lnTo>
                    <a:pt x="3004" y="5422"/>
                  </a:lnTo>
                  <a:lnTo>
                    <a:pt x="2882" y="5617"/>
                  </a:lnTo>
                  <a:lnTo>
                    <a:pt x="2735" y="5984"/>
                  </a:lnTo>
                  <a:lnTo>
                    <a:pt x="2613" y="6374"/>
                  </a:lnTo>
                  <a:lnTo>
                    <a:pt x="2516" y="6765"/>
                  </a:lnTo>
                  <a:lnTo>
                    <a:pt x="2491" y="6838"/>
                  </a:lnTo>
                  <a:lnTo>
                    <a:pt x="2442" y="6912"/>
                  </a:lnTo>
                  <a:lnTo>
                    <a:pt x="2369" y="6936"/>
                  </a:lnTo>
                  <a:lnTo>
                    <a:pt x="2296" y="6961"/>
                  </a:lnTo>
                  <a:lnTo>
                    <a:pt x="2247" y="6961"/>
                  </a:lnTo>
                  <a:lnTo>
                    <a:pt x="2149" y="6912"/>
                  </a:lnTo>
                  <a:lnTo>
                    <a:pt x="2076" y="6863"/>
                  </a:lnTo>
                  <a:lnTo>
                    <a:pt x="2052" y="6765"/>
                  </a:lnTo>
                  <a:lnTo>
                    <a:pt x="2052" y="6668"/>
                  </a:lnTo>
                  <a:lnTo>
                    <a:pt x="2100" y="6374"/>
                  </a:lnTo>
                  <a:lnTo>
                    <a:pt x="2174" y="6106"/>
                  </a:lnTo>
                  <a:lnTo>
                    <a:pt x="2271" y="5837"/>
                  </a:lnTo>
                  <a:lnTo>
                    <a:pt x="2369" y="5593"/>
                  </a:lnTo>
                  <a:lnTo>
                    <a:pt x="2491" y="5349"/>
                  </a:lnTo>
                  <a:lnTo>
                    <a:pt x="2613" y="5129"/>
                  </a:lnTo>
                  <a:lnTo>
                    <a:pt x="2760" y="4933"/>
                  </a:lnTo>
                  <a:lnTo>
                    <a:pt x="2906" y="4738"/>
                  </a:lnTo>
                  <a:lnTo>
                    <a:pt x="3077" y="4567"/>
                  </a:lnTo>
                  <a:lnTo>
                    <a:pt x="3248" y="4396"/>
                  </a:lnTo>
                  <a:lnTo>
                    <a:pt x="3444" y="4250"/>
                  </a:lnTo>
                  <a:lnTo>
                    <a:pt x="3663" y="4128"/>
                  </a:lnTo>
                  <a:lnTo>
                    <a:pt x="3883" y="4030"/>
                  </a:lnTo>
                  <a:lnTo>
                    <a:pt x="4103" y="3932"/>
                  </a:lnTo>
                  <a:lnTo>
                    <a:pt x="4347" y="3859"/>
                  </a:lnTo>
                  <a:lnTo>
                    <a:pt x="4616" y="3810"/>
                  </a:lnTo>
                  <a:close/>
                  <a:moveTo>
                    <a:pt x="6374" y="0"/>
                  </a:moveTo>
                  <a:lnTo>
                    <a:pt x="6008" y="293"/>
                  </a:lnTo>
                  <a:lnTo>
                    <a:pt x="6301" y="953"/>
                  </a:lnTo>
                  <a:lnTo>
                    <a:pt x="7083" y="2687"/>
                  </a:lnTo>
                  <a:lnTo>
                    <a:pt x="6619" y="2662"/>
                  </a:lnTo>
                  <a:lnTo>
                    <a:pt x="6179" y="2638"/>
                  </a:lnTo>
                  <a:lnTo>
                    <a:pt x="5373" y="2516"/>
                  </a:lnTo>
                  <a:lnTo>
                    <a:pt x="4592" y="2516"/>
                  </a:lnTo>
                  <a:lnTo>
                    <a:pt x="4421" y="2540"/>
                  </a:lnTo>
                  <a:lnTo>
                    <a:pt x="4225" y="2589"/>
                  </a:lnTo>
                  <a:lnTo>
                    <a:pt x="4030" y="2662"/>
                  </a:lnTo>
                  <a:lnTo>
                    <a:pt x="3834" y="2735"/>
                  </a:lnTo>
                  <a:lnTo>
                    <a:pt x="3419" y="2955"/>
                  </a:lnTo>
                  <a:lnTo>
                    <a:pt x="3004" y="3175"/>
                  </a:lnTo>
                  <a:lnTo>
                    <a:pt x="2638" y="3444"/>
                  </a:lnTo>
                  <a:lnTo>
                    <a:pt x="2271" y="3712"/>
                  </a:lnTo>
                  <a:lnTo>
                    <a:pt x="1929" y="4030"/>
                  </a:lnTo>
                  <a:lnTo>
                    <a:pt x="1612" y="4347"/>
                  </a:lnTo>
                  <a:lnTo>
                    <a:pt x="1319" y="4689"/>
                  </a:lnTo>
                  <a:lnTo>
                    <a:pt x="1075" y="5056"/>
                  </a:lnTo>
                  <a:lnTo>
                    <a:pt x="830" y="5446"/>
                  </a:lnTo>
                  <a:lnTo>
                    <a:pt x="611" y="5862"/>
                  </a:lnTo>
                  <a:lnTo>
                    <a:pt x="440" y="6301"/>
                  </a:lnTo>
                  <a:lnTo>
                    <a:pt x="293" y="6741"/>
                  </a:lnTo>
                  <a:lnTo>
                    <a:pt x="171" y="7205"/>
                  </a:lnTo>
                  <a:lnTo>
                    <a:pt x="73" y="7693"/>
                  </a:lnTo>
                  <a:lnTo>
                    <a:pt x="24" y="8206"/>
                  </a:lnTo>
                  <a:lnTo>
                    <a:pt x="0" y="8719"/>
                  </a:lnTo>
                  <a:lnTo>
                    <a:pt x="24" y="9256"/>
                  </a:lnTo>
                  <a:lnTo>
                    <a:pt x="73" y="9794"/>
                  </a:lnTo>
                  <a:lnTo>
                    <a:pt x="171" y="10307"/>
                  </a:lnTo>
                  <a:lnTo>
                    <a:pt x="293" y="10795"/>
                  </a:lnTo>
                  <a:lnTo>
                    <a:pt x="464" y="11308"/>
                  </a:lnTo>
                  <a:lnTo>
                    <a:pt x="659" y="11772"/>
                  </a:lnTo>
                  <a:lnTo>
                    <a:pt x="879" y="12236"/>
                  </a:lnTo>
                  <a:lnTo>
                    <a:pt x="1123" y="12676"/>
                  </a:lnTo>
                  <a:lnTo>
                    <a:pt x="1392" y="13091"/>
                  </a:lnTo>
                  <a:lnTo>
                    <a:pt x="1710" y="13506"/>
                  </a:lnTo>
                  <a:lnTo>
                    <a:pt x="2027" y="13872"/>
                  </a:lnTo>
                  <a:lnTo>
                    <a:pt x="2393" y="14239"/>
                  </a:lnTo>
                  <a:lnTo>
                    <a:pt x="2760" y="14581"/>
                  </a:lnTo>
                  <a:lnTo>
                    <a:pt x="3151" y="14874"/>
                  </a:lnTo>
                  <a:lnTo>
                    <a:pt x="3590" y="15167"/>
                  </a:lnTo>
                  <a:lnTo>
                    <a:pt x="4030" y="15411"/>
                  </a:lnTo>
                  <a:lnTo>
                    <a:pt x="4225" y="15509"/>
                  </a:lnTo>
                  <a:lnTo>
                    <a:pt x="4421" y="15582"/>
                  </a:lnTo>
                  <a:lnTo>
                    <a:pt x="4640" y="15631"/>
                  </a:lnTo>
                  <a:lnTo>
                    <a:pt x="5275" y="15631"/>
                  </a:lnTo>
                  <a:lnTo>
                    <a:pt x="5739" y="15558"/>
                  </a:lnTo>
                  <a:lnTo>
                    <a:pt x="6668" y="15362"/>
                  </a:lnTo>
                  <a:lnTo>
                    <a:pt x="7132" y="15289"/>
                  </a:lnTo>
                  <a:lnTo>
                    <a:pt x="7376" y="15264"/>
                  </a:lnTo>
                  <a:lnTo>
                    <a:pt x="7864" y="15264"/>
                  </a:lnTo>
                  <a:lnTo>
                    <a:pt x="8108" y="15289"/>
                  </a:lnTo>
                  <a:lnTo>
                    <a:pt x="8597" y="15362"/>
                  </a:lnTo>
                  <a:lnTo>
                    <a:pt x="9549" y="15558"/>
                  </a:lnTo>
                  <a:lnTo>
                    <a:pt x="9989" y="15606"/>
                  </a:lnTo>
                  <a:lnTo>
                    <a:pt x="10209" y="15631"/>
                  </a:lnTo>
                  <a:lnTo>
                    <a:pt x="10429" y="15631"/>
                  </a:lnTo>
                  <a:lnTo>
                    <a:pt x="10648" y="15606"/>
                  </a:lnTo>
                  <a:lnTo>
                    <a:pt x="10868" y="15558"/>
                  </a:lnTo>
                  <a:lnTo>
                    <a:pt x="11064" y="15484"/>
                  </a:lnTo>
                  <a:lnTo>
                    <a:pt x="11283" y="15387"/>
                  </a:lnTo>
                  <a:lnTo>
                    <a:pt x="11723" y="15142"/>
                  </a:lnTo>
                  <a:lnTo>
                    <a:pt x="12114" y="14849"/>
                  </a:lnTo>
                  <a:lnTo>
                    <a:pt x="12529" y="14532"/>
                  </a:lnTo>
                  <a:lnTo>
                    <a:pt x="12895" y="14214"/>
                  </a:lnTo>
                  <a:lnTo>
                    <a:pt x="13237" y="13848"/>
                  </a:lnTo>
                  <a:lnTo>
                    <a:pt x="13555" y="13457"/>
                  </a:lnTo>
                  <a:lnTo>
                    <a:pt x="13872" y="13066"/>
                  </a:lnTo>
                  <a:lnTo>
                    <a:pt x="14141" y="12651"/>
                  </a:lnTo>
                  <a:lnTo>
                    <a:pt x="14385" y="12212"/>
                  </a:lnTo>
                  <a:lnTo>
                    <a:pt x="14605" y="11748"/>
                  </a:lnTo>
                  <a:lnTo>
                    <a:pt x="14800" y="11283"/>
                  </a:lnTo>
                  <a:lnTo>
                    <a:pt x="14947" y="10795"/>
                  </a:lnTo>
                  <a:lnTo>
                    <a:pt x="15069" y="10282"/>
                  </a:lnTo>
                  <a:lnTo>
                    <a:pt x="15167" y="9769"/>
                  </a:lnTo>
                  <a:lnTo>
                    <a:pt x="15216" y="9256"/>
                  </a:lnTo>
                  <a:lnTo>
                    <a:pt x="15240" y="8719"/>
                  </a:lnTo>
                  <a:lnTo>
                    <a:pt x="15216" y="8182"/>
                  </a:lnTo>
                  <a:lnTo>
                    <a:pt x="15167" y="7669"/>
                  </a:lnTo>
                  <a:lnTo>
                    <a:pt x="15069" y="7180"/>
                  </a:lnTo>
                  <a:lnTo>
                    <a:pt x="14947" y="6692"/>
                  </a:lnTo>
                  <a:lnTo>
                    <a:pt x="14776" y="6252"/>
                  </a:lnTo>
                  <a:lnTo>
                    <a:pt x="14605" y="5813"/>
                  </a:lnTo>
                  <a:lnTo>
                    <a:pt x="14385" y="5398"/>
                  </a:lnTo>
                  <a:lnTo>
                    <a:pt x="14141" y="5007"/>
                  </a:lnTo>
                  <a:lnTo>
                    <a:pt x="13848" y="4616"/>
                  </a:lnTo>
                  <a:lnTo>
                    <a:pt x="13555" y="4274"/>
                  </a:lnTo>
                  <a:lnTo>
                    <a:pt x="13213" y="3957"/>
                  </a:lnTo>
                  <a:lnTo>
                    <a:pt x="12871" y="3639"/>
                  </a:lnTo>
                  <a:lnTo>
                    <a:pt x="12505" y="3370"/>
                  </a:lnTo>
                  <a:lnTo>
                    <a:pt x="12089" y="3102"/>
                  </a:lnTo>
                  <a:lnTo>
                    <a:pt x="11674" y="2858"/>
                  </a:lnTo>
                  <a:lnTo>
                    <a:pt x="11259" y="2662"/>
                  </a:lnTo>
                  <a:lnTo>
                    <a:pt x="11064" y="2589"/>
                  </a:lnTo>
                  <a:lnTo>
                    <a:pt x="10893" y="2540"/>
                  </a:lnTo>
                  <a:lnTo>
                    <a:pt x="10697" y="2516"/>
                  </a:lnTo>
                  <a:lnTo>
                    <a:pt x="10526" y="2491"/>
                  </a:lnTo>
                  <a:lnTo>
                    <a:pt x="10111" y="2491"/>
                  </a:lnTo>
                  <a:lnTo>
                    <a:pt x="9696" y="2516"/>
                  </a:lnTo>
                  <a:lnTo>
                    <a:pt x="8841" y="2613"/>
                  </a:lnTo>
                  <a:lnTo>
                    <a:pt x="8426" y="2662"/>
                  </a:lnTo>
                  <a:lnTo>
                    <a:pt x="7986" y="2687"/>
                  </a:lnTo>
                  <a:lnTo>
                    <a:pt x="6374"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1" name="Google Shape;861;p31"/>
          <p:cNvGrpSpPr/>
          <p:nvPr/>
        </p:nvGrpSpPr>
        <p:grpSpPr>
          <a:xfrm>
            <a:off x="4251593" y="4289073"/>
            <a:ext cx="451252" cy="432860"/>
            <a:chOff x="5241175" y="4959100"/>
            <a:chExt cx="539775" cy="517775"/>
          </a:xfrm>
        </p:grpSpPr>
        <p:sp>
          <p:nvSpPr>
            <p:cNvPr id="862" name="Google Shape;862;p31"/>
            <p:cNvSpPr/>
            <p:nvPr/>
          </p:nvSpPr>
          <p:spPr>
            <a:xfrm>
              <a:off x="5575150" y="4959100"/>
              <a:ext cx="161225" cy="178300"/>
            </a:xfrm>
            <a:custGeom>
              <a:rect b="b" l="l" r="r" t="t"/>
              <a:pathLst>
                <a:path extrusionOk="0" h="7132" w="6449">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31"/>
            <p:cNvSpPr/>
            <p:nvPr/>
          </p:nvSpPr>
          <p:spPr>
            <a:xfrm>
              <a:off x="5330925" y="4985350"/>
              <a:ext cx="128250" cy="148400"/>
            </a:xfrm>
            <a:custGeom>
              <a:rect b="b" l="l" r="r" t="t"/>
              <a:pathLst>
                <a:path extrusionOk="0" h="5936" w="513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31"/>
            <p:cNvSpPr/>
            <p:nvPr/>
          </p:nvSpPr>
          <p:spPr>
            <a:xfrm>
              <a:off x="5241175" y="5241175"/>
              <a:ext cx="180125" cy="109325"/>
            </a:xfrm>
            <a:custGeom>
              <a:rect b="b" l="l" r="r" t="t"/>
              <a:pathLst>
                <a:path extrusionOk="0" h="4373" w="7205">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31"/>
            <p:cNvSpPr/>
            <p:nvPr/>
          </p:nvSpPr>
          <p:spPr>
            <a:xfrm>
              <a:off x="5461575" y="5316900"/>
              <a:ext cx="89175" cy="159975"/>
            </a:xfrm>
            <a:custGeom>
              <a:rect b="b" l="l" r="r" t="t"/>
              <a:pathLst>
                <a:path extrusionOk="0" h="6399" w="3567">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31"/>
            <p:cNvSpPr/>
            <p:nvPr/>
          </p:nvSpPr>
          <p:spPr>
            <a:xfrm>
              <a:off x="5619100" y="5194175"/>
              <a:ext cx="161850" cy="89775"/>
            </a:xfrm>
            <a:custGeom>
              <a:rect b="b" l="l" r="r" t="t"/>
              <a:pathLst>
                <a:path extrusionOk="0" h="3591" w="6474">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31"/>
            <p:cNvSpPr/>
            <p:nvPr/>
          </p:nvSpPr>
          <p:spPr>
            <a:xfrm>
              <a:off x="5420075" y="5116000"/>
              <a:ext cx="189300" cy="189925"/>
            </a:xfrm>
            <a:custGeom>
              <a:rect b="b" l="l" r="r" t="t"/>
              <a:pathLst>
                <a:path extrusionOk="0" h="7597" w="7572">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8" name="Google Shape;868;p31"/>
          <p:cNvSpPr/>
          <p:nvPr/>
        </p:nvSpPr>
        <p:spPr>
          <a:xfrm>
            <a:off x="4842355" y="4395912"/>
            <a:ext cx="397142" cy="219513"/>
          </a:xfrm>
          <a:custGeom>
            <a:rect b="b" l="l" r="r" t="t"/>
            <a:pathLst>
              <a:path extrusionOk="0" h="10503" w="19002">
                <a:moveTo>
                  <a:pt x="17072" y="1100"/>
                </a:moveTo>
                <a:lnTo>
                  <a:pt x="17145" y="1124"/>
                </a:lnTo>
                <a:lnTo>
                  <a:pt x="17268" y="1197"/>
                </a:lnTo>
                <a:lnTo>
                  <a:pt x="17365" y="1320"/>
                </a:lnTo>
                <a:lnTo>
                  <a:pt x="17390" y="1393"/>
                </a:lnTo>
                <a:lnTo>
                  <a:pt x="17390" y="1490"/>
                </a:lnTo>
                <a:lnTo>
                  <a:pt x="17390" y="1564"/>
                </a:lnTo>
                <a:lnTo>
                  <a:pt x="17365" y="1637"/>
                </a:lnTo>
                <a:lnTo>
                  <a:pt x="17268" y="1759"/>
                </a:lnTo>
                <a:lnTo>
                  <a:pt x="17145" y="1832"/>
                </a:lnTo>
                <a:lnTo>
                  <a:pt x="17072" y="1857"/>
                </a:lnTo>
                <a:lnTo>
                  <a:pt x="16926" y="1857"/>
                </a:lnTo>
                <a:lnTo>
                  <a:pt x="16852" y="1832"/>
                </a:lnTo>
                <a:lnTo>
                  <a:pt x="16730" y="1759"/>
                </a:lnTo>
                <a:lnTo>
                  <a:pt x="16657" y="1637"/>
                </a:lnTo>
                <a:lnTo>
                  <a:pt x="16633" y="1564"/>
                </a:lnTo>
                <a:lnTo>
                  <a:pt x="16608" y="1490"/>
                </a:lnTo>
                <a:lnTo>
                  <a:pt x="16633" y="1393"/>
                </a:lnTo>
                <a:lnTo>
                  <a:pt x="16657" y="1320"/>
                </a:lnTo>
                <a:lnTo>
                  <a:pt x="16730" y="1197"/>
                </a:lnTo>
                <a:lnTo>
                  <a:pt x="16852" y="1124"/>
                </a:lnTo>
                <a:lnTo>
                  <a:pt x="16926" y="1100"/>
                </a:lnTo>
                <a:close/>
                <a:moveTo>
                  <a:pt x="15924" y="1"/>
                </a:moveTo>
                <a:lnTo>
                  <a:pt x="15656" y="25"/>
                </a:lnTo>
                <a:lnTo>
                  <a:pt x="15387" y="74"/>
                </a:lnTo>
                <a:lnTo>
                  <a:pt x="15192" y="123"/>
                </a:lnTo>
                <a:lnTo>
                  <a:pt x="14996" y="172"/>
                </a:lnTo>
                <a:lnTo>
                  <a:pt x="14801" y="269"/>
                </a:lnTo>
                <a:lnTo>
                  <a:pt x="14605" y="367"/>
                </a:lnTo>
                <a:lnTo>
                  <a:pt x="14435" y="489"/>
                </a:lnTo>
                <a:lnTo>
                  <a:pt x="14264" y="611"/>
                </a:lnTo>
                <a:lnTo>
                  <a:pt x="14093" y="758"/>
                </a:lnTo>
                <a:lnTo>
                  <a:pt x="13970" y="929"/>
                </a:lnTo>
                <a:lnTo>
                  <a:pt x="13824" y="1100"/>
                </a:lnTo>
                <a:lnTo>
                  <a:pt x="13726" y="1271"/>
                </a:lnTo>
                <a:lnTo>
                  <a:pt x="13629" y="1466"/>
                </a:lnTo>
                <a:lnTo>
                  <a:pt x="13531" y="1661"/>
                </a:lnTo>
                <a:lnTo>
                  <a:pt x="13482" y="1881"/>
                </a:lnTo>
                <a:lnTo>
                  <a:pt x="13433" y="2101"/>
                </a:lnTo>
                <a:lnTo>
                  <a:pt x="13409" y="2345"/>
                </a:lnTo>
                <a:lnTo>
                  <a:pt x="13409" y="2565"/>
                </a:lnTo>
                <a:lnTo>
                  <a:pt x="6668" y="4372"/>
                </a:lnTo>
                <a:lnTo>
                  <a:pt x="6986" y="4592"/>
                </a:lnTo>
                <a:lnTo>
                  <a:pt x="7303" y="4812"/>
                </a:lnTo>
                <a:lnTo>
                  <a:pt x="7621" y="5032"/>
                </a:lnTo>
                <a:lnTo>
                  <a:pt x="7938" y="5203"/>
                </a:lnTo>
                <a:lnTo>
                  <a:pt x="8280" y="5374"/>
                </a:lnTo>
                <a:lnTo>
                  <a:pt x="8597" y="5496"/>
                </a:lnTo>
                <a:lnTo>
                  <a:pt x="8939" y="5618"/>
                </a:lnTo>
                <a:lnTo>
                  <a:pt x="9257" y="5740"/>
                </a:lnTo>
                <a:lnTo>
                  <a:pt x="9599" y="5813"/>
                </a:lnTo>
                <a:lnTo>
                  <a:pt x="9941" y="5862"/>
                </a:lnTo>
                <a:lnTo>
                  <a:pt x="10258" y="5911"/>
                </a:lnTo>
                <a:lnTo>
                  <a:pt x="10600" y="5935"/>
                </a:lnTo>
                <a:lnTo>
                  <a:pt x="10942" y="5935"/>
                </a:lnTo>
                <a:lnTo>
                  <a:pt x="11284" y="5911"/>
                </a:lnTo>
                <a:lnTo>
                  <a:pt x="11626" y="5862"/>
                </a:lnTo>
                <a:lnTo>
                  <a:pt x="11968" y="5813"/>
                </a:lnTo>
                <a:lnTo>
                  <a:pt x="12285" y="5716"/>
                </a:lnTo>
                <a:lnTo>
                  <a:pt x="12603" y="5642"/>
                </a:lnTo>
                <a:lnTo>
                  <a:pt x="13140" y="5423"/>
                </a:lnTo>
                <a:lnTo>
                  <a:pt x="13629" y="5203"/>
                </a:lnTo>
                <a:lnTo>
                  <a:pt x="14044" y="4983"/>
                </a:lnTo>
                <a:lnTo>
                  <a:pt x="14386" y="4763"/>
                </a:lnTo>
                <a:lnTo>
                  <a:pt x="14630" y="4592"/>
                </a:lnTo>
                <a:lnTo>
                  <a:pt x="14850" y="4421"/>
                </a:lnTo>
                <a:lnTo>
                  <a:pt x="14923" y="4372"/>
                </a:lnTo>
                <a:lnTo>
                  <a:pt x="15021" y="4348"/>
                </a:lnTo>
                <a:lnTo>
                  <a:pt x="15118" y="4372"/>
                </a:lnTo>
                <a:lnTo>
                  <a:pt x="15192" y="4421"/>
                </a:lnTo>
                <a:lnTo>
                  <a:pt x="15240" y="4519"/>
                </a:lnTo>
                <a:lnTo>
                  <a:pt x="15240" y="4592"/>
                </a:lnTo>
                <a:lnTo>
                  <a:pt x="15240" y="4690"/>
                </a:lnTo>
                <a:lnTo>
                  <a:pt x="15167" y="4763"/>
                </a:lnTo>
                <a:lnTo>
                  <a:pt x="15045" y="4861"/>
                </a:lnTo>
                <a:lnTo>
                  <a:pt x="14752" y="5105"/>
                </a:lnTo>
                <a:lnTo>
                  <a:pt x="14312" y="5398"/>
                </a:lnTo>
                <a:lnTo>
                  <a:pt x="14019" y="5569"/>
                </a:lnTo>
                <a:lnTo>
                  <a:pt x="13702" y="5716"/>
                </a:lnTo>
                <a:lnTo>
                  <a:pt x="13213" y="5935"/>
                </a:lnTo>
                <a:lnTo>
                  <a:pt x="12969" y="6033"/>
                </a:lnTo>
                <a:lnTo>
                  <a:pt x="12676" y="6131"/>
                </a:lnTo>
                <a:lnTo>
                  <a:pt x="12090" y="6277"/>
                </a:lnTo>
                <a:lnTo>
                  <a:pt x="11797" y="6326"/>
                </a:lnTo>
                <a:lnTo>
                  <a:pt x="11479" y="6375"/>
                </a:lnTo>
                <a:lnTo>
                  <a:pt x="11137" y="6400"/>
                </a:lnTo>
                <a:lnTo>
                  <a:pt x="10796" y="6424"/>
                </a:lnTo>
                <a:lnTo>
                  <a:pt x="10429" y="6400"/>
                </a:lnTo>
                <a:lnTo>
                  <a:pt x="10063" y="6375"/>
                </a:lnTo>
                <a:lnTo>
                  <a:pt x="9696" y="6326"/>
                </a:lnTo>
                <a:lnTo>
                  <a:pt x="9306" y="6229"/>
                </a:lnTo>
                <a:lnTo>
                  <a:pt x="8915" y="6131"/>
                </a:lnTo>
                <a:lnTo>
                  <a:pt x="8500" y="5984"/>
                </a:lnTo>
                <a:lnTo>
                  <a:pt x="8085" y="5813"/>
                </a:lnTo>
                <a:lnTo>
                  <a:pt x="7669" y="5594"/>
                </a:lnTo>
                <a:lnTo>
                  <a:pt x="7572" y="5569"/>
                </a:lnTo>
                <a:lnTo>
                  <a:pt x="7376" y="5471"/>
                </a:lnTo>
                <a:lnTo>
                  <a:pt x="7254" y="5471"/>
                </a:lnTo>
                <a:lnTo>
                  <a:pt x="7132" y="5496"/>
                </a:lnTo>
                <a:lnTo>
                  <a:pt x="318" y="7694"/>
                </a:lnTo>
                <a:lnTo>
                  <a:pt x="245" y="7743"/>
                </a:lnTo>
                <a:lnTo>
                  <a:pt x="147" y="7792"/>
                </a:lnTo>
                <a:lnTo>
                  <a:pt x="98" y="7865"/>
                </a:lnTo>
                <a:lnTo>
                  <a:pt x="49" y="7938"/>
                </a:lnTo>
                <a:lnTo>
                  <a:pt x="1" y="8036"/>
                </a:lnTo>
                <a:lnTo>
                  <a:pt x="1" y="8134"/>
                </a:lnTo>
                <a:lnTo>
                  <a:pt x="1" y="8207"/>
                </a:lnTo>
                <a:lnTo>
                  <a:pt x="25" y="8305"/>
                </a:lnTo>
                <a:lnTo>
                  <a:pt x="98" y="8451"/>
                </a:lnTo>
                <a:lnTo>
                  <a:pt x="196" y="8549"/>
                </a:lnTo>
                <a:lnTo>
                  <a:pt x="318" y="8622"/>
                </a:lnTo>
                <a:lnTo>
                  <a:pt x="489" y="8646"/>
                </a:lnTo>
                <a:lnTo>
                  <a:pt x="611" y="8622"/>
                </a:lnTo>
                <a:lnTo>
                  <a:pt x="269" y="8793"/>
                </a:lnTo>
                <a:lnTo>
                  <a:pt x="171" y="8842"/>
                </a:lnTo>
                <a:lnTo>
                  <a:pt x="123" y="8915"/>
                </a:lnTo>
                <a:lnTo>
                  <a:pt x="49" y="8988"/>
                </a:lnTo>
                <a:lnTo>
                  <a:pt x="25" y="9086"/>
                </a:lnTo>
                <a:lnTo>
                  <a:pt x="1" y="9159"/>
                </a:lnTo>
                <a:lnTo>
                  <a:pt x="1" y="9257"/>
                </a:lnTo>
                <a:lnTo>
                  <a:pt x="1" y="9355"/>
                </a:lnTo>
                <a:lnTo>
                  <a:pt x="49" y="9452"/>
                </a:lnTo>
                <a:lnTo>
                  <a:pt x="123" y="9575"/>
                </a:lnTo>
                <a:lnTo>
                  <a:pt x="220" y="9648"/>
                </a:lnTo>
                <a:lnTo>
                  <a:pt x="342" y="9697"/>
                </a:lnTo>
                <a:lnTo>
                  <a:pt x="489" y="9721"/>
                </a:lnTo>
                <a:lnTo>
                  <a:pt x="587" y="9721"/>
                </a:lnTo>
                <a:lnTo>
                  <a:pt x="684" y="9672"/>
                </a:lnTo>
                <a:lnTo>
                  <a:pt x="855" y="9599"/>
                </a:lnTo>
                <a:lnTo>
                  <a:pt x="782" y="9721"/>
                </a:lnTo>
                <a:lnTo>
                  <a:pt x="758" y="9868"/>
                </a:lnTo>
                <a:lnTo>
                  <a:pt x="782" y="10014"/>
                </a:lnTo>
                <a:lnTo>
                  <a:pt x="831" y="10161"/>
                </a:lnTo>
                <a:lnTo>
                  <a:pt x="929" y="10258"/>
                </a:lnTo>
                <a:lnTo>
                  <a:pt x="1026" y="10307"/>
                </a:lnTo>
                <a:lnTo>
                  <a:pt x="1124" y="10356"/>
                </a:lnTo>
                <a:lnTo>
                  <a:pt x="1246" y="10380"/>
                </a:lnTo>
                <a:lnTo>
                  <a:pt x="1393" y="10356"/>
                </a:lnTo>
                <a:lnTo>
                  <a:pt x="1515" y="10283"/>
                </a:lnTo>
                <a:lnTo>
                  <a:pt x="6082" y="7303"/>
                </a:lnTo>
                <a:lnTo>
                  <a:pt x="6546" y="7523"/>
                </a:lnTo>
                <a:lnTo>
                  <a:pt x="7108" y="7743"/>
                </a:lnTo>
                <a:lnTo>
                  <a:pt x="7791" y="7987"/>
                </a:lnTo>
                <a:lnTo>
                  <a:pt x="8524" y="8207"/>
                </a:lnTo>
                <a:lnTo>
                  <a:pt x="9306" y="8402"/>
                </a:lnTo>
                <a:lnTo>
                  <a:pt x="10087" y="8549"/>
                </a:lnTo>
                <a:lnTo>
                  <a:pt x="10454" y="8598"/>
                </a:lnTo>
                <a:lnTo>
                  <a:pt x="10820" y="8646"/>
                </a:lnTo>
                <a:lnTo>
                  <a:pt x="11528" y="8646"/>
                </a:lnTo>
                <a:lnTo>
                  <a:pt x="12212" y="10356"/>
                </a:lnTo>
                <a:lnTo>
                  <a:pt x="12261" y="10405"/>
                </a:lnTo>
                <a:lnTo>
                  <a:pt x="12310" y="10454"/>
                </a:lnTo>
                <a:lnTo>
                  <a:pt x="12383" y="10478"/>
                </a:lnTo>
                <a:lnTo>
                  <a:pt x="12456" y="10503"/>
                </a:lnTo>
                <a:lnTo>
                  <a:pt x="13384" y="10503"/>
                </a:lnTo>
                <a:lnTo>
                  <a:pt x="13482" y="10478"/>
                </a:lnTo>
                <a:lnTo>
                  <a:pt x="13555" y="10454"/>
                </a:lnTo>
                <a:lnTo>
                  <a:pt x="13604" y="10405"/>
                </a:lnTo>
                <a:lnTo>
                  <a:pt x="13629" y="10332"/>
                </a:lnTo>
                <a:lnTo>
                  <a:pt x="13629" y="10234"/>
                </a:lnTo>
                <a:lnTo>
                  <a:pt x="13580" y="10161"/>
                </a:lnTo>
                <a:lnTo>
                  <a:pt x="13506" y="10087"/>
                </a:lnTo>
                <a:lnTo>
                  <a:pt x="13409" y="10087"/>
                </a:lnTo>
                <a:lnTo>
                  <a:pt x="12603" y="10014"/>
                </a:lnTo>
                <a:lnTo>
                  <a:pt x="12163" y="8646"/>
                </a:lnTo>
                <a:lnTo>
                  <a:pt x="12700" y="8598"/>
                </a:lnTo>
                <a:lnTo>
                  <a:pt x="13067" y="8549"/>
                </a:lnTo>
                <a:lnTo>
                  <a:pt x="13482" y="8475"/>
                </a:lnTo>
                <a:lnTo>
                  <a:pt x="13922" y="8378"/>
                </a:lnTo>
                <a:lnTo>
                  <a:pt x="14386" y="8280"/>
                </a:lnTo>
                <a:lnTo>
                  <a:pt x="14874" y="8109"/>
                </a:lnTo>
                <a:lnTo>
                  <a:pt x="15363" y="7914"/>
                </a:lnTo>
                <a:lnTo>
                  <a:pt x="15827" y="7670"/>
                </a:lnTo>
                <a:lnTo>
                  <a:pt x="16046" y="7547"/>
                </a:lnTo>
                <a:lnTo>
                  <a:pt x="16291" y="7376"/>
                </a:lnTo>
                <a:lnTo>
                  <a:pt x="16486" y="7205"/>
                </a:lnTo>
                <a:lnTo>
                  <a:pt x="16681" y="7035"/>
                </a:lnTo>
                <a:lnTo>
                  <a:pt x="16877" y="6839"/>
                </a:lnTo>
                <a:lnTo>
                  <a:pt x="17072" y="6619"/>
                </a:lnTo>
                <a:lnTo>
                  <a:pt x="17219" y="6375"/>
                </a:lnTo>
                <a:lnTo>
                  <a:pt x="17365" y="6131"/>
                </a:lnTo>
                <a:lnTo>
                  <a:pt x="17512" y="5862"/>
                </a:lnTo>
                <a:lnTo>
                  <a:pt x="17610" y="5569"/>
                </a:lnTo>
                <a:lnTo>
                  <a:pt x="17707" y="5276"/>
                </a:lnTo>
                <a:lnTo>
                  <a:pt x="17780" y="4959"/>
                </a:lnTo>
                <a:lnTo>
                  <a:pt x="17829" y="4592"/>
                </a:lnTo>
                <a:lnTo>
                  <a:pt x="17854" y="4226"/>
                </a:lnTo>
                <a:lnTo>
                  <a:pt x="17854" y="3884"/>
                </a:lnTo>
                <a:lnTo>
                  <a:pt x="17829" y="3444"/>
                </a:lnTo>
                <a:lnTo>
                  <a:pt x="17829" y="2980"/>
                </a:lnTo>
                <a:lnTo>
                  <a:pt x="17829" y="2760"/>
                </a:lnTo>
                <a:lnTo>
                  <a:pt x="17878" y="2590"/>
                </a:lnTo>
                <a:lnTo>
                  <a:pt x="18440" y="2370"/>
                </a:lnTo>
                <a:lnTo>
                  <a:pt x="18733" y="2272"/>
                </a:lnTo>
                <a:lnTo>
                  <a:pt x="18293" y="2125"/>
                </a:lnTo>
                <a:lnTo>
                  <a:pt x="18586" y="1979"/>
                </a:lnTo>
                <a:lnTo>
                  <a:pt x="18855" y="1857"/>
                </a:lnTo>
                <a:lnTo>
                  <a:pt x="18953" y="1808"/>
                </a:lnTo>
                <a:lnTo>
                  <a:pt x="19002" y="1759"/>
                </a:lnTo>
                <a:lnTo>
                  <a:pt x="19002" y="1710"/>
                </a:lnTo>
                <a:lnTo>
                  <a:pt x="18953" y="1686"/>
                </a:lnTo>
                <a:lnTo>
                  <a:pt x="18000" y="1271"/>
                </a:lnTo>
                <a:lnTo>
                  <a:pt x="17780" y="1026"/>
                </a:lnTo>
                <a:lnTo>
                  <a:pt x="17561" y="782"/>
                </a:lnTo>
                <a:lnTo>
                  <a:pt x="17243" y="514"/>
                </a:lnTo>
                <a:lnTo>
                  <a:pt x="17048" y="391"/>
                </a:lnTo>
                <a:lnTo>
                  <a:pt x="16852" y="269"/>
                </a:lnTo>
                <a:lnTo>
                  <a:pt x="16633" y="172"/>
                </a:lnTo>
                <a:lnTo>
                  <a:pt x="16413" y="98"/>
                </a:lnTo>
                <a:lnTo>
                  <a:pt x="16169" y="25"/>
                </a:lnTo>
                <a:lnTo>
                  <a:pt x="15924"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9" name="Google Shape;869;p31"/>
          <p:cNvGrpSpPr/>
          <p:nvPr/>
        </p:nvGrpSpPr>
        <p:grpSpPr>
          <a:xfrm>
            <a:off x="5458777" y="4353382"/>
            <a:ext cx="289444" cy="332832"/>
            <a:chOff x="6685175" y="5036025"/>
            <a:chExt cx="346225" cy="398125"/>
          </a:xfrm>
        </p:grpSpPr>
        <p:sp>
          <p:nvSpPr>
            <p:cNvPr id="870" name="Google Shape;870;p31"/>
            <p:cNvSpPr/>
            <p:nvPr/>
          </p:nvSpPr>
          <p:spPr>
            <a:xfrm>
              <a:off x="6743800" y="5036025"/>
              <a:ext cx="105650" cy="147775"/>
            </a:xfrm>
            <a:custGeom>
              <a:rect b="b" l="l" r="r" t="t"/>
              <a:pathLst>
                <a:path extrusionOk="0" h="5911" w="4226">
                  <a:moveTo>
                    <a:pt x="2931" y="1"/>
                  </a:moveTo>
                  <a:lnTo>
                    <a:pt x="2736" y="25"/>
                  </a:lnTo>
                  <a:lnTo>
                    <a:pt x="2516" y="74"/>
                  </a:lnTo>
                  <a:lnTo>
                    <a:pt x="2272" y="147"/>
                  </a:lnTo>
                  <a:lnTo>
                    <a:pt x="2027" y="269"/>
                  </a:lnTo>
                  <a:lnTo>
                    <a:pt x="1783" y="416"/>
                  </a:lnTo>
                  <a:lnTo>
                    <a:pt x="1539" y="611"/>
                  </a:lnTo>
                  <a:lnTo>
                    <a:pt x="1319" y="807"/>
                  </a:lnTo>
                  <a:lnTo>
                    <a:pt x="1075" y="1026"/>
                  </a:lnTo>
                  <a:lnTo>
                    <a:pt x="855" y="1271"/>
                  </a:lnTo>
                  <a:lnTo>
                    <a:pt x="660" y="1539"/>
                  </a:lnTo>
                  <a:lnTo>
                    <a:pt x="489" y="1808"/>
                  </a:lnTo>
                  <a:lnTo>
                    <a:pt x="318" y="2101"/>
                  </a:lnTo>
                  <a:lnTo>
                    <a:pt x="196" y="2370"/>
                  </a:lnTo>
                  <a:lnTo>
                    <a:pt x="98" y="2663"/>
                  </a:lnTo>
                  <a:lnTo>
                    <a:pt x="25" y="2956"/>
                  </a:lnTo>
                  <a:lnTo>
                    <a:pt x="0" y="3249"/>
                  </a:lnTo>
                  <a:lnTo>
                    <a:pt x="0" y="3517"/>
                  </a:lnTo>
                  <a:lnTo>
                    <a:pt x="49" y="3786"/>
                  </a:lnTo>
                  <a:lnTo>
                    <a:pt x="122" y="4055"/>
                  </a:lnTo>
                  <a:lnTo>
                    <a:pt x="196" y="4299"/>
                  </a:lnTo>
                  <a:lnTo>
                    <a:pt x="293" y="4543"/>
                  </a:lnTo>
                  <a:lnTo>
                    <a:pt x="415" y="4763"/>
                  </a:lnTo>
                  <a:lnTo>
                    <a:pt x="562" y="4958"/>
                  </a:lnTo>
                  <a:lnTo>
                    <a:pt x="708" y="5154"/>
                  </a:lnTo>
                  <a:lnTo>
                    <a:pt x="855" y="5325"/>
                  </a:lnTo>
                  <a:lnTo>
                    <a:pt x="1026" y="5471"/>
                  </a:lnTo>
                  <a:lnTo>
                    <a:pt x="1221" y="5618"/>
                  </a:lnTo>
                  <a:lnTo>
                    <a:pt x="1392" y="5716"/>
                  </a:lnTo>
                  <a:lnTo>
                    <a:pt x="1588" y="5813"/>
                  </a:lnTo>
                  <a:lnTo>
                    <a:pt x="1807" y="5862"/>
                  </a:lnTo>
                  <a:lnTo>
                    <a:pt x="2003" y="5911"/>
                  </a:lnTo>
                  <a:lnTo>
                    <a:pt x="2442" y="5911"/>
                  </a:lnTo>
                  <a:lnTo>
                    <a:pt x="2662" y="5862"/>
                  </a:lnTo>
                  <a:lnTo>
                    <a:pt x="2858" y="5789"/>
                  </a:lnTo>
                  <a:lnTo>
                    <a:pt x="3053" y="5716"/>
                  </a:lnTo>
                  <a:lnTo>
                    <a:pt x="3224" y="5593"/>
                  </a:lnTo>
                  <a:lnTo>
                    <a:pt x="3395" y="5471"/>
                  </a:lnTo>
                  <a:lnTo>
                    <a:pt x="3541" y="5300"/>
                  </a:lnTo>
                  <a:lnTo>
                    <a:pt x="3688" y="5129"/>
                  </a:lnTo>
                  <a:lnTo>
                    <a:pt x="3810" y="4934"/>
                  </a:lnTo>
                  <a:lnTo>
                    <a:pt x="3932" y="4739"/>
                  </a:lnTo>
                  <a:lnTo>
                    <a:pt x="4030" y="4519"/>
                  </a:lnTo>
                  <a:lnTo>
                    <a:pt x="4103" y="4275"/>
                  </a:lnTo>
                  <a:lnTo>
                    <a:pt x="4152" y="4030"/>
                  </a:lnTo>
                  <a:lnTo>
                    <a:pt x="4201" y="3786"/>
                  </a:lnTo>
                  <a:lnTo>
                    <a:pt x="4225" y="3517"/>
                  </a:lnTo>
                  <a:lnTo>
                    <a:pt x="4201" y="3249"/>
                  </a:lnTo>
                  <a:lnTo>
                    <a:pt x="4176" y="2980"/>
                  </a:lnTo>
                  <a:lnTo>
                    <a:pt x="4054" y="1881"/>
                  </a:lnTo>
                  <a:lnTo>
                    <a:pt x="3957" y="1368"/>
                  </a:lnTo>
                  <a:lnTo>
                    <a:pt x="3835" y="904"/>
                  </a:lnTo>
                  <a:lnTo>
                    <a:pt x="3737" y="684"/>
                  </a:lnTo>
                  <a:lnTo>
                    <a:pt x="3664" y="513"/>
                  </a:lnTo>
                  <a:lnTo>
                    <a:pt x="3541" y="342"/>
                  </a:lnTo>
                  <a:lnTo>
                    <a:pt x="3419" y="220"/>
                  </a:lnTo>
                  <a:lnTo>
                    <a:pt x="3273" y="123"/>
                  </a:lnTo>
                  <a:lnTo>
                    <a:pt x="3126" y="49"/>
                  </a:lnTo>
                  <a:lnTo>
                    <a:pt x="2931"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31"/>
            <p:cNvSpPr/>
            <p:nvPr/>
          </p:nvSpPr>
          <p:spPr>
            <a:xfrm>
              <a:off x="6685175" y="5152025"/>
              <a:ext cx="84275" cy="117275"/>
            </a:xfrm>
            <a:custGeom>
              <a:rect b="b" l="l" r="r" t="t"/>
              <a:pathLst>
                <a:path extrusionOk="0" h="4691" w="3371">
                  <a:moveTo>
                    <a:pt x="1368" y="1"/>
                  </a:moveTo>
                  <a:lnTo>
                    <a:pt x="1197" y="25"/>
                  </a:lnTo>
                  <a:lnTo>
                    <a:pt x="1026" y="99"/>
                  </a:lnTo>
                  <a:lnTo>
                    <a:pt x="855" y="172"/>
                  </a:lnTo>
                  <a:lnTo>
                    <a:pt x="709" y="270"/>
                  </a:lnTo>
                  <a:lnTo>
                    <a:pt x="562" y="392"/>
                  </a:lnTo>
                  <a:lnTo>
                    <a:pt x="440" y="538"/>
                  </a:lnTo>
                  <a:lnTo>
                    <a:pt x="318" y="685"/>
                  </a:lnTo>
                  <a:lnTo>
                    <a:pt x="220" y="856"/>
                  </a:lnTo>
                  <a:lnTo>
                    <a:pt x="147" y="1051"/>
                  </a:lnTo>
                  <a:lnTo>
                    <a:pt x="74" y="1247"/>
                  </a:lnTo>
                  <a:lnTo>
                    <a:pt x="49" y="1442"/>
                  </a:lnTo>
                  <a:lnTo>
                    <a:pt x="1" y="1662"/>
                  </a:lnTo>
                  <a:lnTo>
                    <a:pt x="1" y="1882"/>
                  </a:lnTo>
                  <a:lnTo>
                    <a:pt x="1" y="2101"/>
                  </a:lnTo>
                  <a:lnTo>
                    <a:pt x="25" y="2346"/>
                  </a:lnTo>
                  <a:lnTo>
                    <a:pt x="74" y="2565"/>
                  </a:lnTo>
                  <a:lnTo>
                    <a:pt x="147" y="2810"/>
                  </a:lnTo>
                  <a:lnTo>
                    <a:pt x="220" y="3054"/>
                  </a:lnTo>
                  <a:lnTo>
                    <a:pt x="342" y="3274"/>
                  </a:lnTo>
                  <a:lnTo>
                    <a:pt x="440" y="3493"/>
                  </a:lnTo>
                  <a:lnTo>
                    <a:pt x="587" y="3689"/>
                  </a:lnTo>
                  <a:lnTo>
                    <a:pt x="733" y="3860"/>
                  </a:lnTo>
                  <a:lnTo>
                    <a:pt x="880" y="4031"/>
                  </a:lnTo>
                  <a:lnTo>
                    <a:pt x="1051" y="4177"/>
                  </a:lnTo>
                  <a:lnTo>
                    <a:pt x="1222" y="4324"/>
                  </a:lnTo>
                  <a:lnTo>
                    <a:pt x="1393" y="4422"/>
                  </a:lnTo>
                  <a:lnTo>
                    <a:pt x="1564" y="4519"/>
                  </a:lnTo>
                  <a:lnTo>
                    <a:pt x="1759" y="4592"/>
                  </a:lnTo>
                  <a:lnTo>
                    <a:pt x="1954" y="4641"/>
                  </a:lnTo>
                  <a:lnTo>
                    <a:pt x="2125" y="4690"/>
                  </a:lnTo>
                  <a:lnTo>
                    <a:pt x="2516" y="4690"/>
                  </a:lnTo>
                  <a:lnTo>
                    <a:pt x="2687" y="4641"/>
                  </a:lnTo>
                  <a:lnTo>
                    <a:pt x="2882" y="4592"/>
                  </a:lnTo>
                  <a:lnTo>
                    <a:pt x="3029" y="4495"/>
                  </a:lnTo>
                  <a:lnTo>
                    <a:pt x="3151" y="4397"/>
                  </a:lnTo>
                  <a:lnTo>
                    <a:pt x="3249" y="4299"/>
                  </a:lnTo>
                  <a:lnTo>
                    <a:pt x="3322" y="4153"/>
                  </a:lnTo>
                  <a:lnTo>
                    <a:pt x="3371" y="4006"/>
                  </a:lnTo>
                  <a:lnTo>
                    <a:pt x="3371" y="3860"/>
                  </a:lnTo>
                  <a:lnTo>
                    <a:pt x="3371" y="3689"/>
                  </a:lnTo>
                  <a:lnTo>
                    <a:pt x="3347" y="3518"/>
                  </a:lnTo>
                  <a:lnTo>
                    <a:pt x="3249" y="3127"/>
                  </a:lnTo>
                  <a:lnTo>
                    <a:pt x="3078" y="2712"/>
                  </a:lnTo>
                  <a:lnTo>
                    <a:pt x="2712" y="1808"/>
                  </a:lnTo>
                  <a:lnTo>
                    <a:pt x="2370" y="953"/>
                  </a:lnTo>
                  <a:lnTo>
                    <a:pt x="2199" y="612"/>
                  </a:lnTo>
                  <a:lnTo>
                    <a:pt x="2028" y="343"/>
                  </a:lnTo>
                  <a:lnTo>
                    <a:pt x="1954" y="221"/>
                  </a:lnTo>
                  <a:lnTo>
                    <a:pt x="1857" y="123"/>
                  </a:lnTo>
                  <a:lnTo>
                    <a:pt x="1735" y="74"/>
                  </a:lnTo>
                  <a:lnTo>
                    <a:pt x="1637" y="25"/>
                  </a:lnTo>
                  <a:lnTo>
                    <a:pt x="1490" y="1"/>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31"/>
            <p:cNvSpPr/>
            <p:nvPr/>
          </p:nvSpPr>
          <p:spPr>
            <a:xfrm>
              <a:off x="6871400" y="5038475"/>
              <a:ext cx="105650" cy="145325"/>
            </a:xfrm>
            <a:custGeom>
              <a:rect b="b" l="l" r="r" t="t"/>
              <a:pathLst>
                <a:path extrusionOk="0" h="5813" w="4226">
                  <a:moveTo>
                    <a:pt x="1295" y="0"/>
                  </a:moveTo>
                  <a:lnTo>
                    <a:pt x="1100" y="49"/>
                  </a:lnTo>
                  <a:lnTo>
                    <a:pt x="953" y="98"/>
                  </a:lnTo>
                  <a:lnTo>
                    <a:pt x="807" y="196"/>
                  </a:lnTo>
                  <a:lnTo>
                    <a:pt x="684" y="318"/>
                  </a:lnTo>
                  <a:lnTo>
                    <a:pt x="587" y="464"/>
                  </a:lnTo>
                  <a:lnTo>
                    <a:pt x="489" y="660"/>
                  </a:lnTo>
                  <a:lnTo>
                    <a:pt x="391" y="855"/>
                  </a:lnTo>
                  <a:lnTo>
                    <a:pt x="269" y="1295"/>
                  </a:lnTo>
                  <a:lnTo>
                    <a:pt x="172" y="1808"/>
                  </a:lnTo>
                  <a:lnTo>
                    <a:pt x="49" y="2882"/>
                  </a:lnTo>
                  <a:lnTo>
                    <a:pt x="1" y="3151"/>
                  </a:lnTo>
                  <a:lnTo>
                    <a:pt x="1" y="3419"/>
                  </a:lnTo>
                  <a:lnTo>
                    <a:pt x="25" y="3688"/>
                  </a:lnTo>
                  <a:lnTo>
                    <a:pt x="74" y="3932"/>
                  </a:lnTo>
                  <a:lnTo>
                    <a:pt x="123" y="4177"/>
                  </a:lnTo>
                  <a:lnTo>
                    <a:pt x="196" y="4421"/>
                  </a:lnTo>
                  <a:lnTo>
                    <a:pt x="294" y="4641"/>
                  </a:lnTo>
                  <a:lnTo>
                    <a:pt x="416" y="4836"/>
                  </a:lnTo>
                  <a:lnTo>
                    <a:pt x="538" y="5031"/>
                  </a:lnTo>
                  <a:lnTo>
                    <a:pt x="684" y="5202"/>
                  </a:lnTo>
                  <a:lnTo>
                    <a:pt x="831" y="5373"/>
                  </a:lnTo>
                  <a:lnTo>
                    <a:pt x="1002" y="5495"/>
                  </a:lnTo>
                  <a:lnTo>
                    <a:pt x="1173" y="5618"/>
                  </a:lnTo>
                  <a:lnTo>
                    <a:pt x="1368" y="5691"/>
                  </a:lnTo>
                  <a:lnTo>
                    <a:pt x="1588" y="5764"/>
                  </a:lnTo>
                  <a:lnTo>
                    <a:pt x="1783" y="5813"/>
                  </a:lnTo>
                  <a:lnTo>
                    <a:pt x="2223" y="5813"/>
                  </a:lnTo>
                  <a:lnTo>
                    <a:pt x="2418" y="5764"/>
                  </a:lnTo>
                  <a:lnTo>
                    <a:pt x="2638" y="5715"/>
                  </a:lnTo>
                  <a:lnTo>
                    <a:pt x="2834" y="5618"/>
                  </a:lnTo>
                  <a:lnTo>
                    <a:pt x="3005" y="5520"/>
                  </a:lnTo>
                  <a:lnTo>
                    <a:pt x="3200" y="5373"/>
                  </a:lnTo>
                  <a:lnTo>
                    <a:pt x="3371" y="5227"/>
                  </a:lnTo>
                  <a:lnTo>
                    <a:pt x="3517" y="5056"/>
                  </a:lnTo>
                  <a:lnTo>
                    <a:pt x="3664" y="4860"/>
                  </a:lnTo>
                  <a:lnTo>
                    <a:pt x="3811" y="4665"/>
                  </a:lnTo>
                  <a:lnTo>
                    <a:pt x="3933" y="4445"/>
                  </a:lnTo>
                  <a:lnTo>
                    <a:pt x="4030" y="4201"/>
                  </a:lnTo>
                  <a:lnTo>
                    <a:pt x="4104" y="3957"/>
                  </a:lnTo>
                  <a:lnTo>
                    <a:pt x="4177" y="3688"/>
                  </a:lnTo>
                  <a:lnTo>
                    <a:pt x="4226" y="3419"/>
                  </a:lnTo>
                  <a:lnTo>
                    <a:pt x="4226" y="3151"/>
                  </a:lnTo>
                  <a:lnTo>
                    <a:pt x="4201" y="2858"/>
                  </a:lnTo>
                  <a:lnTo>
                    <a:pt x="4128" y="2589"/>
                  </a:lnTo>
                  <a:lnTo>
                    <a:pt x="4030" y="2296"/>
                  </a:lnTo>
                  <a:lnTo>
                    <a:pt x="3908" y="2027"/>
                  </a:lnTo>
                  <a:lnTo>
                    <a:pt x="3737" y="1734"/>
                  </a:lnTo>
                  <a:lnTo>
                    <a:pt x="3566" y="1490"/>
                  </a:lnTo>
                  <a:lnTo>
                    <a:pt x="3371" y="1221"/>
                  </a:lnTo>
                  <a:lnTo>
                    <a:pt x="3151" y="1002"/>
                  </a:lnTo>
                  <a:lnTo>
                    <a:pt x="2907" y="782"/>
                  </a:lnTo>
                  <a:lnTo>
                    <a:pt x="2687" y="586"/>
                  </a:lnTo>
                  <a:lnTo>
                    <a:pt x="2443" y="415"/>
                  </a:lnTo>
                  <a:lnTo>
                    <a:pt x="2199" y="269"/>
                  </a:lnTo>
                  <a:lnTo>
                    <a:pt x="1954" y="147"/>
                  </a:lnTo>
                  <a:lnTo>
                    <a:pt x="1710" y="74"/>
                  </a:lnTo>
                  <a:lnTo>
                    <a:pt x="1490" y="25"/>
                  </a:lnTo>
                  <a:lnTo>
                    <a:pt x="1295"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31"/>
            <p:cNvSpPr/>
            <p:nvPr/>
          </p:nvSpPr>
          <p:spPr>
            <a:xfrm>
              <a:off x="6944050" y="5155700"/>
              <a:ext cx="87350" cy="116025"/>
            </a:xfrm>
            <a:custGeom>
              <a:rect b="b" l="l" r="r" t="t"/>
              <a:pathLst>
                <a:path extrusionOk="0" h="4641" w="3494">
                  <a:moveTo>
                    <a:pt x="1979" y="0"/>
                  </a:moveTo>
                  <a:lnTo>
                    <a:pt x="1857" y="49"/>
                  </a:lnTo>
                  <a:lnTo>
                    <a:pt x="1735" y="98"/>
                  </a:lnTo>
                  <a:lnTo>
                    <a:pt x="1637" y="196"/>
                  </a:lnTo>
                  <a:lnTo>
                    <a:pt x="1540" y="294"/>
                  </a:lnTo>
                  <a:lnTo>
                    <a:pt x="1369" y="562"/>
                  </a:lnTo>
                  <a:lnTo>
                    <a:pt x="1173" y="904"/>
                  </a:lnTo>
                  <a:lnTo>
                    <a:pt x="782" y="1735"/>
                  </a:lnTo>
                  <a:lnTo>
                    <a:pt x="367" y="2614"/>
                  </a:lnTo>
                  <a:lnTo>
                    <a:pt x="196" y="3005"/>
                  </a:lnTo>
                  <a:lnTo>
                    <a:pt x="74" y="3395"/>
                  </a:lnTo>
                  <a:lnTo>
                    <a:pt x="25" y="3566"/>
                  </a:lnTo>
                  <a:lnTo>
                    <a:pt x="1" y="3737"/>
                  </a:lnTo>
                  <a:lnTo>
                    <a:pt x="25" y="3908"/>
                  </a:lnTo>
                  <a:lnTo>
                    <a:pt x="50" y="4055"/>
                  </a:lnTo>
                  <a:lnTo>
                    <a:pt x="99" y="4177"/>
                  </a:lnTo>
                  <a:lnTo>
                    <a:pt x="196" y="4299"/>
                  </a:lnTo>
                  <a:lnTo>
                    <a:pt x="318" y="4397"/>
                  </a:lnTo>
                  <a:lnTo>
                    <a:pt x="465" y="4494"/>
                  </a:lnTo>
                  <a:lnTo>
                    <a:pt x="636" y="4568"/>
                  </a:lnTo>
                  <a:lnTo>
                    <a:pt x="831" y="4616"/>
                  </a:lnTo>
                  <a:lnTo>
                    <a:pt x="1027" y="4641"/>
                  </a:lnTo>
                  <a:lnTo>
                    <a:pt x="1198" y="4641"/>
                  </a:lnTo>
                  <a:lnTo>
                    <a:pt x="1393" y="4616"/>
                  </a:lnTo>
                  <a:lnTo>
                    <a:pt x="1588" y="4568"/>
                  </a:lnTo>
                  <a:lnTo>
                    <a:pt x="1784" y="4494"/>
                  </a:lnTo>
                  <a:lnTo>
                    <a:pt x="1955" y="4421"/>
                  </a:lnTo>
                  <a:lnTo>
                    <a:pt x="2150" y="4323"/>
                  </a:lnTo>
                  <a:lnTo>
                    <a:pt x="2321" y="4201"/>
                  </a:lnTo>
                  <a:lnTo>
                    <a:pt x="2492" y="4055"/>
                  </a:lnTo>
                  <a:lnTo>
                    <a:pt x="2663" y="3884"/>
                  </a:lnTo>
                  <a:lnTo>
                    <a:pt x="2810" y="3713"/>
                  </a:lnTo>
                  <a:lnTo>
                    <a:pt x="2956" y="3517"/>
                  </a:lnTo>
                  <a:lnTo>
                    <a:pt x="3078" y="3322"/>
                  </a:lnTo>
                  <a:lnTo>
                    <a:pt x="3200" y="3102"/>
                  </a:lnTo>
                  <a:lnTo>
                    <a:pt x="3298" y="2882"/>
                  </a:lnTo>
                  <a:lnTo>
                    <a:pt x="3371" y="2638"/>
                  </a:lnTo>
                  <a:lnTo>
                    <a:pt x="3420" y="2418"/>
                  </a:lnTo>
                  <a:lnTo>
                    <a:pt x="3469" y="2174"/>
                  </a:lnTo>
                  <a:lnTo>
                    <a:pt x="3493" y="1954"/>
                  </a:lnTo>
                  <a:lnTo>
                    <a:pt x="3493" y="1735"/>
                  </a:lnTo>
                  <a:lnTo>
                    <a:pt x="3469" y="1515"/>
                  </a:lnTo>
                  <a:lnTo>
                    <a:pt x="3445" y="1319"/>
                  </a:lnTo>
                  <a:lnTo>
                    <a:pt x="3396" y="1124"/>
                  </a:lnTo>
                  <a:lnTo>
                    <a:pt x="3322" y="929"/>
                  </a:lnTo>
                  <a:lnTo>
                    <a:pt x="3249" y="758"/>
                  </a:lnTo>
                  <a:lnTo>
                    <a:pt x="3127" y="587"/>
                  </a:lnTo>
                  <a:lnTo>
                    <a:pt x="3005" y="440"/>
                  </a:lnTo>
                  <a:lnTo>
                    <a:pt x="2883" y="318"/>
                  </a:lnTo>
                  <a:lnTo>
                    <a:pt x="2736" y="196"/>
                  </a:lnTo>
                  <a:lnTo>
                    <a:pt x="2565" y="98"/>
                  </a:lnTo>
                  <a:lnTo>
                    <a:pt x="2394" y="49"/>
                  </a:lnTo>
                  <a:lnTo>
                    <a:pt x="2248"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31"/>
            <p:cNvSpPr/>
            <p:nvPr/>
          </p:nvSpPr>
          <p:spPr>
            <a:xfrm>
              <a:off x="6727300" y="5185625"/>
              <a:ext cx="263800" cy="248525"/>
            </a:xfrm>
            <a:custGeom>
              <a:rect b="b" l="l" r="r" t="t"/>
              <a:pathLst>
                <a:path extrusionOk="0" h="9941" w="10552">
                  <a:moveTo>
                    <a:pt x="5252" y="0"/>
                  </a:moveTo>
                  <a:lnTo>
                    <a:pt x="4959" y="25"/>
                  </a:lnTo>
                  <a:lnTo>
                    <a:pt x="4666" y="73"/>
                  </a:lnTo>
                  <a:lnTo>
                    <a:pt x="4372" y="171"/>
                  </a:lnTo>
                  <a:lnTo>
                    <a:pt x="4104" y="293"/>
                  </a:lnTo>
                  <a:lnTo>
                    <a:pt x="3835" y="464"/>
                  </a:lnTo>
                  <a:lnTo>
                    <a:pt x="3591" y="635"/>
                  </a:lnTo>
                  <a:lnTo>
                    <a:pt x="3371" y="855"/>
                  </a:lnTo>
                  <a:lnTo>
                    <a:pt x="3176" y="1124"/>
                  </a:lnTo>
                  <a:lnTo>
                    <a:pt x="3029" y="1343"/>
                  </a:lnTo>
                  <a:lnTo>
                    <a:pt x="2907" y="1612"/>
                  </a:lnTo>
                  <a:lnTo>
                    <a:pt x="2809" y="1856"/>
                  </a:lnTo>
                  <a:lnTo>
                    <a:pt x="2736" y="2125"/>
                  </a:lnTo>
                  <a:lnTo>
                    <a:pt x="2565" y="2662"/>
                  </a:lnTo>
                  <a:lnTo>
                    <a:pt x="2492" y="2931"/>
                  </a:lnTo>
                  <a:lnTo>
                    <a:pt x="2394" y="3200"/>
                  </a:lnTo>
                  <a:lnTo>
                    <a:pt x="2248" y="3444"/>
                  </a:lnTo>
                  <a:lnTo>
                    <a:pt x="2101" y="3688"/>
                  </a:lnTo>
                  <a:lnTo>
                    <a:pt x="1906" y="3908"/>
                  </a:lnTo>
                  <a:lnTo>
                    <a:pt x="1735" y="4103"/>
                  </a:lnTo>
                  <a:lnTo>
                    <a:pt x="1320" y="4470"/>
                  </a:lnTo>
                  <a:lnTo>
                    <a:pt x="904" y="4860"/>
                  </a:lnTo>
                  <a:lnTo>
                    <a:pt x="709" y="5080"/>
                  </a:lnTo>
                  <a:lnTo>
                    <a:pt x="514" y="5324"/>
                  </a:lnTo>
                  <a:lnTo>
                    <a:pt x="367" y="5569"/>
                  </a:lnTo>
                  <a:lnTo>
                    <a:pt x="245" y="5837"/>
                  </a:lnTo>
                  <a:lnTo>
                    <a:pt x="147" y="6130"/>
                  </a:lnTo>
                  <a:lnTo>
                    <a:pt x="74" y="6423"/>
                  </a:lnTo>
                  <a:lnTo>
                    <a:pt x="25" y="6741"/>
                  </a:lnTo>
                  <a:lnTo>
                    <a:pt x="1" y="7034"/>
                  </a:lnTo>
                  <a:lnTo>
                    <a:pt x="25" y="7327"/>
                  </a:lnTo>
                  <a:lnTo>
                    <a:pt x="50" y="7620"/>
                  </a:lnTo>
                  <a:lnTo>
                    <a:pt x="123" y="7889"/>
                  </a:lnTo>
                  <a:lnTo>
                    <a:pt x="221" y="8158"/>
                  </a:lnTo>
                  <a:lnTo>
                    <a:pt x="318" y="8426"/>
                  </a:lnTo>
                  <a:lnTo>
                    <a:pt x="440" y="8646"/>
                  </a:lnTo>
                  <a:lnTo>
                    <a:pt x="611" y="8890"/>
                  </a:lnTo>
                  <a:lnTo>
                    <a:pt x="782" y="9086"/>
                  </a:lnTo>
                  <a:lnTo>
                    <a:pt x="953" y="9281"/>
                  </a:lnTo>
                  <a:lnTo>
                    <a:pt x="1149" y="9428"/>
                  </a:lnTo>
                  <a:lnTo>
                    <a:pt x="1368" y="9574"/>
                  </a:lnTo>
                  <a:lnTo>
                    <a:pt x="1613" y="9696"/>
                  </a:lnTo>
                  <a:lnTo>
                    <a:pt x="1857" y="9794"/>
                  </a:lnTo>
                  <a:lnTo>
                    <a:pt x="2101" y="9867"/>
                  </a:lnTo>
                  <a:lnTo>
                    <a:pt x="2370" y="9916"/>
                  </a:lnTo>
                  <a:lnTo>
                    <a:pt x="2614" y="9940"/>
                  </a:lnTo>
                  <a:lnTo>
                    <a:pt x="2980" y="9916"/>
                  </a:lnTo>
                  <a:lnTo>
                    <a:pt x="3347" y="9818"/>
                  </a:lnTo>
                  <a:lnTo>
                    <a:pt x="3689" y="9696"/>
                  </a:lnTo>
                  <a:lnTo>
                    <a:pt x="4006" y="9501"/>
                  </a:lnTo>
                  <a:lnTo>
                    <a:pt x="4153" y="9403"/>
                  </a:lnTo>
                  <a:lnTo>
                    <a:pt x="4299" y="9330"/>
                  </a:lnTo>
                  <a:lnTo>
                    <a:pt x="4446" y="9305"/>
                  </a:lnTo>
                  <a:lnTo>
                    <a:pt x="4592" y="9257"/>
                  </a:lnTo>
                  <a:lnTo>
                    <a:pt x="4910" y="9232"/>
                  </a:lnTo>
                  <a:lnTo>
                    <a:pt x="5642" y="9232"/>
                  </a:lnTo>
                  <a:lnTo>
                    <a:pt x="5960" y="9257"/>
                  </a:lnTo>
                  <a:lnTo>
                    <a:pt x="6106" y="9305"/>
                  </a:lnTo>
                  <a:lnTo>
                    <a:pt x="6253" y="9330"/>
                  </a:lnTo>
                  <a:lnTo>
                    <a:pt x="6400" y="9403"/>
                  </a:lnTo>
                  <a:lnTo>
                    <a:pt x="6546" y="9501"/>
                  </a:lnTo>
                  <a:lnTo>
                    <a:pt x="6864" y="9696"/>
                  </a:lnTo>
                  <a:lnTo>
                    <a:pt x="7206" y="9818"/>
                  </a:lnTo>
                  <a:lnTo>
                    <a:pt x="7572" y="9916"/>
                  </a:lnTo>
                  <a:lnTo>
                    <a:pt x="7938" y="9940"/>
                  </a:lnTo>
                  <a:lnTo>
                    <a:pt x="8207" y="9916"/>
                  </a:lnTo>
                  <a:lnTo>
                    <a:pt x="8451" y="9867"/>
                  </a:lnTo>
                  <a:lnTo>
                    <a:pt x="8695" y="9794"/>
                  </a:lnTo>
                  <a:lnTo>
                    <a:pt x="8940" y="9696"/>
                  </a:lnTo>
                  <a:lnTo>
                    <a:pt x="9184" y="9574"/>
                  </a:lnTo>
                  <a:lnTo>
                    <a:pt x="9404" y="9428"/>
                  </a:lnTo>
                  <a:lnTo>
                    <a:pt x="9599" y="9281"/>
                  </a:lnTo>
                  <a:lnTo>
                    <a:pt x="9770" y="9086"/>
                  </a:lnTo>
                  <a:lnTo>
                    <a:pt x="9941" y="8890"/>
                  </a:lnTo>
                  <a:lnTo>
                    <a:pt x="10112" y="8646"/>
                  </a:lnTo>
                  <a:lnTo>
                    <a:pt x="10234" y="8426"/>
                  </a:lnTo>
                  <a:lnTo>
                    <a:pt x="10332" y="8158"/>
                  </a:lnTo>
                  <a:lnTo>
                    <a:pt x="10429" y="7889"/>
                  </a:lnTo>
                  <a:lnTo>
                    <a:pt x="10503" y="7620"/>
                  </a:lnTo>
                  <a:lnTo>
                    <a:pt x="10527" y="7327"/>
                  </a:lnTo>
                  <a:lnTo>
                    <a:pt x="10551" y="7034"/>
                  </a:lnTo>
                  <a:lnTo>
                    <a:pt x="10527" y="6741"/>
                  </a:lnTo>
                  <a:lnTo>
                    <a:pt x="10478" y="6423"/>
                  </a:lnTo>
                  <a:lnTo>
                    <a:pt x="10405" y="6130"/>
                  </a:lnTo>
                  <a:lnTo>
                    <a:pt x="10307" y="5837"/>
                  </a:lnTo>
                  <a:lnTo>
                    <a:pt x="10185" y="5569"/>
                  </a:lnTo>
                  <a:lnTo>
                    <a:pt x="10039" y="5324"/>
                  </a:lnTo>
                  <a:lnTo>
                    <a:pt x="9843" y="5080"/>
                  </a:lnTo>
                  <a:lnTo>
                    <a:pt x="9648" y="4860"/>
                  </a:lnTo>
                  <a:lnTo>
                    <a:pt x="9233" y="4470"/>
                  </a:lnTo>
                  <a:lnTo>
                    <a:pt x="8817" y="4103"/>
                  </a:lnTo>
                  <a:lnTo>
                    <a:pt x="8646" y="3908"/>
                  </a:lnTo>
                  <a:lnTo>
                    <a:pt x="8451" y="3688"/>
                  </a:lnTo>
                  <a:lnTo>
                    <a:pt x="8305" y="3444"/>
                  </a:lnTo>
                  <a:lnTo>
                    <a:pt x="8158" y="3200"/>
                  </a:lnTo>
                  <a:lnTo>
                    <a:pt x="8060" y="2931"/>
                  </a:lnTo>
                  <a:lnTo>
                    <a:pt x="7963" y="2662"/>
                  </a:lnTo>
                  <a:lnTo>
                    <a:pt x="7816" y="2125"/>
                  </a:lnTo>
                  <a:lnTo>
                    <a:pt x="7743" y="1856"/>
                  </a:lnTo>
                  <a:lnTo>
                    <a:pt x="7645" y="1612"/>
                  </a:lnTo>
                  <a:lnTo>
                    <a:pt x="7523" y="1343"/>
                  </a:lnTo>
                  <a:lnTo>
                    <a:pt x="7376" y="1124"/>
                  </a:lnTo>
                  <a:lnTo>
                    <a:pt x="7181" y="855"/>
                  </a:lnTo>
                  <a:lnTo>
                    <a:pt x="6961" y="635"/>
                  </a:lnTo>
                  <a:lnTo>
                    <a:pt x="6717" y="464"/>
                  </a:lnTo>
                  <a:lnTo>
                    <a:pt x="6448" y="293"/>
                  </a:lnTo>
                  <a:lnTo>
                    <a:pt x="6180" y="171"/>
                  </a:lnTo>
                  <a:lnTo>
                    <a:pt x="5887" y="73"/>
                  </a:lnTo>
                  <a:lnTo>
                    <a:pt x="5594" y="25"/>
                  </a:lnTo>
                  <a:lnTo>
                    <a:pt x="5301" y="0"/>
                  </a:lnTo>
                  <a:close/>
                </a:path>
              </a:pathLst>
            </a:custGeom>
            <a:solidFill>
              <a:srgbClr val="283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5" name="Google Shape;875;p31"/>
          <p:cNvGrpSpPr/>
          <p:nvPr/>
        </p:nvGrpSpPr>
        <p:grpSpPr>
          <a:xfrm>
            <a:off x="6359618" y="1877599"/>
            <a:ext cx="432570" cy="421334"/>
            <a:chOff x="5926225" y="921350"/>
            <a:chExt cx="517800" cy="504350"/>
          </a:xfrm>
        </p:grpSpPr>
        <p:sp>
          <p:nvSpPr>
            <p:cNvPr id="876" name="Google Shape;876;p31"/>
            <p:cNvSpPr/>
            <p:nvPr/>
          </p:nvSpPr>
          <p:spPr>
            <a:xfrm>
              <a:off x="5926225" y="921350"/>
              <a:ext cx="517800" cy="504350"/>
            </a:xfrm>
            <a:custGeom>
              <a:rect b="b" l="l" r="r" t="t"/>
              <a:pathLst>
                <a:path extrusionOk="0" h="20174" w="20712">
                  <a:moveTo>
                    <a:pt x="10356" y="2858"/>
                  </a:moveTo>
                  <a:lnTo>
                    <a:pt x="10722" y="2882"/>
                  </a:lnTo>
                  <a:lnTo>
                    <a:pt x="11089" y="2907"/>
                  </a:lnTo>
                  <a:lnTo>
                    <a:pt x="11455" y="2956"/>
                  </a:lnTo>
                  <a:lnTo>
                    <a:pt x="11821" y="3004"/>
                  </a:lnTo>
                  <a:lnTo>
                    <a:pt x="12163" y="3102"/>
                  </a:lnTo>
                  <a:lnTo>
                    <a:pt x="12505" y="3200"/>
                  </a:lnTo>
                  <a:lnTo>
                    <a:pt x="12847" y="3298"/>
                  </a:lnTo>
                  <a:lnTo>
                    <a:pt x="13165" y="3444"/>
                  </a:lnTo>
                  <a:lnTo>
                    <a:pt x="13482" y="3591"/>
                  </a:lnTo>
                  <a:lnTo>
                    <a:pt x="13800" y="3737"/>
                  </a:lnTo>
                  <a:lnTo>
                    <a:pt x="14093" y="3908"/>
                  </a:lnTo>
                  <a:lnTo>
                    <a:pt x="14386" y="4104"/>
                  </a:lnTo>
                  <a:lnTo>
                    <a:pt x="14679" y="4299"/>
                  </a:lnTo>
                  <a:lnTo>
                    <a:pt x="14948" y="4519"/>
                  </a:lnTo>
                  <a:lnTo>
                    <a:pt x="15216" y="4739"/>
                  </a:lnTo>
                  <a:lnTo>
                    <a:pt x="15460" y="4983"/>
                  </a:lnTo>
                  <a:lnTo>
                    <a:pt x="15705" y="5227"/>
                  </a:lnTo>
                  <a:lnTo>
                    <a:pt x="15925" y="5496"/>
                  </a:lnTo>
                  <a:lnTo>
                    <a:pt x="16144" y="5764"/>
                  </a:lnTo>
                  <a:lnTo>
                    <a:pt x="16340" y="6057"/>
                  </a:lnTo>
                  <a:lnTo>
                    <a:pt x="16535" y="6350"/>
                  </a:lnTo>
                  <a:lnTo>
                    <a:pt x="16706" y="6644"/>
                  </a:lnTo>
                  <a:lnTo>
                    <a:pt x="16853" y="6961"/>
                  </a:lnTo>
                  <a:lnTo>
                    <a:pt x="16999" y="7279"/>
                  </a:lnTo>
                  <a:lnTo>
                    <a:pt x="17146" y="7596"/>
                  </a:lnTo>
                  <a:lnTo>
                    <a:pt x="17243" y="7938"/>
                  </a:lnTo>
                  <a:lnTo>
                    <a:pt x="17341" y="8280"/>
                  </a:lnTo>
                  <a:lnTo>
                    <a:pt x="17439" y="8622"/>
                  </a:lnTo>
                  <a:lnTo>
                    <a:pt x="17488" y="8988"/>
                  </a:lnTo>
                  <a:lnTo>
                    <a:pt x="17536" y="9354"/>
                  </a:lnTo>
                  <a:lnTo>
                    <a:pt x="17561" y="9721"/>
                  </a:lnTo>
                  <a:lnTo>
                    <a:pt x="17585" y="10087"/>
                  </a:lnTo>
                  <a:lnTo>
                    <a:pt x="17561" y="10454"/>
                  </a:lnTo>
                  <a:lnTo>
                    <a:pt x="17536" y="10820"/>
                  </a:lnTo>
                  <a:lnTo>
                    <a:pt x="17488" y="11186"/>
                  </a:lnTo>
                  <a:lnTo>
                    <a:pt x="17439" y="11553"/>
                  </a:lnTo>
                  <a:lnTo>
                    <a:pt x="17341" y="11894"/>
                  </a:lnTo>
                  <a:lnTo>
                    <a:pt x="17243" y="12236"/>
                  </a:lnTo>
                  <a:lnTo>
                    <a:pt x="17146" y="12578"/>
                  </a:lnTo>
                  <a:lnTo>
                    <a:pt x="16999" y="12896"/>
                  </a:lnTo>
                  <a:lnTo>
                    <a:pt x="16853" y="13213"/>
                  </a:lnTo>
                  <a:lnTo>
                    <a:pt x="16706" y="13531"/>
                  </a:lnTo>
                  <a:lnTo>
                    <a:pt x="16535" y="13824"/>
                  </a:lnTo>
                  <a:lnTo>
                    <a:pt x="16340" y="14117"/>
                  </a:lnTo>
                  <a:lnTo>
                    <a:pt x="16144" y="14410"/>
                  </a:lnTo>
                  <a:lnTo>
                    <a:pt x="15925" y="14679"/>
                  </a:lnTo>
                  <a:lnTo>
                    <a:pt x="15705" y="14947"/>
                  </a:lnTo>
                  <a:lnTo>
                    <a:pt x="15460" y="15192"/>
                  </a:lnTo>
                  <a:lnTo>
                    <a:pt x="15216" y="15436"/>
                  </a:lnTo>
                  <a:lnTo>
                    <a:pt x="14948" y="15656"/>
                  </a:lnTo>
                  <a:lnTo>
                    <a:pt x="14679" y="15875"/>
                  </a:lnTo>
                  <a:lnTo>
                    <a:pt x="14386" y="16071"/>
                  </a:lnTo>
                  <a:lnTo>
                    <a:pt x="14093" y="16266"/>
                  </a:lnTo>
                  <a:lnTo>
                    <a:pt x="13800" y="16437"/>
                  </a:lnTo>
                  <a:lnTo>
                    <a:pt x="13482" y="16584"/>
                  </a:lnTo>
                  <a:lnTo>
                    <a:pt x="13165" y="16730"/>
                  </a:lnTo>
                  <a:lnTo>
                    <a:pt x="12847" y="16877"/>
                  </a:lnTo>
                  <a:lnTo>
                    <a:pt x="12505" y="16974"/>
                  </a:lnTo>
                  <a:lnTo>
                    <a:pt x="12163" y="17072"/>
                  </a:lnTo>
                  <a:lnTo>
                    <a:pt x="11821" y="17170"/>
                  </a:lnTo>
                  <a:lnTo>
                    <a:pt x="11455" y="17219"/>
                  </a:lnTo>
                  <a:lnTo>
                    <a:pt x="11089" y="17268"/>
                  </a:lnTo>
                  <a:lnTo>
                    <a:pt x="10722" y="17292"/>
                  </a:lnTo>
                  <a:lnTo>
                    <a:pt x="10356" y="17316"/>
                  </a:lnTo>
                  <a:lnTo>
                    <a:pt x="9990" y="17292"/>
                  </a:lnTo>
                  <a:lnTo>
                    <a:pt x="9623" y="17268"/>
                  </a:lnTo>
                  <a:lnTo>
                    <a:pt x="9257" y="17219"/>
                  </a:lnTo>
                  <a:lnTo>
                    <a:pt x="8891" y="17170"/>
                  </a:lnTo>
                  <a:lnTo>
                    <a:pt x="8549" y="17072"/>
                  </a:lnTo>
                  <a:lnTo>
                    <a:pt x="8207" y="16974"/>
                  </a:lnTo>
                  <a:lnTo>
                    <a:pt x="7865" y="16877"/>
                  </a:lnTo>
                  <a:lnTo>
                    <a:pt x="7547" y="16730"/>
                  </a:lnTo>
                  <a:lnTo>
                    <a:pt x="7230" y="16584"/>
                  </a:lnTo>
                  <a:lnTo>
                    <a:pt x="6912" y="16437"/>
                  </a:lnTo>
                  <a:lnTo>
                    <a:pt x="6619" y="16266"/>
                  </a:lnTo>
                  <a:lnTo>
                    <a:pt x="6326" y="16071"/>
                  </a:lnTo>
                  <a:lnTo>
                    <a:pt x="6033" y="15875"/>
                  </a:lnTo>
                  <a:lnTo>
                    <a:pt x="5765" y="15656"/>
                  </a:lnTo>
                  <a:lnTo>
                    <a:pt x="5496" y="15436"/>
                  </a:lnTo>
                  <a:lnTo>
                    <a:pt x="5252" y="15192"/>
                  </a:lnTo>
                  <a:lnTo>
                    <a:pt x="5007" y="14947"/>
                  </a:lnTo>
                  <a:lnTo>
                    <a:pt x="4788" y="14679"/>
                  </a:lnTo>
                  <a:lnTo>
                    <a:pt x="4568" y="14410"/>
                  </a:lnTo>
                  <a:lnTo>
                    <a:pt x="4372" y="14117"/>
                  </a:lnTo>
                  <a:lnTo>
                    <a:pt x="4177" y="13824"/>
                  </a:lnTo>
                  <a:lnTo>
                    <a:pt x="4006" y="13531"/>
                  </a:lnTo>
                  <a:lnTo>
                    <a:pt x="3860" y="13213"/>
                  </a:lnTo>
                  <a:lnTo>
                    <a:pt x="3713" y="12896"/>
                  </a:lnTo>
                  <a:lnTo>
                    <a:pt x="3566" y="12578"/>
                  </a:lnTo>
                  <a:lnTo>
                    <a:pt x="3469" y="12236"/>
                  </a:lnTo>
                  <a:lnTo>
                    <a:pt x="3371" y="11894"/>
                  </a:lnTo>
                  <a:lnTo>
                    <a:pt x="3273" y="11553"/>
                  </a:lnTo>
                  <a:lnTo>
                    <a:pt x="3225" y="11186"/>
                  </a:lnTo>
                  <a:lnTo>
                    <a:pt x="3176" y="10820"/>
                  </a:lnTo>
                  <a:lnTo>
                    <a:pt x="3151" y="10454"/>
                  </a:lnTo>
                  <a:lnTo>
                    <a:pt x="3127" y="10087"/>
                  </a:lnTo>
                  <a:lnTo>
                    <a:pt x="3151" y="9721"/>
                  </a:lnTo>
                  <a:lnTo>
                    <a:pt x="3176" y="9354"/>
                  </a:lnTo>
                  <a:lnTo>
                    <a:pt x="3225" y="8988"/>
                  </a:lnTo>
                  <a:lnTo>
                    <a:pt x="3273" y="8622"/>
                  </a:lnTo>
                  <a:lnTo>
                    <a:pt x="3371" y="8280"/>
                  </a:lnTo>
                  <a:lnTo>
                    <a:pt x="3469" y="7938"/>
                  </a:lnTo>
                  <a:lnTo>
                    <a:pt x="3566" y="7596"/>
                  </a:lnTo>
                  <a:lnTo>
                    <a:pt x="3713" y="7279"/>
                  </a:lnTo>
                  <a:lnTo>
                    <a:pt x="3860" y="6961"/>
                  </a:lnTo>
                  <a:lnTo>
                    <a:pt x="4006" y="6644"/>
                  </a:lnTo>
                  <a:lnTo>
                    <a:pt x="4177" y="6350"/>
                  </a:lnTo>
                  <a:lnTo>
                    <a:pt x="4372" y="6057"/>
                  </a:lnTo>
                  <a:lnTo>
                    <a:pt x="4568" y="5764"/>
                  </a:lnTo>
                  <a:lnTo>
                    <a:pt x="4788" y="5496"/>
                  </a:lnTo>
                  <a:lnTo>
                    <a:pt x="5007" y="5227"/>
                  </a:lnTo>
                  <a:lnTo>
                    <a:pt x="5252" y="4983"/>
                  </a:lnTo>
                  <a:lnTo>
                    <a:pt x="5496" y="4739"/>
                  </a:lnTo>
                  <a:lnTo>
                    <a:pt x="5765" y="4519"/>
                  </a:lnTo>
                  <a:lnTo>
                    <a:pt x="6033" y="4299"/>
                  </a:lnTo>
                  <a:lnTo>
                    <a:pt x="6326" y="4104"/>
                  </a:lnTo>
                  <a:lnTo>
                    <a:pt x="6619" y="3908"/>
                  </a:lnTo>
                  <a:lnTo>
                    <a:pt x="6912" y="3737"/>
                  </a:lnTo>
                  <a:lnTo>
                    <a:pt x="7230" y="3591"/>
                  </a:lnTo>
                  <a:lnTo>
                    <a:pt x="7547" y="3444"/>
                  </a:lnTo>
                  <a:lnTo>
                    <a:pt x="7865" y="3298"/>
                  </a:lnTo>
                  <a:lnTo>
                    <a:pt x="8207" y="3200"/>
                  </a:lnTo>
                  <a:lnTo>
                    <a:pt x="8549" y="3102"/>
                  </a:lnTo>
                  <a:lnTo>
                    <a:pt x="8891" y="3004"/>
                  </a:lnTo>
                  <a:lnTo>
                    <a:pt x="9257" y="2956"/>
                  </a:lnTo>
                  <a:lnTo>
                    <a:pt x="9623" y="2907"/>
                  </a:lnTo>
                  <a:lnTo>
                    <a:pt x="9990" y="2882"/>
                  </a:lnTo>
                  <a:lnTo>
                    <a:pt x="10356" y="2858"/>
                  </a:lnTo>
                  <a:close/>
                  <a:moveTo>
                    <a:pt x="8060" y="0"/>
                  </a:moveTo>
                  <a:lnTo>
                    <a:pt x="6717" y="2516"/>
                  </a:lnTo>
                  <a:lnTo>
                    <a:pt x="3908" y="2003"/>
                  </a:lnTo>
                  <a:lnTo>
                    <a:pt x="3786" y="4861"/>
                  </a:lnTo>
                  <a:lnTo>
                    <a:pt x="1026" y="5593"/>
                  </a:lnTo>
                  <a:lnTo>
                    <a:pt x="2174" y="8207"/>
                  </a:lnTo>
                  <a:lnTo>
                    <a:pt x="1" y="10087"/>
                  </a:lnTo>
                  <a:lnTo>
                    <a:pt x="2174" y="11968"/>
                  </a:lnTo>
                  <a:lnTo>
                    <a:pt x="1026" y="14581"/>
                  </a:lnTo>
                  <a:lnTo>
                    <a:pt x="3786" y="15314"/>
                  </a:lnTo>
                  <a:lnTo>
                    <a:pt x="3908" y="18171"/>
                  </a:lnTo>
                  <a:lnTo>
                    <a:pt x="6717" y="17658"/>
                  </a:lnTo>
                  <a:lnTo>
                    <a:pt x="8060" y="20174"/>
                  </a:lnTo>
                  <a:lnTo>
                    <a:pt x="10356" y="18489"/>
                  </a:lnTo>
                  <a:lnTo>
                    <a:pt x="12652" y="20174"/>
                  </a:lnTo>
                  <a:lnTo>
                    <a:pt x="13995" y="17658"/>
                  </a:lnTo>
                  <a:lnTo>
                    <a:pt x="16804" y="18171"/>
                  </a:lnTo>
                  <a:lnTo>
                    <a:pt x="16926" y="15314"/>
                  </a:lnTo>
                  <a:lnTo>
                    <a:pt x="19686" y="14581"/>
                  </a:lnTo>
                  <a:lnTo>
                    <a:pt x="18538" y="11968"/>
                  </a:lnTo>
                  <a:lnTo>
                    <a:pt x="20711" y="10087"/>
                  </a:lnTo>
                  <a:lnTo>
                    <a:pt x="18538" y="8207"/>
                  </a:lnTo>
                  <a:lnTo>
                    <a:pt x="19686" y="5593"/>
                  </a:lnTo>
                  <a:lnTo>
                    <a:pt x="16926" y="4861"/>
                  </a:lnTo>
                  <a:lnTo>
                    <a:pt x="16804" y="2003"/>
                  </a:lnTo>
                  <a:lnTo>
                    <a:pt x="13995" y="2516"/>
                  </a:lnTo>
                  <a:lnTo>
                    <a:pt x="12652" y="0"/>
                  </a:lnTo>
                  <a:lnTo>
                    <a:pt x="10356" y="1686"/>
                  </a:lnTo>
                  <a:lnTo>
                    <a:pt x="8060" y="0"/>
                  </a:lnTo>
                  <a:close/>
                </a:path>
              </a:pathLst>
            </a:custGeom>
            <a:solidFill>
              <a:srgbClr val="FF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1C232"/>
                </a:solidFill>
              </a:endParaRPr>
            </a:p>
          </p:txBody>
        </p:sp>
        <p:sp>
          <p:nvSpPr>
            <p:cNvPr id="877" name="Google Shape;877;p31"/>
            <p:cNvSpPr/>
            <p:nvPr/>
          </p:nvSpPr>
          <p:spPr>
            <a:xfrm>
              <a:off x="6016600" y="1005000"/>
              <a:ext cx="337050" cy="337050"/>
            </a:xfrm>
            <a:custGeom>
              <a:rect b="b" l="l" r="r" t="t"/>
              <a:pathLst>
                <a:path extrusionOk="0" h="13482" w="13482">
                  <a:moveTo>
                    <a:pt x="6741" y="0"/>
                  </a:moveTo>
                  <a:lnTo>
                    <a:pt x="6399" y="25"/>
                  </a:lnTo>
                  <a:lnTo>
                    <a:pt x="6057" y="49"/>
                  </a:lnTo>
                  <a:lnTo>
                    <a:pt x="5715" y="98"/>
                  </a:lnTo>
                  <a:lnTo>
                    <a:pt x="5398" y="147"/>
                  </a:lnTo>
                  <a:lnTo>
                    <a:pt x="5056" y="220"/>
                  </a:lnTo>
                  <a:lnTo>
                    <a:pt x="4738" y="318"/>
                  </a:lnTo>
                  <a:lnTo>
                    <a:pt x="4421" y="416"/>
                  </a:lnTo>
                  <a:lnTo>
                    <a:pt x="4128" y="538"/>
                  </a:lnTo>
                  <a:lnTo>
                    <a:pt x="3835" y="684"/>
                  </a:lnTo>
                  <a:lnTo>
                    <a:pt x="3542" y="831"/>
                  </a:lnTo>
                  <a:lnTo>
                    <a:pt x="3249" y="977"/>
                  </a:lnTo>
                  <a:lnTo>
                    <a:pt x="2980" y="1173"/>
                  </a:lnTo>
                  <a:lnTo>
                    <a:pt x="2711" y="1344"/>
                  </a:lnTo>
                  <a:lnTo>
                    <a:pt x="2467" y="1539"/>
                  </a:lnTo>
                  <a:lnTo>
                    <a:pt x="2223" y="1759"/>
                  </a:lnTo>
                  <a:lnTo>
                    <a:pt x="1979" y="1979"/>
                  </a:lnTo>
                  <a:lnTo>
                    <a:pt x="1759" y="2223"/>
                  </a:lnTo>
                  <a:lnTo>
                    <a:pt x="1539" y="2467"/>
                  </a:lnTo>
                  <a:lnTo>
                    <a:pt x="1344" y="2711"/>
                  </a:lnTo>
                  <a:lnTo>
                    <a:pt x="1173" y="2980"/>
                  </a:lnTo>
                  <a:lnTo>
                    <a:pt x="977" y="3249"/>
                  </a:lnTo>
                  <a:lnTo>
                    <a:pt x="831" y="3542"/>
                  </a:lnTo>
                  <a:lnTo>
                    <a:pt x="684" y="3835"/>
                  </a:lnTo>
                  <a:lnTo>
                    <a:pt x="538" y="4128"/>
                  </a:lnTo>
                  <a:lnTo>
                    <a:pt x="416" y="4421"/>
                  </a:lnTo>
                  <a:lnTo>
                    <a:pt x="318" y="4738"/>
                  </a:lnTo>
                  <a:lnTo>
                    <a:pt x="220" y="5056"/>
                  </a:lnTo>
                  <a:lnTo>
                    <a:pt x="147" y="5398"/>
                  </a:lnTo>
                  <a:lnTo>
                    <a:pt x="98" y="5715"/>
                  </a:lnTo>
                  <a:lnTo>
                    <a:pt x="49" y="6057"/>
                  </a:lnTo>
                  <a:lnTo>
                    <a:pt x="25" y="6399"/>
                  </a:lnTo>
                  <a:lnTo>
                    <a:pt x="0" y="6741"/>
                  </a:lnTo>
                  <a:lnTo>
                    <a:pt x="25" y="7083"/>
                  </a:lnTo>
                  <a:lnTo>
                    <a:pt x="49" y="7425"/>
                  </a:lnTo>
                  <a:lnTo>
                    <a:pt x="98" y="7767"/>
                  </a:lnTo>
                  <a:lnTo>
                    <a:pt x="147" y="8084"/>
                  </a:lnTo>
                  <a:lnTo>
                    <a:pt x="220" y="8426"/>
                  </a:lnTo>
                  <a:lnTo>
                    <a:pt x="318" y="8744"/>
                  </a:lnTo>
                  <a:lnTo>
                    <a:pt x="416" y="9061"/>
                  </a:lnTo>
                  <a:lnTo>
                    <a:pt x="538" y="9354"/>
                  </a:lnTo>
                  <a:lnTo>
                    <a:pt x="684" y="9648"/>
                  </a:lnTo>
                  <a:lnTo>
                    <a:pt x="831" y="9941"/>
                  </a:lnTo>
                  <a:lnTo>
                    <a:pt x="977" y="10234"/>
                  </a:lnTo>
                  <a:lnTo>
                    <a:pt x="1173" y="10502"/>
                  </a:lnTo>
                  <a:lnTo>
                    <a:pt x="1344" y="10771"/>
                  </a:lnTo>
                  <a:lnTo>
                    <a:pt x="1539" y="11015"/>
                  </a:lnTo>
                  <a:lnTo>
                    <a:pt x="1759" y="11259"/>
                  </a:lnTo>
                  <a:lnTo>
                    <a:pt x="1979" y="11504"/>
                  </a:lnTo>
                  <a:lnTo>
                    <a:pt x="2223" y="11723"/>
                  </a:lnTo>
                  <a:lnTo>
                    <a:pt x="2467" y="11943"/>
                  </a:lnTo>
                  <a:lnTo>
                    <a:pt x="2711" y="12139"/>
                  </a:lnTo>
                  <a:lnTo>
                    <a:pt x="2980" y="12310"/>
                  </a:lnTo>
                  <a:lnTo>
                    <a:pt x="3249" y="12505"/>
                  </a:lnTo>
                  <a:lnTo>
                    <a:pt x="3542" y="12652"/>
                  </a:lnTo>
                  <a:lnTo>
                    <a:pt x="3835" y="12798"/>
                  </a:lnTo>
                  <a:lnTo>
                    <a:pt x="4128" y="12945"/>
                  </a:lnTo>
                  <a:lnTo>
                    <a:pt x="4421" y="13067"/>
                  </a:lnTo>
                  <a:lnTo>
                    <a:pt x="4738" y="13164"/>
                  </a:lnTo>
                  <a:lnTo>
                    <a:pt x="5056" y="13262"/>
                  </a:lnTo>
                  <a:lnTo>
                    <a:pt x="5398" y="13335"/>
                  </a:lnTo>
                  <a:lnTo>
                    <a:pt x="5715" y="13384"/>
                  </a:lnTo>
                  <a:lnTo>
                    <a:pt x="6057" y="13433"/>
                  </a:lnTo>
                  <a:lnTo>
                    <a:pt x="6399" y="13458"/>
                  </a:lnTo>
                  <a:lnTo>
                    <a:pt x="6741" y="13482"/>
                  </a:lnTo>
                  <a:lnTo>
                    <a:pt x="7083" y="13458"/>
                  </a:lnTo>
                  <a:lnTo>
                    <a:pt x="7425" y="13433"/>
                  </a:lnTo>
                  <a:lnTo>
                    <a:pt x="7767" y="13384"/>
                  </a:lnTo>
                  <a:lnTo>
                    <a:pt x="8084" y="13335"/>
                  </a:lnTo>
                  <a:lnTo>
                    <a:pt x="8426" y="13262"/>
                  </a:lnTo>
                  <a:lnTo>
                    <a:pt x="8744" y="13164"/>
                  </a:lnTo>
                  <a:lnTo>
                    <a:pt x="9061" y="13067"/>
                  </a:lnTo>
                  <a:lnTo>
                    <a:pt x="9354" y="12945"/>
                  </a:lnTo>
                  <a:lnTo>
                    <a:pt x="9647" y="12798"/>
                  </a:lnTo>
                  <a:lnTo>
                    <a:pt x="9940" y="12652"/>
                  </a:lnTo>
                  <a:lnTo>
                    <a:pt x="10234" y="12505"/>
                  </a:lnTo>
                  <a:lnTo>
                    <a:pt x="10502" y="12310"/>
                  </a:lnTo>
                  <a:lnTo>
                    <a:pt x="10771" y="12139"/>
                  </a:lnTo>
                  <a:lnTo>
                    <a:pt x="11015" y="11943"/>
                  </a:lnTo>
                  <a:lnTo>
                    <a:pt x="11259" y="11723"/>
                  </a:lnTo>
                  <a:lnTo>
                    <a:pt x="11504" y="11504"/>
                  </a:lnTo>
                  <a:lnTo>
                    <a:pt x="11723" y="11259"/>
                  </a:lnTo>
                  <a:lnTo>
                    <a:pt x="11943" y="11015"/>
                  </a:lnTo>
                  <a:lnTo>
                    <a:pt x="12139" y="10771"/>
                  </a:lnTo>
                  <a:lnTo>
                    <a:pt x="12310" y="10502"/>
                  </a:lnTo>
                  <a:lnTo>
                    <a:pt x="12505" y="10234"/>
                  </a:lnTo>
                  <a:lnTo>
                    <a:pt x="12651" y="9941"/>
                  </a:lnTo>
                  <a:lnTo>
                    <a:pt x="12798" y="9648"/>
                  </a:lnTo>
                  <a:lnTo>
                    <a:pt x="12945" y="9354"/>
                  </a:lnTo>
                  <a:lnTo>
                    <a:pt x="13067" y="9061"/>
                  </a:lnTo>
                  <a:lnTo>
                    <a:pt x="13164" y="8744"/>
                  </a:lnTo>
                  <a:lnTo>
                    <a:pt x="13262" y="8426"/>
                  </a:lnTo>
                  <a:lnTo>
                    <a:pt x="13335" y="8084"/>
                  </a:lnTo>
                  <a:lnTo>
                    <a:pt x="13384" y="7767"/>
                  </a:lnTo>
                  <a:lnTo>
                    <a:pt x="13433" y="7425"/>
                  </a:lnTo>
                  <a:lnTo>
                    <a:pt x="13457" y="7083"/>
                  </a:lnTo>
                  <a:lnTo>
                    <a:pt x="13482" y="6741"/>
                  </a:lnTo>
                  <a:lnTo>
                    <a:pt x="13457" y="6399"/>
                  </a:lnTo>
                  <a:lnTo>
                    <a:pt x="13433" y="6057"/>
                  </a:lnTo>
                  <a:lnTo>
                    <a:pt x="13384" y="5715"/>
                  </a:lnTo>
                  <a:lnTo>
                    <a:pt x="13335" y="5398"/>
                  </a:lnTo>
                  <a:lnTo>
                    <a:pt x="13262" y="5056"/>
                  </a:lnTo>
                  <a:lnTo>
                    <a:pt x="13164" y="4738"/>
                  </a:lnTo>
                  <a:lnTo>
                    <a:pt x="13067" y="4421"/>
                  </a:lnTo>
                  <a:lnTo>
                    <a:pt x="12945" y="4128"/>
                  </a:lnTo>
                  <a:lnTo>
                    <a:pt x="12798" y="3835"/>
                  </a:lnTo>
                  <a:lnTo>
                    <a:pt x="12651" y="3542"/>
                  </a:lnTo>
                  <a:lnTo>
                    <a:pt x="12505" y="3249"/>
                  </a:lnTo>
                  <a:lnTo>
                    <a:pt x="12310" y="2980"/>
                  </a:lnTo>
                  <a:lnTo>
                    <a:pt x="12139" y="2711"/>
                  </a:lnTo>
                  <a:lnTo>
                    <a:pt x="11943" y="2467"/>
                  </a:lnTo>
                  <a:lnTo>
                    <a:pt x="11723" y="2223"/>
                  </a:lnTo>
                  <a:lnTo>
                    <a:pt x="11504" y="1979"/>
                  </a:lnTo>
                  <a:lnTo>
                    <a:pt x="11259" y="1759"/>
                  </a:lnTo>
                  <a:lnTo>
                    <a:pt x="11015" y="1539"/>
                  </a:lnTo>
                  <a:lnTo>
                    <a:pt x="10771" y="1344"/>
                  </a:lnTo>
                  <a:lnTo>
                    <a:pt x="10502" y="1173"/>
                  </a:lnTo>
                  <a:lnTo>
                    <a:pt x="10234" y="977"/>
                  </a:lnTo>
                  <a:lnTo>
                    <a:pt x="9940" y="831"/>
                  </a:lnTo>
                  <a:lnTo>
                    <a:pt x="9647" y="684"/>
                  </a:lnTo>
                  <a:lnTo>
                    <a:pt x="9354" y="538"/>
                  </a:lnTo>
                  <a:lnTo>
                    <a:pt x="9061" y="416"/>
                  </a:lnTo>
                  <a:lnTo>
                    <a:pt x="8744" y="318"/>
                  </a:lnTo>
                  <a:lnTo>
                    <a:pt x="8426" y="220"/>
                  </a:lnTo>
                  <a:lnTo>
                    <a:pt x="8084" y="147"/>
                  </a:lnTo>
                  <a:lnTo>
                    <a:pt x="7767" y="98"/>
                  </a:lnTo>
                  <a:lnTo>
                    <a:pt x="7425" y="49"/>
                  </a:lnTo>
                  <a:lnTo>
                    <a:pt x="7083" y="25"/>
                  </a:lnTo>
                  <a:lnTo>
                    <a:pt x="6741" y="0"/>
                  </a:lnTo>
                  <a:close/>
                </a:path>
              </a:pathLst>
            </a:custGeom>
            <a:solidFill>
              <a:srgbClr val="FF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1C232"/>
                </a:solidFill>
              </a:endParaRPr>
            </a:p>
          </p:txBody>
        </p:sp>
      </p:grpSp>
      <p:sp>
        <p:nvSpPr>
          <p:cNvPr id="878" name="Google Shape;878;p31"/>
          <p:cNvSpPr/>
          <p:nvPr/>
        </p:nvSpPr>
        <p:spPr>
          <a:xfrm>
            <a:off x="6553538" y="2113656"/>
            <a:ext cx="400950" cy="226498"/>
          </a:xfrm>
          <a:custGeom>
            <a:rect b="b" l="l" r="r" t="t"/>
            <a:pathLst>
              <a:path extrusionOk="0" h="10845" w="19198">
                <a:moveTo>
                  <a:pt x="7572" y="1"/>
                </a:moveTo>
                <a:lnTo>
                  <a:pt x="7108" y="25"/>
                </a:lnTo>
                <a:lnTo>
                  <a:pt x="6668" y="98"/>
                </a:lnTo>
                <a:lnTo>
                  <a:pt x="6229" y="196"/>
                </a:lnTo>
                <a:lnTo>
                  <a:pt x="5813" y="343"/>
                </a:lnTo>
                <a:lnTo>
                  <a:pt x="5423" y="538"/>
                </a:lnTo>
                <a:lnTo>
                  <a:pt x="5056" y="758"/>
                </a:lnTo>
                <a:lnTo>
                  <a:pt x="4714" y="1026"/>
                </a:lnTo>
                <a:lnTo>
                  <a:pt x="4397" y="1319"/>
                </a:lnTo>
                <a:lnTo>
                  <a:pt x="4104" y="1637"/>
                </a:lnTo>
                <a:lnTo>
                  <a:pt x="3835" y="1979"/>
                </a:lnTo>
                <a:lnTo>
                  <a:pt x="3615" y="2345"/>
                </a:lnTo>
                <a:lnTo>
                  <a:pt x="3420" y="2736"/>
                </a:lnTo>
                <a:lnTo>
                  <a:pt x="3273" y="3151"/>
                </a:lnTo>
                <a:lnTo>
                  <a:pt x="3151" y="3591"/>
                </a:lnTo>
                <a:lnTo>
                  <a:pt x="3102" y="4030"/>
                </a:lnTo>
                <a:lnTo>
                  <a:pt x="3078" y="4494"/>
                </a:lnTo>
                <a:lnTo>
                  <a:pt x="3078" y="4788"/>
                </a:lnTo>
                <a:lnTo>
                  <a:pt x="2712" y="4788"/>
                </a:lnTo>
                <a:lnTo>
                  <a:pt x="2419" y="4836"/>
                </a:lnTo>
                <a:lnTo>
                  <a:pt x="2125" y="4910"/>
                </a:lnTo>
                <a:lnTo>
                  <a:pt x="1832" y="5032"/>
                </a:lnTo>
                <a:lnTo>
                  <a:pt x="1588" y="5154"/>
                </a:lnTo>
                <a:lnTo>
                  <a:pt x="1320" y="5300"/>
                </a:lnTo>
                <a:lnTo>
                  <a:pt x="1100" y="5471"/>
                </a:lnTo>
                <a:lnTo>
                  <a:pt x="880" y="5667"/>
                </a:lnTo>
                <a:lnTo>
                  <a:pt x="685" y="5887"/>
                </a:lnTo>
                <a:lnTo>
                  <a:pt x="514" y="6131"/>
                </a:lnTo>
                <a:lnTo>
                  <a:pt x="367" y="6375"/>
                </a:lnTo>
                <a:lnTo>
                  <a:pt x="220" y="6644"/>
                </a:lnTo>
                <a:lnTo>
                  <a:pt x="123" y="6912"/>
                </a:lnTo>
                <a:lnTo>
                  <a:pt x="50" y="7205"/>
                </a:lnTo>
                <a:lnTo>
                  <a:pt x="1" y="7499"/>
                </a:lnTo>
                <a:lnTo>
                  <a:pt x="1" y="7816"/>
                </a:lnTo>
                <a:lnTo>
                  <a:pt x="1" y="8134"/>
                </a:lnTo>
                <a:lnTo>
                  <a:pt x="50" y="8427"/>
                </a:lnTo>
                <a:lnTo>
                  <a:pt x="123" y="8720"/>
                </a:lnTo>
                <a:lnTo>
                  <a:pt x="220" y="8988"/>
                </a:lnTo>
                <a:lnTo>
                  <a:pt x="367" y="9257"/>
                </a:lnTo>
                <a:lnTo>
                  <a:pt x="514" y="9501"/>
                </a:lnTo>
                <a:lnTo>
                  <a:pt x="685" y="9745"/>
                </a:lnTo>
                <a:lnTo>
                  <a:pt x="880" y="9965"/>
                </a:lnTo>
                <a:lnTo>
                  <a:pt x="1100" y="10161"/>
                </a:lnTo>
                <a:lnTo>
                  <a:pt x="1320" y="10332"/>
                </a:lnTo>
                <a:lnTo>
                  <a:pt x="1588" y="10478"/>
                </a:lnTo>
                <a:lnTo>
                  <a:pt x="1832" y="10600"/>
                </a:lnTo>
                <a:lnTo>
                  <a:pt x="2125" y="10722"/>
                </a:lnTo>
                <a:lnTo>
                  <a:pt x="2419" y="10796"/>
                </a:lnTo>
                <a:lnTo>
                  <a:pt x="2712" y="10844"/>
                </a:lnTo>
                <a:lnTo>
                  <a:pt x="16486" y="10844"/>
                </a:lnTo>
                <a:lnTo>
                  <a:pt x="16779" y="10796"/>
                </a:lnTo>
                <a:lnTo>
                  <a:pt x="17072" y="10722"/>
                </a:lnTo>
                <a:lnTo>
                  <a:pt x="17365" y="10600"/>
                </a:lnTo>
                <a:lnTo>
                  <a:pt x="17610" y="10478"/>
                </a:lnTo>
                <a:lnTo>
                  <a:pt x="17878" y="10332"/>
                </a:lnTo>
                <a:lnTo>
                  <a:pt x="18098" y="10161"/>
                </a:lnTo>
                <a:lnTo>
                  <a:pt x="18318" y="9965"/>
                </a:lnTo>
                <a:lnTo>
                  <a:pt x="18513" y="9745"/>
                </a:lnTo>
                <a:lnTo>
                  <a:pt x="18684" y="9501"/>
                </a:lnTo>
                <a:lnTo>
                  <a:pt x="18831" y="9257"/>
                </a:lnTo>
                <a:lnTo>
                  <a:pt x="18977" y="8988"/>
                </a:lnTo>
                <a:lnTo>
                  <a:pt x="19075" y="8720"/>
                </a:lnTo>
                <a:lnTo>
                  <a:pt x="19148" y="8427"/>
                </a:lnTo>
                <a:lnTo>
                  <a:pt x="19197" y="8134"/>
                </a:lnTo>
                <a:lnTo>
                  <a:pt x="19197" y="7816"/>
                </a:lnTo>
                <a:lnTo>
                  <a:pt x="19197" y="7499"/>
                </a:lnTo>
                <a:lnTo>
                  <a:pt x="19148" y="7205"/>
                </a:lnTo>
                <a:lnTo>
                  <a:pt x="19075" y="6912"/>
                </a:lnTo>
                <a:lnTo>
                  <a:pt x="18977" y="6644"/>
                </a:lnTo>
                <a:lnTo>
                  <a:pt x="18831" y="6375"/>
                </a:lnTo>
                <a:lnTo>
                  <a:pt x="18684" y="6131"/>
                </a:lnTo>
                <a:lnTo>
                  <a:pt x="18513" y="5887"/>
                </a:lnTo>
                <a:lnTo>
                  <a:pt x="18318" y="5667"/>
                </a:lnTo>
                <a:lnTo>
                  <a:pt x="18098" y="5471"/>
                </a:lnTo>
                <a:lnTo>
                  <a:pt x="17878" y="5300"/>
                </a:lnTo>
                <a:lnTo>
                  <a:pt x="17610" y="5154"/>
                </a:lnTo>
                <a:lnTo>
                  <a:pt x="17365" y="5032"/>
                </a:lnTo>
                <a:lnTo>
                  <a:pt x="17072" y="4910"/>
                </a:lnTo>
                <a:lnTo>
                  <a:pt x="16779" y="4836"/>
                </a:lnTo>
                <a:lnTo>
                  <a:pt x="16486" y="4788"/>
                </a:lnTo>
                <a:lnTo>
                  <a:pt x="15412" y="4788"/>
                </a:lnTo>
                <a:lnTo>
                  <a:pt x="15436" y="4494"/>
                </a:lnTo>
                <a:lnTo>
                  <a:pt x="15412" y="4201"/>
                </a:lnTo>
                <a:lnTo>
                  <a:pt x="15387" y="3933"/>
                </a:lnTo>
                <a:lnTo>
                  <a:pt x="15314" y="3664"/>
                </a:lnTo>
                <a:lnTo>
                  <a:pt x="15216" y="3420"/>
                </a:lnTo>
                <a:lnTo>
                  <a:pt x="15094" y="3176"/>
                </a:lnTo>
                <a:lnTo>
                  <a:pt x="14972" y="2956"/>
                </a:lnTo>
                <a:lnTo>
                  <a:pt x="14801" y="2736"/>
                </a:lnTo>
                <a:lnTo>
                  <a:pt x="14630" y="2541"/>
                </a:lnTo>
                <a:lnTo>
                  <a:pt x="14435" y="2370"/>
                </a:lnTo>
                <a:lnTo>
                  <a:pt x="14215" y="2199"/>
                </a:lnTo>
                <a:lnTo>
                  <a:pt x="13995" y="2077"/>
                </a:lnTo>
                <a:lnTo>
                  <a:pt x="13751" y="1954"/>
                </a:lnTo>
                <a:lnTo>
                  <a:pt x="13507" y="1857"/>
                </a:lnTo>
                <a:lnTo>
                  <a:pt x="13238" y="1784"/>
                </a:lnTo>
                <a:lnTo>
                  <a:pt x="12969" y="1759"/>
                </a:lnTo>
                <a:lnTo>
                  <a:pt x="12676" y="1735"/>
                </a:lnTo>
                <a:lnTo>
                  <a:pt x="12334" y="1759"/>
                </a:lnTo>
                <a:lnTo>
                  <a:pt x="11992" y="1832"/>
                </a:lnTo>
                <a:lnTo>
                  <a:pt x="11650" y="1930"/>
                </a:lnTo>
                <a:lnTo>
                  <a:pt x="11357" y="2077"/>
                </a:lnTo>
                <a:lnTo>
                  <a:pt x="11186" y="1857"/>
                </a:lnTo>
                <a:lnTo>
                  <a:pt x="11015" y="1637"/>
                </a:lnTo>
                <a:lnTo>
                  <a:pt x="10844" y="1417"/>
                </a:lnTo>
                <a:lnTo>
                  <a:pt x="10649" y="1222"/>
                </a:lnTo>
                <a:lnTo>
                  <a:pt x="10454" y="1051"/>
                </a:lnTo>
                <a:lnTo>
                  <a:pt x="10234" y="880"/>
                </a:lnTo>
                <a:lnTo>
                  <a:pt x="9990" y="709"/>
                </a:lnTo>
                <a:lnTo>
                  <a:pt x="9745" y="562"/>
                </a:lnTo>
                <a:lnTo>
                  <a:pt x="9501" y="440"/>
                </a:lnTo>
                <a:lnTo>
                  <a:pt x="9257" y="318"/>
                </a:lnTo>
                <a:lnTo>
                  <a:pt x="8988" y="220"/>
                </a:lnTo>
                <a:lnTo>
                  <a:pt x="8720" y="147"/>
                </a:lnTo>
                <a:lnTo>
                  <a:pt x="8427" y="74"/>
                </a:lnTo>
                <a:lnTo>
                  <a:pt x="8158" y="25"/>
                </a:lnTo>
                <a:lnTo>
                  <a:pt x="786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9" name="Google Shape;879;p31"/>
          <p:cNvGrpSpPr/>
          <p:nvPr/>
        </p:nvGrpSpPr>
        <p:grpSpPr>
          <a:xfrm>
            <a:off x="7244605" y="1856979"/>
            <a:ext cx="432570" cy="421334"/>
            <a:chOff x="5926225" y="921350"/>
            <a:chExt cx="517800" cy="504350"/>
          </a:xfrm>
        </p:grpSpPr>
        <p:sp>
          <p:nvSpPr>
            <p:cNvPr id="880" name="Google Shape;880;p31"/>
            <p:cNvSpPr/>
            <p:nvPr/>
          </p:nvSpPr>
          <p:spPr>
            <a:xfrm>
              <a:off x="5926225" y="921350"/>
              <a:ext cx="517800" cy="504350"/>
            </a:xfrm>
            <a:custGeom>
              <a:rect b="b" l="l" r="r" t="t"/>
              <a:pathLst>
                <a:path extrusionOk="0" h="20174" w="20712">
                  <a:moveTo>
                    <a:pt x="10356" y="2858"/>
                  </a:moveTo>
                  <a:lnTo>
                    <a:pt x="10722" y="2882"/>
                  </a:lnTo>
                  <a:lnTo>
                    <a:pt x="11089" y="2907"/>
                  </a:lnTo>
                  <a:lnTo>
                    <a:pt x="11455" y="2956"/>
                  </a:lnTo>
                  <a:lnTo>
                    <a:pt x="11821" y="3004"/>
                  </a:lnTo>
                  <a:lnTo>
                    <a:pt x="12163" y="3102"/>
                  </a:lnTo>
                  <a:lnTo>
                    <a:pt x="12505" y="3200"/>
                  </a:lnTo>
                  <a:lnTo>
                    <a:pt x="12847" y="3298"/>
                  </a:lnTo>
                  <a:lnTo>
                    <a:pt x="13165" y="3444"/>
                  </a:lnTo>
                  <a:lnTo>
                    <a:pt x="13482" y="3591"/>
                  </a:lnTo>
                  <a:lnTo>
                    <a:pt x="13800" y="3737"/>
                  </a:lnTo>
                  <a:lnTo>
                    <a:pt x="14093" y="3908"/>
                  </a:lnTo>
                  <a:lnTo>
                    <a:pt x="14386" y="4104"/>
                  </a:lnTo>
                  <a:lnTo>
                    <a:pt x="14679" y="4299"/>
                  </a:lnTo>
                  <a:lnTo>
                    <a:pt x="14948" y="4519"/>
                  </a:lnTo>
                  <a:lnTo>
                    <a:pt x="15216" y="4739"/>
                  </a:lnTo>
                  <a:lnTo>
                    <a:pt x="15460" y="4983"/>
                  </a:lnTo>
                  <a:lnTo>
                    <a:pt x="15705" y="5227"/>
                  </a:lnTo>
                  <a:lnTo>
                    <a:pt x="15925" y="5496"/>
                  </a:lnTo>
                  <a:lnTo>
                    <a:pt x="16144" y="5764"/>
                  </a:lnTo>
                  <a:lnTo>
                    <a:pt x="16340" y="6057"/>
                  </a:lnTo>
                  <a:lnTo>
                    <a:pt x="16535" y="6350"/>
                  </a:lnTo>
                  <a:lnTo>
                    <a:pt x="16706" y="6644"/>
                  </a:lnTo>
                  <a:lnTo>
                    <a:pt x="16853" y="6961"/>
                  </a:lnTo>
                  <a:lnTo>
                    <a:pt x="16999" y="7279"/>
                  </a:lnTo>
                  <a:lnTo>
                    <a:pt x="17146" y="7596"/>
                  </a:lnTo>
                  <a:lnTo>
                    <a:pt x="17243" y="7938"/>
                  </a:lnTo>
                  <a:lnTo>
                    <a:pt x="17341" y="8280"/>
                  </a:lnTo>
                  <a:lnTo>
                    <a:pt x="17439" y="8622"/>
                  </a:lnTo>
                  <a:lnTo>
                    <a:pt x="17488" y="8988"/>
                  </a:lnTo>
                  <a:lnTo>
                    <a:pt x="17536" y="9354"/>
                  </a:lnTo>
                  <a:lnTo>
                    <a:pt x="17561" y="9721"/>
                  </a:lnTo>
                  <a:lnTo>
                    <a:pt x="17585" y="10087"/>
                  </a:lnTo>
                  <a:lnTo>
                    <a:pt x="17561" y="10454"/>
                  </a:lnTo>
                  <a:lnTo>
                    <a:pt x="17536" y="10820"/>
                  </a:lnTo>
                  <a:lnTo>
                    <a:pt x="17488" y="11186"/>
                  </a:lnTo>
                  <a:lnTo>
                    <a:pt x="17439" y="11553"/>
                  </a:lnTo>
                  <a:lnTo>
                    <a:pt x="17341" y="11894"/>
                  </a:lnTo>
                  <a:lnTo>
                    <a:pt x="17243" y="12236"/>
                  </a:lnTo>
                  <a:lnTo>
                    <a:pt x="17146" y="12578"/>
                  </a:lnTo>
                  <a:lnTo>
                    <a:pt x="16999" y="12896"/>
                  </a:lnTo>
                  <a:lnTo>
                    <a:pt x="16853" y="13213"/>
                  </a:lnTo>
                  <a:lnTo>
                    <a:pt x="16706" y="13531"/>
                  </a:lnTo>
                  <a:lnTo>
                    <a:pt x="16535" y="13824"/>
                  </a:lnTo>
                  <a:lnTo>
                    <a:pt x="16340" y="14117"/>
                  </a:lnTo>
                  <a:lnTo>
                    <a:pt x="16144" y="14410"/>
                  </a:lnTo>
                  <a:lnTo>
                    <a:pt x="15925" y="14679"/>
                  </a:lnTo>
                  <a:lnTo>
                    <a:pt x="15705" y="14947"/>
                  </a:lnTo>
                  <a:lnTo>
                    <a:pt x="15460" y="15192"/>
                  </a:lnTo>
                  <a:lnTo>
                    <a:pt x="15216" y="15436"/>
                  </a:lnTo>
                  <a:lnTo>
                    <a:pt x="14948" y="15656"/>
                  </a:lnTo>
                  <a:lnTo>
                    <a:pt x="14679" y="15875"/>
                  </a:lnTo>
                  <a:lnTo>
                    <a:pt x="14386" y="16071"/>
                  </a:lnTo>
                  <a:lnTo>
                    <a:pt x="14093" y="16266"/>
                  </a:lnTo>
                  <a:lnTo>
                    <a:pt x="13800" y="16437"/>
                  </a:lnTo>
                  <a:lnTo>
                    <a:pt x="13482" y="16584"/>
                  </a:lnTo>
                  <a:lnTo>
                    <a:pt x="13165" y="16730"/>
                  </a:lnTo>
                  <a:lnTo>
                    <a:pt x="12847" y="16877"/>
                  </a:lnTo>
                  <a:lnTo>
                    <a:pt x="12505" y="16974"/>
                  </a:lnTo>
                  <a:lnTo>
                    <a:pt x="12163" y="17072"/>
                  </a:lnTo>
                  <a:lnTo>
                    <a:pt x="11821" y="17170"/>
                  </a:lnTo>
                  <a:lnTo>
                    <a:pt x="11455" y="17219"/>
                  </a:lnTo>
                  <a:lnTo>
                    <a:pt x="11089" y="17268"/>
                  </a:lnTo>
                  <a:lnTo>
                    <a:pt x="10722" y="17292"/>
                  </a:lnTo>
                  <a:lnTo>
                    <a:pt x="10356" y="17316"/>
                  </a:lnTo>
                  <a:lnTo>
                    <a:pt x="9990" y="17292"/>
                  </a:lnTo>
                  <a:lnTo>
                    <a:pt x="9623" y="17268"/>
                  </a:lnTo>
                  <a:lnTo>
                    <a:pt x="9257" y="17219"/>
                  </a:lnTo>
                  <a:lnTo>
                    <a:pt x="8891" y="17170"/>
                  </a:lnTo>
                  <a:lnTo>
                    <a:pt x="8549" y="17072"/>
                  </a:lnTo>
                  <a:lnTo>
                    <a:pt x="8207" y="16974"/>
                  </a:lnTo>
                  <a:lnTo>
                    <a:pt x="7865" y="16877"/>
                  </a:lnTo>
                  <a:lnTo>
                    <a:pt x="7547" y="16730"/>
                  </a:lnTo>
                  <a:lnTo>
                    <a:pt x="7230" y="16584"/>
                  </a:lnTo>
                  <a:lnTo>
                    <a:pt x="6912" y="16437"/>
                  </a:lnTo>
                  <a:lnTo>
                    <a:pt x="6619" y="16266"/>
                  </a:lnTo>
                  <a:lnTo>
                    <a:pt x="6326" y="16071"/>
                  </a:lnTo>
                  <a:lnTo>
                    <a:pt x="6033" y="15875"/>
                  </a:lnTo>
                  <a:lnTo>
                    <a:pt x="5765" y="15656"/>
                  </a:lnTo>
                  <a:lnTo>
                    <a:pt x="5496" y="15436"/>
                  </a:lnTo>
                  <a:lnTo>
                    <a:pt x="5252" y="15192"/>
                  </a:lnTo>
                  <a:lnTo>
                    <a:pt x="5007" y="14947"/>
                  </a:lnTo>
                  <a:lnTo>
                    <a:pt x="4788" y="14679"/>
                  </a:lnTo>
                  <a:lnTo>
                    <a:pt x="4568" y="14410"/>
                  </a:lnTo>
                  <a:lnTo>
                    <a:pt x="4372" y="14117"/>
                  </a:lnTo>
                  <a:lnTo>
                    <a:pt x="4177" y="13824"/>
                  </a:lnTo>
                  <a:lnTo>
                    <a:pt x="4006" y="13531"/>
                  </a:lnTo>
                  <a:lnTo>
                    <a:pt x="3860" y="13213"/>
                  </a:lnTo>
                  <a:lnTo>
                    <a:pt x="3713" y="12896"/>
                  </a:lnTo>
                  <a:lnTo>
                    <a:pt x="3566" y="12578"/>
                  </a:lnTo>
                  <a:lnTo>
                    <a:pt x="3469" y="12236"/>
                  </a:lnTo>
                  <a:lnTo>
                    <a:pt x="3371" y="11894"/>
                  </a:lnTo>
                  <a:lnTo>
                    <a:pt x="3273" y="11553"/>
                  </a:lnTo>
                  <a:lnTo>
                    <a:pt x="3225" y="11186"/>
                  </a:lnTo>
                  <a:lnTo>
                    <a:pt x="3176" y="10820"/>
                  </a:lnTo>
                  <a:lnTo>
                    <a:pt x="3151" y="10454"/>
                  </a:lnTo>
                  <a:lnTo>
                    <a:pt x="3127" y="10087"/>
                  </a:lnTo>
                  <a:lnTo>
                    <a:pt x="3151" y="9721"/>
                  </a:lnTo>
                  <a:lnTo>
                    <a:pt x="3176" y="9354"/>
                  </a:lnTo>
                  <a:lnTo>
                    <a:pt x="3225" y="8988"/>
                  </a:lnTo>
                  <a:lnTo>
                    <a:pt x="3273" y="8622"/>
                  </a:lnTo>
                  <a:lnTo>
                    <a:pt x="3371" y="8280"/>
                  </a:lnTo>
                  <a:lnTo>
                    <a:pt x="3469" y="7938"/>
                  </a:lnTo>
                  <a:lnTo>
                    <a:pt x="3566" y="7596"/>
                  </a:lnTo>
                  <a:lnTo>
                    <a:pt x="3713" y="7279"/>
                  </a:lnTo>
                  <a:lnTo>
                    <a:pt x="3860" y="6961"/>
                  </a:lnTo>
                  <a:lnTo>
                    <a:pt x="4006" y="6644"/>
                  </a:lnTo>
                  <a:lnTo>
                    <a:pt x="4177" y="6350"/>
                  </a:lnTo>
                  <a:lnTo>
                    <a:pt x="4372" y="6057"/>
                  </a:lnTo>
                  <a:lnTo>
                    <a:pt x="4568" y="5764"/>
                  </a:lnTo>
                  <a:lnTo>
                    <a:pt x="4788" y="5496"/>
                  </a:lnTo>
                  <a:lnTo>
                    <a:pt x="5007" y="5227"/>
                  </a:lnTo>
                  <a:lnTo>
                    <a:pt x="5252" y="4983"/>
                  </a:lnTo>
                  <a:lnTo>
                    <a:pt x="5496" y="4739"/>
                  </a:lnTo>
                  <a:lnTo>
                    <a:pt x="5765" y="4519"/>
                  </a:lnTo>
                  <a:lnTo>
                    <a:pt x="6033" y="4299"/>
                  </a:lnTo>
                  <a:lnTo>
                    <a:pt x="6326" y="4104"/>
                  </a:lnTo>
                  <a:lnTo>
                    <a:pt x="6619" y="3908"/>
                  </a:lnTo>
                  <a:lnTo>
                    <a:pt x="6912" y="3737"/>
                  </a:lnTo>
                  <a:lnTo>
                    <a:pt x="7230" y="3591"/>
                  </a:lnTo>
                  <a:lnTo>
                    <a:pt x="7547" y="3444"/>
                  </a:lnTo>
                  <a:lnTo>
                    <a:pt x="7865" y="3298"/>
                  </a:lnTo>
                  <a:lnTo>
                    <a:pt x="8207" y="3200"/>
                  </a:lnTo>
                  <a:lnTo>
                    <a:pt x="8549" y="3102"/>
                  </a:lnTo>
                  <a:lnTo>
                    <a:pt x="8891" y="3004"/>
                  </a:lnTo>
                  <a:lnTo>
                    <a:pt x="9257" y="2956"/>
                  </a:lnTo>
                  <a:lnTo>
                    <a:pt x="9623" y="2907"/>
                  </a:lnTo>
                  <a:lnTo>
                    <a:pt x="9990" y="2882"/>
                  </a:lnTo>
                  <a:lnTo>
                    <a:pt x="10356" y="2858"/>
                  </a:lnTo>
                  <a:close/>
                  <a:moveTo>
                    <a:pt x="8060" y="0"/>
                  </a:moveTo>
                  <a:lnTo>
                    <a:pt x="6717" y="2516"/>
                  </a:lnTo>
                  <a:lnTo>
                    <a:pt x="3908" y="2003"/>
                  </a:lnTo>
                  <a:lnTo>
                    <a:pt x="3786" y="4861"/>
                  </a:lnTo>
                  <a:lnTo>
                    <a:pt x="1026" y="5593"/>
                  </a:lnTo>
                  <a:lnTo>
                    <a:pt x="2174" y="8207"/>
                  </a:lnTo>
                  <a:lnTo>
                    <a:pt x="1" y="10087"/>
                  </a:lnTo>
                  <a:lnTo>
                    <a:pt x="2174" y="11968"/>
                  </a:lnTo>
                  <a:lnTo>
                    <a:pt x="1026" y="14581"/>
                  </a:lnTo>
                  <a:lnTo>
                    <a:pt x="3786" y="15314"/>
                  </a:lnTo>
                  <a:lnTo>
                    <a:pt x="3908" y="18171"/>
                  </a:lnTo>
                  <a:lnTo>
                    <a:pt x="6717" y="17658"/>
                  </a:lnTo>
                  <a:lnTo>
                    <a:pt x="8060" y="20174"/>
                  </a:lnTo>
                  <a:lnTo>
                    <a:pt x="10356" y="18489"/>
                  </a:lnTo>
                  <a:lnTo>
                    <a:pt x="12652" y="20174"/>
                  </a:lnTo>
                  <a:lnTo>
                    <a:pt x="13995" y="17658"/>
                  </a:lnTo>
                  <a:lnTo>
                    <a:pt x="16804" y="18171"/>
                  </a:lnTo>
                  <a:lnTo>
                    <a:pt x="16926" y="15314"/>
                  </a:lnTo>
                  <a:lnTo>
                    <a:pt x="19686" y="14581"/>
                  </a:lnTo>
                  <a:lnTo>
                    <a:pt x="18538" y="11968"/>
                  </a:lnTo>
                  <a:lnTo>
                    <a:pt x="20711" y="10087"/>
                  </a:lnTo>
                  <a:lnTo>
                    <a:pt x="18538" y="8207"/>
                  </a:lnTo>
                  <a:lnTo>
                    <a:pt x="19686" y="5593"/>
                  </a:lnTo>
                  <a:lnTo>
                    <a:pt x="16926" y="4861"/>
                  </a:lnTo>
                  <a:lnTo>
                    <a:pt x="16804" y="2003"/>
                  </a:lnTo>
                  <a:lnTo>
                    <a:pt x="13995" y="2516"/>
                  </a:lnTo>
                  <a:lnTo>
                    <a:pt x="12652" y="0"/>
                  </a:lnTo>
                  <a:lnTo>
                    <a:pt x="10356" y="1686"/>
                  </a:lnTo>
                  <a:lnTo>
                    <a:pt x="8060" y="0"/>
                  </a:lnTo>
                  <a:close/>
                </a:path>
              </a:pathLst>
            </a:custGeom>
            <a:noFill/>
            <a:ln cap="flat" cmpd="sng" w="9525">
              <a:solidFill>
                <a:srgbClr val="FFFF00"/>
              </a:solidFill>
              <a:prstDash val="solid"/>
              <a:bevel/>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31"/>
            <p:cNvSpPr/>
            <p:nvPr/>
          </p:nvSpPr>
          <p:spPr>
            <a:xfrm>
              <a:off x="6016600" y="1005000"/>
              <a:ext cx="337050" cy="337050"/>
            </a:xfrm>
            <a:custGeom>
              <a:rect b="b" l="l" r="r" t="t"/>
              <a:pathLst>
                <a:path extrusionOk="0" h="13482" w="13482">
                  <a:moveTo>
                    <a:pt x="6741" y="0"/>
                  </a:moveTo>
                  <a:lnTo>
                    <a:pt x="6399" y="25"/>
                  </a:lnTo>
                  <a:lnTo>
                    <a:pt x="6057" y="49"/>
                  </a:lnTo>
                  <a:lnTo>
                    <a:pt x="5715" y="98"/>
                  </a:lnTo>
                  <a:lnTo>
                    <a:pt x="5398" y="147"/>
                  </a:lnTo>
                  <a:lnTo>
                    <a:pt x="5056" y="220"/>
                  </a:lnTo>
                  <a:lnTo>
                    <a:pt x="4738" y="318"/>
                  </a:lnTo>
                  <a:lnTo>
                    <a:pt x="4421" y="416"/>
                  </a:lnTo>
                  <a:lnTo>
                    <a:pt x="4128" y="538"/>
                  </a:lnTo>
                  <a:lnTo>
                    <a:pt x="3835" y="684"/>
                  </a:lnTo>
                  <a:lnTo>
                    <a:pt x="3542" y="831"/>
                  </a:lnTo>
                  <a:lnTo>
                    <a:pt x="3249" y="977"/>
                  </a:lnTo>
                  <a:lnTo>
                    <a:pt x="2980" y="1173"/>
                  </a:lnTo>
                  <a:lnTo>
                    <a:pt x="2711" y="1344"/>
                  </a:lnTo>
                  <a:lnTo>
                    <a:pt x="2467" y="1539"/>
                  </a:lnTo>
                  <a:lnTo>
                    <a:pt x="2223" y="1759"/>
                  </a:lnTo>
                  <a:lnTo>
                    <a:pt x="1979" y="1979"/>
                  </a:lnTo>
                  <a:lnTo>
                    <a:pt x="1759" y="2223"/>
                  </a:lnTo>
                  <a:lnTo>
                    <a:pt x="1539" y="2467"/>
                  </a:lnTo>
                  <a:lnTo>
                    <a:pt x="1344" y="2711"/>
                  </a:lnTo>
                  <a:lnTo>
                    <a:pt x="1173" y="2980"/>
                  </a:lnTo>
                  <a:lnTo>
                    <a:pt x="977" y="3249"/>
                  </a:lnTo>
                  <a:lnTo>
                    <a:pt x="831" y="3542"/>
                  </a:lnTo>
                  <a:lnTo>
                    <a:pt x="684" y="3835"/>
                  </a:lnTo>
                  <a:lnTo>
                    <a:pt x="538" y="4128"/>
                  </a:lnTo>
                  <a:lnTo>
                    <a:pt x="416" y="4421"/>
                  </a:lnTo>
                  <a:lnTo>
                    <a:pt x="318" y="4738"/>
                  </a:lnTo>
                  <a:lnTo>
                    <a:pt x="220" y="5056"/>
                  </a:lnTo>
                  <a:lnTo>
                    <a:pt x="147" y="5398"/>
                  </a:lnTo>
                  <a:lnTo>
                    <a:pt x="98" y="5715"/>
                  </a:lnTo>
                  <a:lnTo>
                    <a:pt x="49" y="6057"/>
                  </a:lnTo>
                  <a:lnTo>
                    <a:pt x="25" y="6399"/>
                  </a:lnTo>
                  <a:lnTo>
                    <a:pt x="0" y="6741"/>
                  </a:lnTo>
                  <a:lnTo>
                    <a:pt x="25" y="7083"/>
                  </a:lnTo>
                  <a:lnTo>
                    <a:pt x="49" y="7425"/>
                  </a:lnTo>
                  <a:lnTo>
                    <a:pt x="98" y="7767"/>
                  </a:lnTo>
                  <a:lnTo>
                    <a:pt x="147" y="8084"/>
                  </a:lnTo>
                  <a:lnTo>
                    <a:pt x="220" y="8426"/>
                  </a:lnTo>
                  <a:lnTo>
                    <a:pt x="318" y="8744"/>
                  </a:lnTo>
                  <a:lnTo>
                    <a:pt x="416" y="9061"/>
                  </a:lnTo>
                  <a:lnTo>
                    <a:pt x="538" y="9354"/>
                  </a:lnTo>
                  <a:lnTo>
                    <a:pt x="684" y="9648"/>
                  </a:lnTo>
                  <a:lnTo>
                    <a:pt x="831" y="9941"/>
                  </a:lnTo>
                  <a:lnTo>
                    <a:pt x="977" y="10234"/>
                  </a:lnTo>
                  <a:lnTo>
                    <a:pt x="1173" y="10502"/>
                  </a:lnTo>
                  <a:lnTo>
                    <a:pt x="1344" y="10771"/>
                  </a:lnTo>
                  <a:lnTo>
                    <a:pt x="1539" y="11015"/>
                  </a:lnTo>
                  <a:lnTo>
                    <a:pt x="1759" y="11259"/>
                  </a:lnTo>
                  <a:lnTo>
                    <a:pt x="1979" y="11504"/>
                  </a:lnTo>
                  <a:lnTo>
                    <a:pt x="2223" y="11723"/>
                  </a:lnTo>
                  <a:lnTo>
                    <a:pt x="2467" y="11943"/>
                  </a:lnTo>
                  <a:lnTo>
                    <a:pt x="2711" y="12139"/>
                  </a:lnTo>
                  <a:lnTo>
                    <a:pt x="2980" y="12310"/>
                  </a:lnTo>
                  <a:lnTo>
                    <a:pt x="3249" y="12505"/>
                  </a:lnTo>
                  <a:lnTo>
                    <a:pt x="3542" y="12652"/>
                  </a:lnTo>
                  <a:lnTo>
                    <a:pt x="3835" y="12798"/>
                  </a:lnTo>
                  <a:lnTo>
                    <a:pt x="4128" y="12945"/>
                  </a:lnTo>
                  <a:lnTo>
                    <a:pt x="4421" y="13067"/>
                  </a:lnTo>
                  <a:lnTo>
                    <a:pt x="4738" y="13164"/>
                  </a:lnTo>
                  <a:lnTo>
                    <a:pt x="5056" y="13262"/>
                  </a:lnTo>
                  <a:lnTo>
                    <a:pt x="5398" y="13335"/>
                  </a:lnTo>
                  <a:lnTo>
                    <a:pt x="5715" y="13384"/>
                  </a:lnTo>
                  <a:lnTo>
                    <a:pt x="6057" y="13433"/>
                  </a:lnTo>
                  <a:lnTo>
                    <a:pt x="6399" y="13458"/>
                  </a:lnTo>
                  <a:lnTo>
                    <a:pt x="6741" y="13482"/>
                  </a:lnTo>
                  <a:lnTo>
                    <a:pt x="7083" y="13458"/>
                  </a:lnTo>
                  <a:lnTo>
                    <a:pt x="7425" y="13433"/>
                  </a:lnTo>
                  <a:lnTo>
                    <a:pt x="7767" y="13384"/>
                  </a:lnTo>
                  <a:lnTo>
                    <a:pt x="8084" y="13335"/>
                  </a:lnTo>
                  <a:lnTo>
                    <a:pt x="8426" y="13262"/>
                  </a:lnTo>
                  <a:lnTo>
                    <a:pt x="8744" y="13164"/>
                  </a:lnTo>
                  <a:lnTo>
                    <a:pt x="9061" y="13067"/>
                  </a:lnTo>
                  <a:lnTo>
                    <a:pt x="9354" y="12945"/>
                  </a:lnTo>
                  <a:lnTo>
                    <a:pt x="9647" y="12798"/>
                  </a:lnTo>
                  <a:lnTo>
                    <a:pt x="9940" y="12652"/>
                  </a:lnTo>
                  <a:lnTo>
                    <a:pt x="10234" y="12505"/>
                  </a:lnTo>
                  <a:lnTo>
                    <a:pt x="10502" y="12310"/>
                  </a:lnTo>
                  <a:lnTo>
                    <a:pt x="10771" y="12139"/>
                  </a:lnTo>
                  <a:lnTo>
                    <a:pt x="11015" y="11943"/>
                  </a:lnTo>
                  <a:lnTo>
                    <a:pt x="11259" y="11723"/>
                  </a:lnTo>
                  <a:lnTo>
                    <a:pt x="11504" y="11504"/>
                  </a:lnTo>
                  <a:lnTo>
                    <a:pt x="11723" y="11259"/>
                  </a:lnTo>
                  <a:lnTo>
                    <a:pt x="11943" y="11015"/>
                  </a:lnTo>
                  <a:lnTo>
                    <a:pt x="12139" y="10771"/>
                  </a:lnTo>
                  <a:lnTo>
                    <a:pt x="12310" y="10502"/>
                  </a:lnTo>
                  <a:lnTo>
                    <a:pt x="12505" y="10234"/>
                  </a:lnTo>
                  <a:lnTo>
                    <a:pt x="12651" y="9941"/>
                  </a:lnTo>
                  <a:lnTo>
                    <a:pt x="12798" y="9648"/>
                  </a:lnTo>
                  <a:lnTo>
                    <a:pt x="12945" y="9354"/>
                  </a:lnTo>
                  <a:lnTo>
                    <a:pt x="13067" y="9061"/>
                  </a:lnTo>
                  <a:lnTo>
                    <a:pt x="13164" y="8744"/>
                  </a:lnTo>
                  <a:lnTo>
                    <a:pt x="13262" y="8426"/>
                  </a:lnTo>
                  <a:lnTo>
                    <a:pt x="13335" y="8084"/>
                  </a:lnTo>
                  <a:lnTo>
                    <a:pt x="13384" y="7767"/>
                  </a:lnTo>
                  <a:lnTo>
                    <a:pt x="13433" y="7425"/>
                  </a:lnTo>
                  <a:lnTo>
                    <a:pt x="13457" y="7083"/>
                  </a:lnTo>
                  <a:lnTo>
                    <a:pt x="13482" y="6741"/>
                  </a:lnTo>
                  <a:lnTo>
                    <a:pt x="13457" y="6399"/>
                  </a:lnTo>
                  <a:lnTo>
                    <a:pt x="13433" y="6057"/>
                  </a:lnTo>
                  <a:lnTo>
                    <a:pt x="13384" y="5715"/>
                  </a:lnTo>
                  <a:lnTo>
                    <a:pt x="13335" y="5398"/>
                  </a:lnTo>
                  <a:lnTo>
                    <a:pt x="13262" y="5056"/>
                  </a:lnTo>
                  <a:lnTo>
                    <a:pt x="13164" y="4738"/>
                  </a:lnTo>
                  <a:lnTo>
                    <a:pt x="13067" y="4421"/>
                  </a:lnTo>
                  <a:lnTo>
                    <a:pt x="12945" y="4128"/>
                  </a:lnTo>
                  <a:lnTo>
                    <a:pt x="12798" y="3835"/>
                  </a:lnTo>
                  <a:lnTo>
                    <a:pt x="12651" y="3542"/>
                  </a:lnTo>
                  <a:lnTo>
                    <a:pt x="12505" y="3249"/>
                  </a:lnTo>
                  <a:lnTo>
                    <a:pt x="12310" y="2980"/>
                  </a:lnTo>
                  <a:lnTo>
                    <a:pt x="12139" y="2711"/>
                  </a:lnTo>
                  <a:lnTo>
                    <a:pt x="11943" y="2467"/>
                  </a:lnTo>
                  <a:lnTo>
                    <a:pt x="11723" y="2223"/>
                  </a:lnTo>
                  <a:lnTo>
                    <a:pt x="11504" y="1979"/>
                  </a:lnTo>
                  <a:lnTo>
                    <a:pt x="11259" y="1759"/>
                  </a:lnTo>
                  <a:lnTo>
                    <a:pt x="11015" y="1539"/>
                  </a:lnTo>
                  <a:lnTo>
                    <a:pt x="10771" y="1344"/>
                  </a:lnTo>
                  <a:lnTo>
                    <a:pt x="10502" y="1173"/>
                  </a:lnTo>
                  <a:lnTo>
                    <a:pt x="10234" y="977"/>
                  </a:lnTo>
                  <a:lnTo>
                    <a:pt x="9940" y="831"/>
                  </a:lnTo>
                  <a:lnTo>
                    <a:pt x="9647" y="684"/>
                  </a:lnTo>
                  <a:lnTo>
                    <a:pt x="9354" y="538"/>
                  </a:lnTo>
                  <a:lnTo>
                    <a:pt x="9061" y="416"/>
                  </a:lnTo>
                  <a:lnTo>
                    <a:pt x="8744" y="318"/>
                  </a:lnTo>
                  <a:lnTo>
                    <a:pt x="8426" y="220"/>
                  </a:lnTo>
                  <a:lnTo>
                    <a:pt x="8084" y="147"/>
                  </a:lnTo>
                  <a:lnTo>
                    <a:pt x="7767" y="98"/>
                  </a:lnTo>
                  <a:lnTo>
                    <a:pt x="7425" y="49"/>
                  </a:lnTo>
                  <a:lnTo>
                    <a:pt x="7083" y="25"/>
                  </a:lnTo>
                  <a:lnTo>
                    <a:pt x="6741" y="0"/>
                  </a:lnTo>
                  <a:close/>
                </a:path>
              </a:pathLst>
            </a:custGeom>
            <a:noFill/>
            <a:ln cap="flat" cmpd="sng" w="9525">
              <a:solidFill>
                <a:srgbClr val="FFFF00"/>
              </a:solidFill>
              <a:prstDash val="solid"/>
              <a:bevel/>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2" name="Google Shape;882;p31"/>
          <p:cNvSpPr/>
          <p:nvPr/>
        </p:nvSpPr>
        <p:spPr>
          <a:xfrm>
            <a:off x="7438526" y="2093036"/>
            <a:ext cx="400950" cy="226498"/>
          </a:xfrm>
          <a:custGeom>
            <a:rect b="b" l="l" r="r" t="t"/>
            <a:pathLst>
              <a:path extrusionOk="0" h="10845" w="19198">
                <a:moveTo>
                  <a:pt x="7572" y="1"/>
                </a:moveTo>
                <a:lnTo>
                  <a:pt x="7108" y="25"/>
                </a:lnTo>
                <a:lnTo>
                  <a:pt x="6668" y="98"/>
                </a:lnTo>
                <a:lnTo>
                  <a:pt x="6229" y="196"/>
                </a:lnTo>
                <a:lnTo>
                  <a:pt x="5813" y="343"/>
                </a:lnTo>
                <a:lnTo>
                  <a:pt x="5423" y="538"/>
                </a:lnTo>
                <a:lnTo>
                  <a:pt x="5056" y="758"/>
                </a:lnTo>
                <a:lnTo>
                  <a:pt x="4714" y="1026"/>
                </a:lnTo>
                <a:lnTo>
                  <a:pt x="4397" y="1319"/>
                </a:lnTo>
                <a:lnTo>
                  <a:pt x="4104" y="1637"/>
                </a:lnTo>
                <a:lnTo>
                  <a:pt x="3835" y="1979"/>
                </a:lnTo>
                <a:lnTo>
                  <a:pt x="3615" y="2345"/>
                </a:lnTo>
                <a:lnTo>
                  <a:pt x="3420" y="2736"/>
                </a:lnTo>
                <a:lnTo>
                  <a:pt x="3273" y="3151"/>
                </a:lnTo>
                <a:lnTo>
                  <a:pt x="3151" y="3591"/>
                </a:lnTo>
                <a:lnTo>
                  <a:pt x="3102" y="4030"/>
                </a:lnTo>
                <a:lnTo>
                  <a:pt x="3078" y="4494"/>
                </a:lnTo>
                <a:lnTo>
                  <a:pt x="3078" y="4788"/>
                </a:lnTo>
                <a:lnTo>
                  <a:pt x="2712" y="4788"/>
                </a:lnTo>
                <a:lnTo>
                  <a:pt x="2419" y="4836"/>
                </a:lnTo>
                <a:lnTo>
                  <a:pt x="2125" y="4910"/>
                </a:lnTo>
                <a:lnTo>
                  <a:pt x="1832" y="5032"/>
                </a:lnTo>
                <a:lnTo>
                  <a:pt x="1588" y="5154"/>
                </a:lnTo>
                <a:lnTo>
                  <a:pt x="1320" y="5300"/>
                </a:lnTo>
                <a:lnTo>
                  <a:pt x="1100" y="5471"/>
                </a:lnTo>
                <a:lnTo>
                  <a:pt x="880" y="5667"/>
                </a:lnTo>
                <a:lnTo>
                  <a:pt x="685" y="5887"/>
                </a:lnTo>
                <a:lnTo>
                  <a:pt x="514" y="6131"/>
                </a:lnTo>
                <a:lnTo>
                  <a:pt x="367" y="6375"/>
                </a:lnTo>
                <a:lnTo>
                  <a:pt x="220" y="6644"/>
                </a:lnTo>
                <a:lnTo>
                  <a:pt x="123" y="6912"/>
                </a:lnTo>
                <a:lnTo>
                  <a:pt x="50" y="7205"/>
                </a:lnTo>
                <a:lnTo>
                  <a:pt x="1" y="7499"/>
                </a:lnTo>
                <a:lnTo>
                  <a:pt x="1" y="7816"/>
                </a:lnTo>
                <a:lnTo>
                  <a:pt x="1" y="8134"/>
                </a:lnTo>
                <a:lnTo>
                  <a:pt x="50" y="8427"/>
                </a:lnTo>
                <a:lnTo>
                  <a:pt x="123" y="8720"/>
                </a:lnTo>
                <a:lnTo>
                  <a:pt x="220" y="8988"/>
                </a:lnTo>
                <a:lnTo>
                  <a:pt x="367" y="9257"/>
                </a:lnTo>
                <a:lnTo>
                  <a:pt x="514" y="9501"/>
                </a:lnTo>
                <a:lnTo>
                  <a:pt x="685" y="9745"/>
                </a:lnTo>
                <a:lnTo>
                  <a:pt x="880" y="9965"/>
                </a:lnTo>
                <a:lnTo>
                  <a:pt x="1100" y="10161"/>
                </a:lnTo>
                <a:lnTo>
                  <a:pt x="1320" y="10332"/>
                </a:lnTo>
                <a:lnTo>
                  <a:pt x="1588" y="10478"/>
                </a:lnTo>
                <a:lnTo>
                  <a:pt x="1832" y="10600"/>
                </a:lnTo>
                <a:lnTo>
                  <a:pt x="2125" y="10722"/>
                </a:lnTo>
                <a:lnTo>
                  <a:pt x="2419" y="10796"/>
                </a:lnTo>
                <a:lnTo>
                  <a:pt x="2712" y="10844"/>
                </a:lnTo>
                <a:lnTo>
                  <a:pt x="16486" y="10844"/>
                </a:lnTo>
                <a:lnTo>
                  <a:pt x="16779" y="10796"/>
                </a:lnTo>
                <a:lnTo>
                  <a:pt x="17072" y="10722"/>
                </a:lnTo>
                <a:lnTo>
                  <a:pt x="17365" y="10600"/>
                </a:lnTo>
                <a:lnTo>
                  <a:pt x="17610" y="10478"/>
                </a:lnTo>
                <a:lnTo>
                  <a:pt x="17878" y="10332"/>
                </a:lnTo>
                <a:lnTo>
                  <a:pt x="18098" y="10161"/>
                </a:lnTo>
                <a:lnTo>
                  <a:pt x="18318" y="9965"/>
                </a:lnTo>
                <a:lnTo>
                  <a:pt x="18513" y="9745"/>
                </a:lnTo>
                <a:lnTo>
                  <a:pt x="18684" y="9501"/>
                </a:lnTo>
                <a:lnTo>
                  <a:pt x="18831" y="9257"/>
                </a:lnTo>
                <a:lnTo>
                  <a:pt x="18977" y="8988"/>
                </a:lnTo>
                <a:lnTo>
                  <a:pt x="19075" y="8720"/>
                </a:lnTo>
                <a:lnTo>
                  <a:pt x="19148" y="8427"/>
                </a:lnTo>
                <a:lnTo>
                  <a:pt x="19197" y="8134"/>
                </a:lnTo>
                <a:lnTo>
                  <a:pt x="19197" y="7816"/>
                </a:lnTo>
                <a:lnTo>
                  <a:pt x="19197" y="7499"/>
                </a:lnTo>
                <a:lnTo>
                  <a:pt x="19148" y="7205"/>
                </a:lnTo>
                <a:lnTo>
                  <a:pt x="19075" y="6912"/>
                </a:lnTo>
                <a:lnTo>
                  <a:pt x="18977" y="6644"/>
                </a:lnTo>
                <a:lnTo>
                  <a:pt x="18831" y="6375"/>
                </a:lnTo>
                <a:lnTo>
                  <a:pt x="18684" y="6131"/>
                </a:lnTo>
                <a:lnTo>
                  <a:pt x="18513" y="5887"/>
                </a:lnTo>
                <a:lnTo>
                  <a:pt x="18318" y="5667"/>
                </a:lnTo>
                <a:lnTo>
                  <a:pt x="18098" y="5471"/>
                </a:lnTo>
                <a:lnTo>
                  <a:pt x="17878" y="5300"/>
                </a:lnTo>
                <a:lnTo>
                  <a:pt x="17610" y="5154"/>
                </a:lnTo>
                <a:lnTo>
                  <a:pt x="17365" y="5032"/>
                </a:lnTo>
                <a:lnTo>
                  <a:pt x="17072" y="4910"/>
                </a:lnTo>
                <a:lnTo>
                  <a:pt x="16779" y="4836"/>
                </a:lnTo>
                <a:lnTo>
                  <a:pt x="16486" y="4788"/>
                </a:lnTo>
                <a:lnTo>
                  <a:pt x="15412" y="4788"/>
                </a:lnTo>
                <a:lnTo>
                  <a:pt x="15436" y="4494"/>
                </a:lnTo>
                <a:lnTo>
                  <a:pt x="15412" y="4201"/>
                </a:lnTo>
                <a:lnTo>
                  <a:pt x="15387" y="3933"/>
                </a:lnTo>
                <a:lnTo>
                  <a:pt x="15314" y="3664"/>
                </a:lnTo>
                <a:lnTo>
                  <a:pt x="15216" y="3420"/>
                </a:lnTo>
                <a:lnTo>
                  <a:pt x="15094" y="3176"/>
                </a:lnTo>
                <a:lnTo>
                  <a:pt x="14972" y="2956"/>
                </a:lnTo>
                <a:lnTo>
                  <a:pt x="14801" y="2736"/>
                </a:lnTo>
                <a:lnTo>
                  <a:pt x="14630" y="2541"/>
                </a:lnTo>
                <a:lnTo>
                  <a:pt x="14435" y="2370"/>
                </a:lnTo>
                <a:lnTo>
                  <a:pt x="14215" y="2199"/>
                </a:lnTo>
                <a:lnTo>
                  <a:pt x="13995" y="2077"/>
                </a:lnTo>
                <a:lnTo>
                  <a:pt x="13751" y="1954"/>
                </a:lnTo>
                <a:lnTo>
                  <a:pt x="13507" y="1857"/>
                </a:lnTo>
                <a:lnTo>
                  <a:pt x="13238" y="1784"/>
                </a:lnTo>
                <a:lnTo>
                  <a:pt x="12969" y="1759"/>
                </a:lnTo>
                <a:lnTo>
                  <a:pt x="12676" y="1735"/>
                </a:lnTo>
                <a:lnTo>
                  <a:pt x="12334" y="1759"/>
                </a:lnTo>
                <a:lnTo>
                  <a:pt x="11992" y="1832"/>
                </a:lnTo>
                <a:lnTo>
                  <a:pt x="11650" y="1930"/>
                </a:lnTo>
                <a:lnTo>
                  <a:pt x="11357" y="2077"/>
                </a:lnTo>
                <a:lnTo>
                  <a:pt x="11186" y="1857"/>
                </a:lnTo>
                <a:lnTo>
                  <a:pt x="11015" y="1637"/>
                </a:lnTo>
                <a:lnTo>
                  <a:pt x="10844" y="1417"/>
                </a:lnTo>
                <a:lnTo>
                  <a:pt x="10649" y="1222"/>
                </a:lnTo>
                <a:lnTo>
                  <a:pt x="10454" y="1051"/>
                </a:lnTo>
                <a:lnTo>
                  <a:pt x="10234" y="880"/>
                </a:lnTo>
                <a:lnTo>
                  <a:pt x="9990" y="709"/>
                </a:lnTo>
                <a:lnTo>
                  <a:pt x="9745" y="562"/>
                </a:lnTo>
                <a:lnTo>
                  <a:pt x="9501" y="440"/>
                </a:lnTo>
                <a:lnTo>
                  <a:pt x="9257" y="318"/>
                </a:lnTo>
                <a:lnTo>
                  <a:pt x="8988" y="220"/>
                </a:lnTo>
                <a:lnTo>
                  <a:pt x="8720" y="147"/>
                </a:lnTo>
                <a:lnTo>
                  <a:pt x="8427" y="74"/>
                </a:lnTo>
                <a:lnTo>
                  <a:pt x="8158" y="25"/>
                </a:lnTo>
                <a:lnTo>
                  <a:pt x="7865" y="1"/>
                </a:lnTo>
                <a:close/>
              </a:path>
            </a:pathLst>
          </a:cu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3" name="Google Shape;883;p31"/>
          <p:cNvGrpSpPr/>
          <p:nvPr/>
        </p:nvGrpSpPr>
        <p:grpSpPr>
          <a:xfrm>
            <a:off x="6359885" y="2606021"/>
            <a:ext cx="1075937" cy="1047989"/>
            <a:chOff x="5926225" y="921350"/>
            <a:chExt cx="517800" cy="504350"/>
          </a:xfrm>
        </p:grpSpPr>
        <p:sp>
          <p:nvSpPr>
            <p:cNvPr id="884" name="Google Shape;884;p31"/>
            <p:cNvSpPr/>
            <p:nvPr/>
          </p:nvSpPr>
          <p:spPr>
            <a:xfrm>
              <a:off x="5926225" y="921350"/>
              <a:ext cx="517800" cy="504350"/>
            </a:xfrm>
            <a:custGeom>
              <a:rect b="b" l="l" r="r" t="t"/>
              <a:pathLst>
                <a:path extrusionOk="0" h="20174" w="20712">
                  <a:moveTo>
                    <a:pt x="10356" y="2858"/>
                  </a:moveTo>
                  <a:lnTo>
                    <a:pt x="10722" y="2882"/>
                  </a:lnTo>
                  <a:lnTo>
                    <a:pt x="11089" y="2907"/>
                  </a:lnTo>
                  <a:lnTo>
                    <a:pt x="11455" y="2956"/>
                  </a:lnTo>
                  <a:lnTo>
                    <a:pt x="11821" y="3004"/>
                  </a:lnTo>
                  <a:lnTo>
                    <a:pt x="12163" y="3102"/>
                  </a:lnTo>
                  <a:lnTo>
                    <a:pt x="12505" y="3200"/>
                  </a:lnTo>
                  <a:lnTo>
                    <a:pt x="12847" y="3298"/>
                  </a:lnTo>
                  <a:lnTo>
                    <a:pt x="13165" y="3444"/>
                  </a:lnTo>
                  <a:lnTo>
                    <a:pt x="13482" y="3591"/>
                  </a:lnTo>
                  <a:lnTo>
                    <a:pt x="13800" y="3737"/>
                  </a:lnTo>
                  <a:lnTo>
                    <a:pt x="14093" y="3908"/>
                  </a:lnTo>
                  <a:lnTo>
                    <a:pt x="14386" y="4104"/>
                  </a:lnTo>
                  <a:lnTo>
                    <a:pt x="14679" y="4299"/>
                  </a:lnTo>
                  <a:lnTo>
                    <a:pt x="14948" y="4519"/>
                  </a:lnTo>
                  <a:lnTo>
                    <a:pt x="15216" y="4739"/>
                  </a:lnTo>
                  <a:lnTo>
                    <a:pt x="15460" y="4983"/>
                  </a:lnTo>
                  <a:lnTo>
                    <a:pt x="15705" y="5227"/>
                  </a:lnTo>
                  <a:lnTo>
                    <a:pt x="15925" y="5496"/>
                  </a:lnTo>
                  <a:lnTo>
                    <a:pt x="16144" y="5764"/>
                  </a:lnTo>
                  <a:lnTo>
                    <a:pt x="16340" y="6057"/>
                  </a:lnTo>
                  <a:lnTo>
                    <a:pt x="16535" y="6350"/>
                  </a:lnTo>
                  <a:lnTo>
                    <a:pt x="16706" y="6644"/>
                  </a:lnTo>
                  <a:lnTo>
                    <a:pt x="16853" y="6961"/>
                  </a:lnTo>
                  <a:lnTo>
                    <a:pt x="16999" y="7279"/>
                  </a:lnTo>
                  <a:lnTo>
                    <a:pt x="17146" y="7596"/>
                  </a:lnTo>
                  <a:lnTo>
                    <a:pt x="17243" y="7938"/>
                  </a:lnTo>
                  <a:lnTo>
                    <a:pt x="17341" y="8280"/>
                  </a:lnTo>
                  <a:lnTo>
                    <a:pt x="17439" y="8622"/>
                  </a:lnTo>
                  <a:lnTo>
                    <a:pt x="17488" y="8988"/>
                  </a:lnTo>
                  <a:lnTo>
                    <a:pt x="17536" y="9354"/>
                  </a:lnTo>
                  <a:lnTo>
                    <a:pt x="17561" y="9721"/>
                  </a:lnTo>
                  <a:lnTo>
                    <a:pt x="17585" y="10087"/>
                  </a:lnTo>
                  <a:lnTo>
                    <a:pt x="17561" y="10454"/>
                  </a:lnTo>
                  <a:lnTo>
                    <a:pt x="17536" y="10820"/>
                  </a:lnTo>
                  <a:lnTo>
                    <a:pt x="17488" y="11186"/>
                  </a:lnTo>
                  <a:lnTo>
                    <a:pt x="17439" y="11553"/>
                  </a:lnTo>
                  <a:lnTo>
                    <a:pt x="17341" y="11894"/>
                  </a:lnTo>
                  <a:lnTo>
                    <a:pt x="17243" y="12236"/>
                  </a:lnTo>
                  <a:lnTo>
                    <a:pt x="17146" y="12578"/>
                  </a:lnTo>
                  <a:lnTo>
                    <a:pt x="16999" y="12896"/>
                  </a:lnTo>
                  <a:lnTo>
                    <a:pt x="16853" y="13213"/>
                  </a:lnTo>
                  <a:lnTo>
                    <a:pt x="16706" y="13531"/>
                  </a:lnTo>
                  <a:lnTo>
                    <a:pt x="16535" y="13824"/>
                  </a:lnTo>
                  <a:lnTo>
                    <a:pt x="16340" y="14117"/>
                  </a:lnTo>
                  <a:lnTo>
                    <a:pt x="16144" y="14410"/>
                  </a:lnTo>
                  <a:lnTo>
                    <a:pt x="15925" y="14679"/>
                  </a:lnTo>
                  <a:lnTo>
                    <a:pt x="15705" y="14947"/>
                  </a:lnTo>
                  <a:lnTo>
                    <a:pt x="15460" y="15192"/>
                  </a:lnTo>
                  <a:lnTo>
                    <a:pt x="15216" y="15436"/>
                  </a:lnTo>
                  <a:lnTo>
                    <a:pt x="14948" y="15656"/>
                  </a:lnTo>
                  <a:lnTo>
                    <a:pt x="14679" y="15875"/>
                  </a:lnTo>
                  <a:lnTo>
                    <a:pt x="14386" y="16071"/>
                  </a:lnTo>
                  <a:lnTo>
                    <a:pt x="14093" y="16266"/>
                  </a:lnTo>
                  <a:lnTo>
                    <a:pt x="13800" y="16437"/>
                  </a:lnTo>
                  <a:lnTo>
                    <a:pt x="13482" y="16584"/>
                  </a:lnTo>
                  <a:lnTo>
                    <a:pt x="13165" y="16730"/>
                  </a:lnTo>
                  <a:lnTo>
                    <a:pt x="12847" y="16877"/>
                  </a:lnTo>
                  <a:lnTo>
                    <a:pt x="12505" y="16974"/>
                  </a:lnTo>
                  <a:lnTo>
                    <a:pt x="12163" y="17072"/>
                  </a:lnTo>
                  <a:lnTo>
                    <a:pt x="11821" y="17170"/>
                  </a:lnTo>
                  <a:lnTo>
                    <a:pt x="11455" y="17219"/>
                  </a:lnTo>
                  <a:lnTo>
                    <a:pt x="11089" y="17268"/>
                  </a:lnTo>
                  <a:lnTo>
                    <a:pt x="10722" y="17292"/>
                  </a:lnTo>
                  <a:lnTo>
                    <a:pt x="10356" y="17316"/>
                  </a:lnTo>
                  <a:lnTo>
                    <a:pt x="9990" y="17292"/>
                  </a:lnTo>
                  <a:lnTo>
                    <a:pt x="9623" y="17268"/>
                  </a:lnTo>
                  <a:lnTo>
                    <a:pt x="9257" y="17219"/>
                  </a:lnTo>
                  <a:lnTo>
                    <a:pt x="8891" y="17170"/>
                  </a:lnTo>
                  <a:lnTo>
                    <a:pt x="8549" y="17072"/>
                  </a:lnTo>
                  <a:lnTo>
                    <a:pt x="8207" y="16974"/>
                  </a:lnTo>
                  <a:lnTo>
                    <a:pt x="7865" y="16877"/>
                  </a:lnTo>
                  <a:lnTo>
                    <a:pt x="7547" y="16730"/>
                  </a:lnTo>
                  <a:lnTo>
                    <a:pt x="7230" y="16584"/>
                  </a:lnTo>
                  <a:lnTo>
                    <a:pt x="6912" y="16437"/>
                  </a:lnTo>
                  <a:lnTo>
                    <a:pt x="6619" y="16266"/>
                  </a:lnTo>
                  <a:lnTo>
                    <a:pt x="6326" y="16071"/>
                  </a:lnTo>
                  <a:lnTo>
                    <a:pt x="6033" y="15875"/>
                  </a:lnTo>
                  <a:lnTo>
                    <a:pt x="5765" y="15656"/>
                  </a:lnTo>
                  <a:lnTo>
                    <a:pt x="5496" y="15436"/>
                  </a:lnTo>
                  <a:lnTo>
                    <a:pt x="5252" y="15192"/>
                  </a:lnTo>
                  <a:lnTo>
                    <a:pt x="5007" y="14947"/>
                  </a:lnTo>
                  <a:lnTo>
                    <a:pt x="4788" y="14679"/>
                  </a:lnTo>
                  <a:lnTo>
                    <a:pt x="4568" y="14410"/>
                  </a:lnTo>
                  <a:lnTo>
                    <a:pt x="4372" y="14117"/>
                  </a:lnTo>
                  <a:lnTo>
                    <a:pt x="4177" y="13824"/>
                  </a:lnTo>
                  <a:lnTo>
                    <a:pt x="4006" y="13531"/>
                  </a:lnTo>
                  <a:lnTo>
                    <a:pt x="3860" y="13213"/>
                  </a:lnTo>
                  <a:lnTo>
                    <a:pt x="3713" y="12896"/>
                  </a:lnTo>
                  <a:lnTo>
                    <a:pt x="3566" y="12578"/>
                  </a:lnTo>
                  <a:lnTo>
                    <a:pt x="3469" y="12236"/>
                  </a:lnTo>
                  <a:lnTo>
                    <a:pt x="3371" y="11894"/>
                  </a:lnTo>
                  <a:lnTo>
                    <a:pt x="3273" y="11553"/>
                  </a:lnTo>
                  <a:lnTo>
                    <a:pt x="3225" y="11186"/>
                  </a:lnTo>
                  <a:lnTo>
                    <a:pt x="3176" y="10820"/>
                  </a:lnTo>
                  <a:lnTo>
                    <a:pt x="3151" y="10454"/>
                  </a:lnTo>
                  <a:lnTo>
                    <a:pt x="3127" y="10087"/>
                  </a:lnTo>
                  <a:lnTo>
                    <a:pt x="3151" y="9721"/>
                  </a:lnTo>
                  <a:lnTo>
                    <a:pt x="3176" y="9354"/>
                  </a:lnTo>
                  <a:lnTo>
                    <a:pt x="3225" y="8988"/>
                  </a:lnTo>
                  <a:lnTo>
                    <a:pt x="3273" y="8622"/>
                  </a:lnTo>
                  <a:lnTo>
                    <a:pt x="3371" y="8280"/>
                  </a:lnTo>
                  <a:lnTo>
                    <a:pt x="3469" y="7938"/>
                  </a:lnTo>
                  <a:lnTo>
                    <a:pt x="3566" y="7596"/>
                  </a:lnTo>
                  <a:lnTo>
                    <a:pt x="3713" y="7279"/>
                  </a:lnTo>
                  <a:lnTo>
                    <a:pt x="3860" y="6961"/>
                  </a:lnTo>
                  <a:lnTo>
                    <a:pt x="4006" y="6644"/>
                  </a:lnTo>
                  <a:lnTo>
                    <a:pt x="4177" y="6350"/>
                  </a:lnTo>
                  <a:lnTo>
                    <a:pt x="4372" y="6057"/>
                  </a:lnTo>
                  <a:lnTo>
                    <a:pt x="4568" y="5764"/>
                  </a:lnTo>
                  <a:lnTo>
                    <a:pt x="4788" y="5496"/>
                  </a:lnTo>
                  <a:lnTo>
                    <a:pt x="5007" y="5227"/>
                  </a:lnTo>
                  <a:lnTo>
                    <a:pt x="5252" y="4983"/>
                  </a:lnTo>
                  <a:lnTo>
                    <a:pt x="5496" y="4739"/>
                  </a:lnTo>
                  <a:lnTo>
                    <a:pt x="5765" y="4519"/>
                  </a:lnTo>
                  <a:lnTo>
                    <a:pt x="6033" y="4299"/>
                  </a:lnTo>
                  <a:lnTo>
                    <a:pt x="6326" y="4104"/>
                  </a:lnTo>
                  <a:lnTo>
                    <a:pt x="6619" y="3908"/>
                  </a:lnTo>
                  <a:lnTo>
                    <a:pt x="6912" y="3737"/>
                  </a:lnTo>
                  <a:lnTo>
                    <a:pt x="7230" y="3591"/>
                  </a:lnTo>
                  <a:lnTo>
                    <a:pt x="7547" y="3444"/>
                  </a:lnTo>
                  <a:lnTo>
                    <a:pt x="7865" y="3298"/>
                  </a:lnTo>
                  <a:lnTo>
                    <a:pt x="8207" y="3200"/>
                  </a:lnTo>
                  <a:lnTo>
                    <a:pt x="8549" y="3102"/>
                  </a:lnTo>
                  <a:lnTo>
                    <a:pt x="8891" y="3004"/>
                  </a:lnTo>
                  <a:lnTo>
                    <a:pt x="9257" y="2956"/>
                  </a:lnTo>
                  <a:lnTo>
                    <a:pt x="9623" y="2907"/>
                  </a:lnTo>
                  <a:lnTo>
                    <a:pt x="9990" y="2882"/>
                  </a:lnTo>
                  <a:lnTo>
                    <a:pt x="10356" y="2858"/>
                  </a:lnTo>
                  <a:close/>
                  <a:moveTo>
                    <a:pt x="8060" y="0"/>
                  </a:moveTo>
                  <a:lnTo>
                    <a:pt x="6717" y="2516"/>
                  </a:lnTo>
                  <a:lnTo>
                    <a:pt x="3908" y="2003"/>
                  </a:lnTo>
                  <a:lnTo>
                    <a:pt x="3786" y="4861"/>
                  </a:lnTo>
                  <a:lnTo>
                    <a:pt x="1026" y="5593"/>
                  </a:lnTo>
                  <a:lnTo>
                    <a:pt x="2174" y="8207"/>
                  </a:lnTo>
                  <a:lnTo>
                    <a:pt x="1" y="10087"/>
                  </a:lnTo>
                  <a:lnTo>
                    <a:pt x="2174" y="11968"/>
                  </a:lnTo>
                  <a:lnTo>
                    <a:pt x="1026" y="14581"/>
                  </a:lnTo>
                  <a:lnTo>
                    <a:pt x="3786" y="15314"/>
                  </a:lnTo>
                  <a:lnTo>
                    <a:pt x="3908" y="18171"/>
                  </a:lnTo>
                  <a:lnTo>
                    <a:pt x="6717" y="17658"/>
                  </a:lnTo>
                  <a:lnTo>
                    <a:pt x="8060" y="20174"/>
                  </a:lnTo>
                  <a:lnTo>
                    <a:pt x="10356" y="18489"/>
                  </a:lnTo>
                  <a:lnTo>
                    <a:pt x="12652" y="20174"/>
                  </a:lnTo>
                  <a:lnTo>
                    <a:pt x="13995" y="17658"/>
                  </a:lnTo>
                  <a:lnTo>
                    <a:pt x="16804" y="18171"/>
                  </a:lnTo>
                  <a:lnTo>
                    <a:pt x="16926" y="15314"/>
                  </a:lnTo>
                  <a:lnTo>
                    <a:pt x="19686" y="14581"/>
                  </a:lnTo>
                  <a:lnTo>
                    <a:pt x="18538" y="11968"/>
                  </a:lnTo>
                  <a:lnTo>
                    <a:pt x="20711" y="10087"/>
                  </a:lnTo>
                  <a:lnTo>
                    <a:pt x="18538" y="8207"/>
                  </a:lnTo>
                  <a:lnTo>
                    <a:pt x="19686" y="5593"/>
                  </a:lnTo>
                  <a:lnTo>
                    <a:pt x="16926" y="4861"/>
                  </a:lnTo>
                  <a:lnTo>
                    <a:pt x="16804" y="2003"/>
                  </a:lnTo>
                  <a:lnTo>
                    <a:pt x="13995" y="2516"/>
                  </a:lnTo>
                  <a:lnTo>
                    <a:pt x="12652" y="0"/>
                  </a:lnTo>
                  <a:lnTo>
                    <a:pt x="10356" y="1686"/>
                  </a:lnTo>
                  <a:lnTo>
                    <a:pt x="8060" y="0"/>
                  </a:lnTo>
                  <a:close/>
                </a:path>
              </a:pathLst>
            </a:custGeom>
            <a:solidFill>
              <a:srgbClr val="FFFF00"/>
            </a:solidFill>
            <a:ln cap="flat" cmpd="sng" w="28575">
              <a:solidFill>
                <a:schemeClr val="dk1"/>
              </a:solidFill>
              <a:prstDash val="solid"/>
              <a:bevel/>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31"/>
            <p:cNvSpPr/>
            <p:nvPr/>
          </p:nvSpPr>
          <p:spPr>
            <a:xfrm>
              <a:off x="6016600" y="1005000"/>
              <a:ext cx="337050" cy="337050"/>
            </a:xfrm>
            <a:custGeom>
              <a:rect b="b" l="l" r="r" t="t"/>
              <a:pathLst>
                <a:path extrusionOk="0" h="13482" w="13482">
                  <a:moveTo>
                    <a:pt x="6741" y="0"/>
                  </a:moveTo>
                  <a:lnTo>
                    <a:pt x="6399" y="25"/>
                  </a:lnTo>
                  <a:lnTo>
                    <a:pt x="6057" y="49"/>
                  </a:lnTo>
                  <a:lnTo>
                    <a:pt x="5715" y="98"/>
                  </a:lnTo>
                  <a:lnTo>
                    <a:pt x="5398" y="147"/>
                  </a:lnTo>
                  <a:lnTo>
                    <a:pt x="5056" y="220"/>
                  </a:lnTo>
                  <a:lnTo>
                    <a:pt x="4738" y="318"/>
                  </a:lnTo>
                  <a:lnTo>
                    <a:pt x="4421" y="416"/>
                  </a:lnTo>
                  <a:lnTo>
                    <a:pt x="4128" y="538"/>
                  </a:lnTo>
                  <a:lnTo>
                    <a:pt x="3835" y="684"/>
                  </a:lnTo>
                  <a:lnTo>
                    <a:pt x="3542" y="831"/>
                  </a:lnTo>
                  <a:lnTo>
                    <a:pt x="3249" y="977"/>
                  </a:lnTo>
                  <a:lnTo>
                    <a:pt x="2980" y="1173"/>
                  </a:lnTo>
                  <a:lnTo>
                    <a:pt x="2711" y="1344"/>
                  </a:lnTo>
                  <a:lnTo>
                    <a:pt x="2467" y="1539"/>
                  </a:lnTo>
                  <a:lnTo>
                    <a:pt x="2223" y="1759"/>
                  </a:lnTo>
                  <a:lnTo>
                    <a:pt x="1979" y="1979"/>
                  </a:lnTo>
                  <a:lnTo>
                    <a:pt x="1759" y="2223"/>
                  </a:lnTo>
                  <a:lnTo>
                    <a:pt x="1539" y="2467"/>
                  </a:lnTo>
                  <a:lnTo>
                    <a:pt x="1344" y="2711"/>
                  </a:lnTo>
                  <a:lnTo>
                    <a:pt x="1173" y="2980"/>
                  </a:lnTo>
                  <a:lnTo>
                    <a:pt x="977" y="3249"/>
                  </a:lnTo>
                  <a:lnTo>
                    <a:pt x="831" y="3542"/>
                  </a:lnTo>
                  <a:lnTo>
                    <a:pt x="684" y="3835"/>
                  </a:lnTo>
                  <a:lnTo>
                    <a:pt x="538" y="4128"/>
                  </a:lnTo>
                  <a:lnTo>
                    <a:pt x="416" y="4421"/>
                  </a:lnTo>
                  <a:lnTo>
                    <a:pt x="318" y="4738"/>
                  </a:lnTo>
                  <a:lnTo>
                    <a:pt x="220" y="5056"/>
                  </a:lnTo>
                  <a:lnTo>
                    <a:pt x="147" y="5398"/>
                  </a:lnTo>
                  <a:lnTo>
                    <a:pt x="98" y="5715"/>
                  </a:lnTo>
                  <a:lnTo>
                    <a:pt x="49" y="6057"/>
                  </a:lnTo>
                  <a:lnTo>
                    <a:pt x="25" y="6399"/>
                  </a:lnTo>
                  <a:lnTo>
                    <a:pt x="0" y="6741"/>
                  </a:lnTo>
                  <a:lnTo>
                    <a:pt x="25" y="7083"/>
                  </a:lnTo>
                  <a:lnTo>
                    <a:pt x="49" y="7425"/>
                  </a:lnTo>
                  <a:lnTo>
                    <a:pt x="98" y="7767"/>
                  </a:lnTo>
                  <a:lnTo>
                    <a:pt x="147" y="8084"/>
                  </a:lnTo>
                  <a:lnTo>
                    <a:pt x="220" y="8426"/>
                  </a:lnTo>
                  <a:lnTo>
                    <a:pt x="318" y="8744"/>
                  </a:lnTo>
                  <a:lnTo>
                    <a:pt x="416" y="9061"/>
                  </a:lnTo>
                  <a:lnTo>
                    <a:pt x="538" y="9354"/>
                  </a:lnTo>
                  <a:lnTo>
                    <a:pt x="684" y="9648"/>
                  </a:lnTo>
                  <a:lnTo>
                    <a:pt x="831" y="9941"/>
                  </a:lnTo>
                  <a:lnTo>
                    <a:pt x="977" y="10234"/>
                  </a:lnTo>
                  <a:lnTo>
                    <a:pt x="1173" y="10502"/>
                  </a:lnTo>
                  <a:lnTo>
                    <a:pt x="1344" y="10771"/>
                  </a:lnTo>
                  <a:lnTo>
                    <a:pt x="1539" y="11015"/>
                  </a:lnTo>
                  <a:lnTo>
                    <a:pt x="1759" y="11259"/>
                  </a:lnTo>
                  <a:lnTo>
                    <a:pt x="1979" y="11504"/>
                  </a:lnTo>
                  <a:lnTo>
                    <a:pt x="2223" y="11723"/>
                  </a:lnTo>
                  <a:lnTo>
                    <a:pt x="2467" y="11943"/>
                  </a:lnTo>
                  <a:lnTo>
                    <a:pt x="2711" y="12139"/>
                  </a:lnTo>
                  <a:lnTo>
                    <a:pt x="2980" y="12310"/>
                  </a:lnTo>
                  <a:lnTo>
                    <a:pt x="3249" y="12505"/>
                  </a:lnTo>
                  <a:lnTo>
                    <a:pt x="3542" y="12652"/>
                  </a:lnTo>
                  <a:lnTo>
                    <a:pt x="3835" y="12798"/>
                  </a:lnTo>
                  <a:lnTo>
                    <a:pt x="4128" y="12945"/>
                  </a:lnTo>
                  <a:lnTo>
                    <a:pt x="4421" y="13067"/>
                  </a:lnTo>
                  <a:lnTo>
                    <a:pt x="4738" y="13164"/>
                  </a:lnTo>
                  <a:lnTo>
                    <a:pt x="5056" y="13262"/>
                  </a:lnTo>
                  <a:lnTo>
                    <a:pt x="5398" y="13335"/>
                  </a:lnTo>
                  <a:lnTo>
                    <a:pt x="5715" y="13384"/>
                  </a:lnTo>
                  <a:lnTo>
                    <a:pt x="6057" y="13433"/>
                  </a:lnTo>
                  <a:lnTo>
                    <a:pt x="6399" y="13458"/>
                  </a:lnTo>
                  <a:lnTo>
                    <a:pt x="6741" y="13482"/>
                  </a:lnTo>
                  <a:lnTo>
                    <a:pt x="7083" y="13458"/>
                  </a:lnTo>
                  <a:lnTo>
                    <a:pt x="7425" y="13433"/>
                  </a:lnTo>
                  <a:lnTo>
                    <a:pt x="7767" y="13384"/>
                  </a:lnTo>
                  <a:lnTo>
                    <a:pt x="8084" y="13335"/>
                  </a:lnTo>
                  <a:lnTo>
                    <a:pt x="8426" y="13262"/>
                  </a:lnTo>
                  <a:lnTo>
                    <a:pt x="8744" y="13164"/>
                  </a:lnTo>
                  <a:lnTo>
                    <a:pt x="9061" y="13067"/>
                  </a:lnTo>
                  <a:lnTo>
                    <a:pt x="9354" y="12945"/>
                  </a:lnTo>
                  <a:lnTo>
                    <a:pt x="9647" y="12798"/>
                  </a:lnTo>
                  <a:lnTo>
                    <a:pt x="9940" y="12652"/>
                  </a:lnTo>
                  <a:lnTo>
                    <a:pt x="10234" y="12505"/>
                  </a:lnTo>
                  <a:lnTo>
                    <a:pt x="10502" y="12310"/>
                  </a:lnTo>
                  <a:lnTo>
                    <a:pt x="10771" y="12139"/>
                  </a:lnTo>
                  <a:lnTo>
                    <a:pt x="11015" y="11943"/>
                  </a:lnTo>
                  <a:lnTo>
                    <a:pt x="11259" y="11723"/>
                  </a:lnTo>
                  <a:lnTo>
                    <a:pt x="11504" y="11504"/>
                  </a:lnTo>
                  <a:lnTo>
                    <a:pt x="11723" y="11259"/>
                  </a:lnTo>
                  <a:lnTo>
                    <a:pt x="11943" y="11015"/>
                  </a:lnTo>
                  <a:lnTo>
                    <a:pt x="12139" y="10771"/>
                  </a:lnTo>
                  <a:lnTo>
                    <a:pt x="12310" y="10502"/>
                  </a:lnTo>
                  <a:lnTo>
                    <a:pt x="12505" y="10234"/>
                  </a:lnTo>
                  <a:lnTo>
                    <a:pt x="12651" y="9941"/>
                  </a:lnTo>
                  <a:lnTo>
                    <a:pt x="12798" y="9648"/>
                  </a:lnTo>
                  <a:lnTo>
                    <a:pt x="12945" y="9354"/>
                  </a:lnTo>
                  <a:lnTo>
                    <a:pt x="13067" y="9061"/>
                  </a:lnTo>
                  <a:lnTo>
                    <a:pt x="13164" y="8744"/>
                  </a:lnTo>
                  <a:lnTo>
                    <a:pt x="13262" y="8426"/>
                  </a:lnTo>
                  <a:lnTo>
                    <a:pt x="13335" y="8084"/>
                  </a:lnTo>
                  <a:lnTo>
                    <a:pt x="13384" y="7767"/>
                  </a:lnTo>
                  <a:lnTo>
                    <a:pt x="13433" y="7425"/>
                  </a:lnTo>
                  <a:lnTo>
                    <a:pt x="13457" y="7083"/>
                  </a:lnTo>
                  <a:lnTo>
                    <a:pt x="13482" y="6741"/>
                  </a:lnTo>
                  <a:lnTo>
                    <a:pt x="13457" y="6399"/>
                  </a:lnTo>
                  <a:lnTo>
                    <a:pt x="13433" y="6057"/>
                  </a:lnTo>
                  <a:lnTo>
                    <a:pt x="13384" y="5715"/>
                  </a:lnTo>
                  <a:lnTo>
                    <a:pt x="13335" y="5398"/>
                  </a:lnTo>
                  <a:lnTo>
                    <a:pt x="13262" y="5056"/>
                  </a:lnTo>
                  <a:lnTo>
                    <a:pt x="13164" y="4738"/>
                  </a:lnTo>
                  <a:lnTo>
                    <a:pt x="13067" y="4421"/>
                  </a:lnTo>
                  <a:lnTo>
                    <a:pt x="12945" y="4128"/>
                  </a:lnTo>
                  <a:lnTo>
                    <a:pt x="12798" y="3835"/>
                  </a:lnTo>
                  <a:lnTo>
                    <a:pt x="12651" y="3542"/>
                  </a:lnTo>
                  <a:lnTo>
                    <a:pt x="12505" y="3249"/>
                  </a:lnTo>
                  <a:lnTo>
                    <a:pt x="12310" y="2980"/>
                  </a:lnTo>
                  <a:lnTo>
                    <a:pt x="12139" y="2711"/>
                  </a:lnTo>
                  <a:lnTo>
                    <a:pt x="11943" y="2467"/>
                  </a:lnTo>
                  <a:lnTo>
                    <a:pt x="11723" y="2223"/>
                  </a:lnTo>
                  <a:lnTo>
                    <a:pt x="11504" y="1979"/>
                  </a:lnTo>
                  <a:lnTo>
                    <a:pt x="11259" y="1759"/>
                  </a:lnTo>
                  <a:lnTo>
                    <a:pt x="11015" y="1539"/>
                  </a:lnTo>
                  <a:lnTo>
                    <a:pt x="10771" y="1344"/>
                  </a:lnTo>
                  <a:lnTo>
                    <a:pt x="10502" y="1173"/>
                  </a:lnTo>
                  <a:lnTo>
                    <a:pt x="10234" y="977"/>
                  </a:lnTo>
                  <a:lnTo>
                    <a:pt x="9940" y="831"/>
                  </a:lnTo>
                  <a:lnTo>
                    <a:pt x="9647" y="684"/>
                  </a:lnTo>
                  <a:lnTo>
                    <a:pt x="9354" y="538"/>
                  </a:lnTo>
                  <a:lnTo>
                    <a:pt x="9061" y="416"/>
                  </a:lnTo>
                  <a:lnTo>
                    <a:pt x="8744" y="318"/>
                  </a:lnTo>
                  <a:lnTo>
                    <a:pt x="8426" y="220"/>
                  </a:lnTo>
                  <a:lnTo>
                    <a:pt x="8084" y="147"/>
                  </a:lnTo>
                  <a:lnTo>
                    <a:pt x="7767" y="98"/>
                  </a:lnTo>
                  <a:lnTo>
                    <a:pt x="7425" y="49"/>
                  </a:lnTo>
                  <a:lnTo>
                    <a:pt x="7083" y="25"/>
                  </a:lnTo>
                  <a:lnTo>
                    <a:pt x="6741" y="0"/>
                  </a:lnTo>
                  <a:close/>
                </a:path>
              </a:pathLst>
            </a:custGeom>
            <a:solidFill>
              <a:srgbClr val="FFFF00"/>
            </a:solidFill>
            <a:ln cap="flat" cmpd="sng" w="28575">
              <a:solidFill>
                <a:schemeClr val="dk1"/>
              </a:solidFill>
              <a:prstDash val="solid"/>
              <a:bevel/>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6" name="Google Shape;886;p31"/>
          <p:cNvSpPr/>
          <p:nvPr/>
        </p:nvSpPr>
        <p:spPr>
          <a:xfrm>
            <a:off x="6842198" y="3193118"/>
            <a:ext cx="997288" cy="563371"/>
          </a:xfrm>
          <a:custGeom>
            <a:rect b="b" l="l" r="r" t="t"/>
            <a:pathLst>
              <a:path extrusionOk="0" h="10845" w="19198">
                <a:moveTo>
                  <a:pt x="7572" y="1"/>
                </a:moveTo>
                <a:lnTo>
                  <a:pt x="7108" y="25"/>
                </a:lnTo>
                <a:lnTo>
                  <a:pt x="6668" y="98"/>
                </a:lnTo>
                <a:lnTo>
                  <a:pt x="6229" y="196"/>
                </a:lnTo>
                <a:lnTo>
                  <a:pt x="5813" y="343"/>
                </a:lnTo>
                <a:lnTo>
                  <a:pt x="5423" y="538"/>
                </a:lnTo>
                <a:lnTo>
                  <a:pt x="5056" y="758"/>
                </a:lnTo>
                <a:lnTo>
                  <a:pt x="4714" y="1026"/>
                </a:lnTo>
                <a:lnTo>
                  <a:pt x="4397" y="1319"/>
                </a:lnTo>
                <a:lnTo>
                  <a:pt x="4104" y="1637"/>
                </a:lnTo>
                <a:lnTo>
                  <a:pt x="3835" y="1979"/>
                </a:lnTo>
                <a:lnTo>
                  <a:pt x="3615" y="2345"/>
                </a:lnTo>
                <a:lnTo>
                  <a:pt x="3420" y="2736"/>
                </a:lnTo>
                <a:lnTo>
                  <a:pt x="3273" y="3151"/>
                </a:lnTo>
                <a:lnTo>
                  <a:pt x="3151" y="3591"/>
                </a:lnTo>
                <a:lnTo>
                  <a:pt x="3102" y="4030"/>
                </a:lnTo>
                <a:lnTo>
                  <a:pt x="3078" y="4494"/>
                </a:lnTo>
                <a:lnTo>
                  <a:pt x="3078" y="4788"/>
                </a:lnTo>
                <a:lnTo>
                  <a:pt x="2712" y="4788"/>
                </a:lnTo>
                <a:lnTo>
                  <a:pt x="2419" y="4836"/>
                </a:lnTo>
                <a:lnTo>
                  <a:pt x="2125" y="4910"/>
                </a:lnTo>
                <a:lnTo>
                  <a:pt x="1832" y="5032"/>
                </a:lnTo>
                <a:lnTo>
                  <a:pt x="1588" y="5154"/>
                </a:lnTo>
                <a:lnTo>
                  <a:pt x="1320" y="5300"/>
                </a:lnTo>
                <a:lnTo>
                  <a:pt x="1100" y="5471"/>
                </a:lnTo>
                <a:lnTo>
                  <a:pt x="880" y="5667"/>
                </a:lnTo>
                <a:lnTo>
                  <a:pt x="685" y="5887"/>
                </a:lnTo>
                <a:lnTo>
                  <a:pt x="514" y="6131"/>
                </a:lnTo>
                <a:lnTo>
                  <a:pt x="367" y="6375"/>
                </a:lnTo>
                <a:lnTo>
                  <a:pt x="220" y="6644"/>
                </a:lnTo>
                <a:lnTo>
                  <a:pt x="123" y="6912"/>
                </a:lnTo>
                <a:lnTo>
                  <a:pt x="50" y="7205"/>
                </a:lnTo>
                <a:lnTo>
                  <a:pt x="1" y="7499"/>
                </a:lnTo>
                <a:lnTo>
                  <a:pt x="1" y="7816"/>
                </a:lnTo>
                <a:lnTo>
                  <a:pt x="1" y="8134"/>
                </a:lnTo>
                <a:lnTo>
                  <a:pt x="50" y="8427"/>
                </a:lnTo>
                <a:lnTo>
                  <a:pt x="123" y="8720"/>
                </a:lnTo>
                <a:lnTo>
                  <a:pt x="220" y="8988"/>
                </a:lnTo>
                <a:lnTo>
                  <a:pt x="367" y="9257"/>
                </a:lnTo>
                <a:lnTo>
                  <a:pt x="514" y="9501"/>
                </a:lnTo>
                <a:lnTo>
                  <a:pt x="685" y="9745"/>
                </a:lnTo>
                <a:lnTo>
                  <a:pt x="880" y="9965"/>
                </a:lnTo>
                <a:lnTo>
                  <a:pt x="1100" y="10161"/>
                </a:lnTo>
                <a:lnTo>
                  <a:pt x="1320" y="10332"/>
                </a:lnTo>
                <a:lnTo>
                  <a:pt x="1588" y="10478"/>
                </a:lnTo>
                <a:lnTo>
                  <a:pt x="1832" y="10600"/>
                </a:lnTo>
                <a:lnTo>
                  <a:pt x="2125" y="10722"/>
                </a:lnTo>
                <a:lnTo>
                  <a:pt x="2419" y="10796"/>
                </a:lnTo>
                <a:lnTo>
                  <a:pt x="2712" y="10844"/>
                </a:lnTo>
                <a:lnTo>
                  <a:pt x="16486" y="10844"/>
                </a:lnTo>
                <a:lnTo>
                  <a:pt x="16779" y="10796"/>
                </a:lnTo>
                <a:lnTo>
                  <a:pt x="17072" y="10722"/>
                </a:lnTo>
                <a:lnTo>
                  <a:pt x="17365" y="10600"/>
                </a:lnTo>
                <a:lnTo>
                  <a:pt x="17610" y="10478"/>
                </a:lnTo>
                <a:lnTo>
                  <a:pt x="17878" y="10332"/>
                </a:lnTo>
                <a:lnTo>
                  <a:pt x="18098" y="10161"/>
                </a:lnTo>
                <a:lnTo>
                  <a:pt x="18318" y="9965"/>
                </a:lnTo>
                <a:lnTo>
                  <a:pt x="18513" y="9745"/>
                </a:lnTo>
                <a:lnTo>
                  <a:pt x="18684" y="9501"/>
                </a:lnTo>
                <a:lnTo>
                  <a:pt x="18831" y="9257"/>
                </a:lnTo>
                <a:lnTo>
                  <a:pt x="18977" y="8988"/>
                </a:lnTo>
                <a:lnTo>
                  <a:pt x="19075" y="8720"/>
                </a:lnTo>
                <a:lnTo>
                  <a:pt x="19148" y="8427"/>
                </a:lnTo>
                <a:lnTo>
                  <a:pt x="19197" y="8134"/>
                </a:lnTo>
                <a:lnTo>
                  <a:pt x="19197" y="7816"/>
                </a:lnTo>
                <a:lnTo>
                  <a:pt x="19197" y="7499"/>
                </a:lnTo>
                <a:lnTo>
                  <a:pt x="19148" y="7205"/>
                </a:lnTo>
                <a:lnTo>
                  <a:pt x="19075" y="6912"/>
                </a:lnTo>
                <a:lnTo>
                  <a:pt x="18977" y="6644"/>
                </a:lnTo>
                <a:lnTo>
                  <a:pt x="18831" y="6375"/>
                </a:lnTo>
                <a:lnTo>
                  <a:pt x="18684" y="6131"/>
                </a:lnTo>
                <a:lnTo>
                  <a:pt x="18513" y="5887"/>
                </a:lnTo>
                <a:lnTo>
                  <a:pt x="18318" y="5667"/>
                </a:lnTo>
                <a:lnTo>
                  <a:pt x="18098" y="5471"/>
                </a:lnTo>
                <a:lnTo>
                  <a:pt x="17878" y="5300"/>
                </a:lnTo>
                <a:lnTo>
                  <a:pt x="17610" y="5154"/>
                </a:lnTo>
                <a:lnTo>
                  <a:pt x="17365" y="5032"/>
                </a:lnTo>
                <a:lnTo>
                  <a:pt x="17072" y="4910"/>
                </a:lnTo>
                <a:lnTo>
                  <a:pt x="16779" y="4836"/>
                </a:lnTo>
                <a:lnTo>
                  <a:pt x="16486" y="4788"/>
                </a:lnTo>
                <a:lnTo>
                  <a:pt x="15412" y="4788"/>
                </a:lnTo>
                <a:lnTo>
                  <a:pt x="15436" y="4494"/>
                </a:lnTo>
                <a:lnTo>
                  <a:pt x="15412" y="4201"/>
                </a:lnTo>
                <a:lnTo>
                  <a:pt x="15387" y="3933"/>
                </a:lnTo>
                <a:lnTo>
                  <a:pt x="15314" y="3664"/>
                </a:lnTo>
                <a:lnTo>
                  <a:pt x="15216" y="3420"/>
                </a:lnTo>
                <a:lnTo>
                  <a:pt x="15094" y="3176"/>
                </a:lnTo>
                <a:lnTo>
                  <a:pt x="14972" y="2956"/>
                </a:lnTo>
                <a:lnTo>
                  <a:pt x="14801" y="2736"/>
                </a:lnTo>
                <a:lnTo>
                  <a:pt x="14630" y="2541"/>
                </a:lnTo>
                <a:lnTo>
                  <a:pt x="14435" y="2370"/>
                </a:lnTo>
                <a:lnTo>
                  <a:pt x="14215" y="2199"/>
                </a:lnTo>
                <a:lnTo>
                  <a:pt x="13995" y="2077"/>
                </a:lnTo>
                <a:lnTo>
                  <a:pt x="13751" y="1954"/>
                </a:lnTo>
                <a:lnTo>
                  <a:pt x="13507" y="1857"/>
                </a:lnTo>
                <a:lnTo>
                  <a:pt x="13238" y="1784"/>
                </a:lnTo>
                <a:lnTo>
                  <a:pt x="12969" y="1759"/>
                </a:lnTo>
                <a:lnTo>
                  <a:pt x="12676" y="1735"/>
                </a:lnTo>
                <a:lnTo>
                  <a:pt x="12334" y="1759"/>
                </a:lnTo>
                <a:lnTo>
                  <a:pt x="11992" y="1832"/>
                </a:lnTo>
                <a:lnTo>
                  <a:pt x="11650" y="1930"/>
                </a:lnTo>
                <a:lnTo>
                  <a:pt x="11357" y="2077"/>
                </a:lnTo>
                <a:lnTo>
                  <a:pt x="11186" y="1857"/>
                </a:lnTo>
                <a:lnTo>
                  <a:pt x="11015" y="1637"/>
                </a:lnTo>
                <a:lnTo>
                  <a:pt x="10844" y="1417"/>
                </a:lnTo>
                <a:lnTo>
                  <a:pt x="10649" y="1222"/>
                </a:lnTo>
                <a:lnTo>
                  <a:pt x="10454" y="1051"/>
                </a:lnTo>
                <a:lnTo>
                  <a:pt x="10234" y="880"/>
                </a:lnTo>
                <a:lnTo>
                  <a:pt x="9990" y="709"/>
                </a:lnTo>
                <a:lnTo>
                  <a:pt x="9745" y="562"/>
                </a:lnTo>
                <a:lnTo>
                  <a:pt x="9501" y="440"/>
                </a:lnTo>
                <a:lnTo>
                  <a:pt x="9257" y="318"/>
                </a:lnTo>
                <a:lnTo>
                  <a:pt x="8988" y="220"/>
                </a:lnTo>
                <a:lnTo>
                  <a:pt x="8720" y="147"/>
                </a:lnTo>
                <a:lnTo>
                  <a:pt x="8427" y="74"/>
                </a:lnTo>
                <a:lnTo>
                  <a:pt x="8158" y="25"/>
                </a:lnTo>
                <a:lnTo>
                  <a:pt x="7865" y="1"/>
                </a:lnTo>
                <a:close/>
              </a:path>
            </a:pathLst>
          </a:cu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31"/>
          <p:cNvSpPr txBox="1"/>
          <p:nvPr/>
        </p:nvSpPr>
        <p:spPr>
          <a:xfrm>
            <a:off x="6248575" y="312075"/>
            <a:ext cx="2592000" cy="152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900">
                <a:solidFill>
                  <a:srgbClr val="28324A"/>
                </a:solidFill>
                <a:latin typeface="Source Sans Pro"/>
                <a:ea typeface="Source Sans Pro"/>
                <a:cs typeface="Source Sans Pro"/>
                <a:sym typeface="Source Sans Pro"/>
              </a:rPr>
              <a:t>SlidesCarnival icons are editable shapes</a:t>
            </a:r>
            <a:r>
              <a:rPr lang="en" sz="900">
                <a:solidFill>
                  <a:srgbClr val="28324A"/>
                </a:solidFill>
                <a:latin typeface="Source Sans Pro"/>
                <a:ea typeface="Source Sans Pro"/>
                <a:cs typeface="Source Sans Pro"/>
                <a:sym typeface="Source Sans Pro"/>
              </a:rPr>
              <a:t>. </a:t>
            </a:r>
            <a:endParaRPr sz="900">
              <a:solidFill>
                <a:srgbClr val="28324A"/>
              </a:solidFill>
              <a:latin typeface="Source Sans Pro"/>
              <a:ea typeface="Source Sans Pro"/>
              <a:cs typeface="Source Sans Pro"/>
              <a:sym typeface="Source Sans Pro"/>
            </a:endParaRPr>
          </a:p>
          <a:p>
            <a:pPr indent="0" lvl="0" marL="0" rtl="0" algn="l">
              <a:spcBef>
                <a:spcPts val="0"/>
              </a:spcBef>
              <a:spcAft>
                <a:spcPts val="0"/>
              </a:spcAft>
              <a:buClr>
                <a:schemeClr val="dk1"/>
              </a:buClr>
              <a:buSzPts val="1100"/>
              <a:buFont typeface="Arial"/>
              <a:buNone/>
            </a:pPr>
            <a:r>
              <a:t/>
            </a:r>
            <a:endParaRPr sz="900">
              <a:solidFill>
                <a:srgbClr val="28324A"/>
              </a:solidFill>
              <a:latin typeface="Source Sans Pro"/>
              <a:ea typeface="Source Sans Pro"/>
              <a:cs typeface="Source Sans Pro"/>
              <a:sym typeface="Source Sans Pro"/>
            </a:endParaRPr>
          </a:p>
          <a:p>
            <a:pPr indent="0" lvl="0" marL="0" rtl="0" algn="l">
              <a:spcBef>
                <a:spcPts val="0"/>
              </a:spcBef>
              <a:spcAft>
                <a:spcPts val="0"/>
              </a:spcAft>
              <a:buClr>
                <a:schemeClr val="dk1"/>
              </a:buClr>
              <a:buSzPts val="1100"/>
              <a:buFont typeface="Arial"/>
              <a:buNone/>
            </a:pPr>
            <a:r>
              <a:rPr lang="en" sz="900">
                <a:solidFill>
                  <a:srgbClr val="28324A"/>
                </a:solidFill>
                <a:latin typeface="Source Sans Pro"/>
                <a:ea typeface="Source Sans Pro"/>
                <a:cs typeface="Source Sans Pro"/>
                <a:sym typeface="Source Sans Pro"/>
              </a:rPr>
              <a:t>This means that you can:</a:t>
            </a:r>
            <a:endParaRPr sz="900">
              <a:solidFill>
                <a:srgbClr val="28324A"/>
              </a:solidFill>
              <a:latin typeface="Source Sans Pro"/>
              <a:ea typeface="Source Sans Pro"/>
              <a:cs typeface="Source Sans Pro"/>
              <a:sym typeface="Source Sans Pro"/>
            </a:endParaRPr>
          </a:p>
          <a:p>
            <a:pPr indent="-285750" lvl="0" marL="457200" rtl="0" algn="l">
              <a:spcBef>
                <a:spcPts val="0"/>
              </a:spcBef>
              <a:spcAft>
                <a:spcPts val="0"/>
              </a:spcAft>
              <a:buClr>
                <a:srgbClr val="28324A"/>
              </a:buClr>
              <a:buSzPts val="900"/>
              <a:buFont typeface="Source Sans Pro"/>
              <a:buChar char="●"/>
            </a:pPr>
            <a:r>
              <a:rPr lang="en" sz="900">
                <a:solidFill>
                  <a:srgbClr val="28324A"/>
                </a:solidFill>
                <a:latin typeface="Source Sans Pro"/>
                <a:ea typeface="Source Sans Pro"/>
                <a:cs typeface="Source Sans Pro"/>
                <a:sym typeface="Source Sans Pro"/>
              </a:rPr>
              <a:t>Resize them without losing quality.</a:t>
            </a:r>
            <a:endParaRPr sz="900">
              <a:solidFill>
                <a:srgbClr val="28324A"/>
              </a:solidFill>
              <a:latin typeface="Source Sans Pro"/>
              <a:ea typeface="Source Sans Pro"/>
              <a:cs typeface="Source Sans Pro"/>
              <a:sym typeface="Source Sans Pro"/>
            </a:endParaRPr>
          </a:p>
          <a:p>
            <a:pPr indent="-285750" lvl="0" marL="457200" rtl="0" algn="l">
              <a:spcBef>
                <a:spcPts val="0"/>
              </a:spcBef>
              <a:spcAft>
                <a:spcPts val="0"/>
              </a:spcAft>
              <a:buClr>
                <a:srgbClr val="28324A"/>
              </a:buClr>
              <a:buSzPts val="900"/>
              <a:buFont typeface="Source Sans Pro"/>
              <a:buChar char="●"/>
            </a:pPr>
            <a:r>
              <a:rPr lang="en" sz="900">
                <a:solidFill>
                  <a:srgbClr val="28324A"/>
                </a:solidFill>
                <a:latin typeface="Source Sans Pro"/>
                <a:ea typeface="Source Sans Pro"/>
                <a:cs typeface="Source Sans Pro"/>
                <a:sym typeface="Source Sans Pro"/>
              </a:rPr>
              <a:t>Change fill color and opacity.</a:t>
            </a:r>
            <a:endParaRPr sz="900">
              <a:solidFill>
                <a:srgbClr val="28324A"/>
              </a:solidFill>
              <a:latin typeface="Source Sans Pro"/>
              <a:ea typeface="Source Sans Pro"/>
              <a:cs typeface="Source Sans Pro"/>
              <a:sym typeface="Source Sans Pro"/>
            </a:endParaRPr>
          </a:p>
          <a:p>
            <a:pPr indent="-285750" lvl="0" marL="457200" rtl="0" algn="l">
              <a:spcBef>
                <a:spcPts val="0"/>
              </a:spcBef>
              <a:spcAft>
                <a:spcPts val="0"/>
              </a:spcAft>
              <a:buClr>
                <a:srgbClr val="28324A"/>
              </a:buClr>
              <a:buSzPts val="900"/>
              <a:buFont typeface="Source Sans Pro"/>
              <a:buChar char="●"/>
            </a:pPr>
            <a:r>
              <a:rPr lang="en" sz="900">
                <a:solidFill>
                  <a:srgbClr val="28324A"/>
                </a:solidFill>
                <a:latin typeface="Source Sans Pro"/>
                <a:ea typeface="Source Sans Pro"/>
                <a:cs typeface="Source Sans Pro"/>
                <a:sym typeface="Source Sans Pro"/>
              </a:rPr>
              <a:t>Change line color, width and style.</a:t>
            </a:r>
            <a:endParaRPr sz="900">
              <a:solidFill>
                <a:srgbClr val="28324A"/>
              </a:solidFill>
              <a:latin typeface="Source Sans Pro"/>
              <a:ea typeface="Source Sans Pro"/>
              <a:cs typeface="Source Sans Pro"/>
              <a:sym typeface="Source Sans Pro"/>
            </a:endParaRPr>
          </a:p>
          <a:p>
            <a:pPr indent="0" lvl="0" marL="0" rtl="0" algn="l">
              <a:spcBef>
                <a:spcPts val="0"/>
              </a:spcBef>
              <a:spcAft>
                <a:spcPts val="0"/>
              </a:spcAft>
              <a:buNone/>
            </a:pPr>
            <a:r>
              <a:t/>
            </a:r>
            <a:endParaRPr sz="900">
              <a:solidFill>
                <a:srgbClr val="28324A"/>
              </a:solidFill>
              <a:latin typeface="Source Sans Pro"/>
              <a:ea typeface="Source Sans Pro"/>
              <a:cs typeface="Source Sans Pro"/>
              <a:sym typeface="Source Sans Pro"/>
            </a:endParaRPr>
          </a:p>
          <a:p>
            <a:pPr indent="0" lvl="0" marL="0" rtl="0" algn="l">
              <a:spcBef>
                <a:spcPts val="0"/>
              </a:spcBef>
              <a:spcAft>
                <a:spcPts val="0"/>
              </a:spcAft>
              <a:buNone/>
            </a:pPr>
            <a:r>
              <a:rPr lang="en" sz="900">
                <a:solidFill>
                  <a:srgbClr val="28324A"/>
                </a:solidFill>
                <a:latin typeface="Source Sans Pro"/>
                <a:ea typeface="Source Sans Pro"/>
                <a:cs typeface="Source Sans Pro"/>
                <a:sym typeface="Source Sans Pro"/>
              </a:rPr>
              <a:t>Isn’t that nice? :)</a:t>
            </a:r>
            <a:endParaRPr sz="900">
              <a:solidFill>
                <a:srgbClr val="28324A"/>
              </a:solidFill>
              <a:latin typeface="Source Sans Pro"/>
              <a:ea typeface="Source Sans Pro"/>
              <a:cs typeface="Source Sans Pro"/>
              <a:sym typeface="Source Sans Pro"/>
            </a:endParaRPr>
          </a:p>
          <a:p>
            <a:pPr indent="0" lvl="0" marL="0" rtl="0" algn="l">
              <a:spcBef>
                <a:spcPts val="0"/>
              </a:spcBef>
              <a:spcAft>
                <a:spcPts val="0"/>
              </a:spcAft>
              <a:buNone/>
            </a:pPr>
            <a:r>
              <a:t/>
            </a:r>
            <a:endParaRPr sz="900">
              <a:solidFill>
                <a:srgbClr val="28324A"/>
              </a:solidFill>
              <a:latin typeface="Source Sans Pro"/>
              <a:ea typeface="Source Sans Pro"/>
              <a:cs typeface="Source Sans Pro"/>
              <a:sym typeface="Source Sans Pro"/>
            </a:endParaRPr>
          </a:p>
          <a:p>
            <a:pPr indent="0" lvl="0" marL="0" rtl="0" algn="l">
              <a:spcBef>
                <a:spcPts val="0"/>
              </a:spcBef>
              <a:spcAft>
                <a:spcPts val="0"/>
              </a:spcAft>
              <a:buNone/>
            </a:pPr>
            <a:r>
              <a:rPr lang="en" sz="900">
                <a:solidFill>
                  <a:srgbClr val="28324A"/>
                </a:solidFill>
                <a:latin typeface="Source Sans Pro"/>
                <a:ea typeface="Source Sans Pro"/>
                <a:cs typeface="Source Sans Pro"/>
                <a:sym typeface="Source Sans Pro"/>
              </a:rPr>
              <a:t>Examples:</a:t>
            </a:r>
            <a:endParaRPr sz="900">
              <a:solidFill>
                <a:srgbClr val="28324A"/>
              </a:solidFill>
              <a:latin typeface="Source Sans Pro"/>
              <a:ea typeface="Source Sans Pro"/>
              <a:cs typeface="Source Sans Pro"/>
              <a:sym typeface="Source Sans Pro"/>
            </a:endParaRPr>
          </a:p>
          <a:p>
            <a:pPr indent="0" lvl="0" marL="0" rtl="0" algn="l">
              <a:spcBef>
                <a:spcPts val="0"/>
              </a:spcBef>
              <a:spcAft>
                <a:spcPts val="0"/>
              </a:spcAft>
              <a:buClr>
                <a:schemeClr val="dk1"/>
              </a:buClr>
              <a:buSzPts val="1100"/>
              <a:buFont typeface="Arial"/>
              <a:buNone/>
            </a:pPr>
            <a:r>
              <a:t/>
            </a:r>
            <a:endParaRPr sz="900">
              <a:solidFill>
                <a:srgbClr val="28324A"/>
              </a:solidFill>
              <a:latin typeface="Source Sans Pro"/>
              <a:ea typeface="Source Sans Pro"/>
              <a:cs typeface="Source Sans Pro"/>
              <a:sym typeface="Source Sans Pro"/>
            </a:endParaRPr>
          </a:p>
          <a:p>
            <a:pPr indent="0" lvl="0" marL="0" rtl="0" algn="l">
              <a:spcBef>
                <a:spcPts val="0"/>
              </a:spcBef>
              <a:spcAft>
                <a:spcPts val="0"/>
              </a:spcAft>
              <a:buNone/>
            </a:pPr>
            <a:r>
              <a:t/>
            </a:r>
            <a:endParaRPr sz="900">
              <a:solidFill>
                <a:srgbClr val="28324A"/>
              </a:solidFill>
              <a:latin typeface="Source Sans Pro"/>
              <a:ea typeface="Source Sans Pro"/>
              <a:cs typeface="Source Sans Pro"/>
              <a:sym typeface="Source Sans Pro"/>
            </a:endParaRPr>
          </a:p>
        </p:txBody>
      </p:sp>
      <p:sp>
        <p:nvSpPr>
          <p:cNvPr id="888" name="Google Shape;888;p31"/>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00CEF6"/>
                </a:solidFill>
              </a:rPr>
              <a:t>‹#›</a:t>
            </a:fld>
            <a:endParaRPr>
              <a:solidFill>
                <a:srgbClr val="00CEF6"/>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Quince template">
  <a:themeElements>
    <a:clrScheme name="Custom 347">
      <a:dk1>
        <a:srgbClr val="28324A"/>
      </a:dk1>
      <a:lt1>
        <a:srgbClr val="FFFFFF"/>
      </a:lt1>
      <a:dk2>
        <a:srgbClr val="707685"/>
      </a:dk2>
      <a:lt2>
        <a:srgbClr val="E5E5E5"/>
      </a:lt2>
      <a:accent1>
        <a:srgbClr val="00CEF6"/>
      </a:accent1>
      <a:accent2>
        <a:srgbClr val="3C78D8"/>
      </a:accent2>
      <a:accent3>
        <a:srgbClr val="00A7C8"/>
      </a:accent3>
      <a:accent4>
        <a:srgbClr val="8EC400"/>
      </a:accent4>
      <a:accent5>
        <a:srgbClr val="AFF000"/>
      </a:accent5>
      <a:accent6>
        <a:srgbClr val="7F7F7F"/>
      </a:accent6>
      <a:hlink>
        <a:srgbClr val="28324A"/>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